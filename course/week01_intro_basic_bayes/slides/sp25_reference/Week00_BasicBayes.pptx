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4.xml" ContentType="application/vnd.openxmlformats-officedocument.presentationml.notesSlide+xml"/>
  <Override PartName="/ppt/ink/ink14.xml" ContentType="application/inkml+xml"/>
  <Override PartName="/ppt/notesSlides/notesSlide5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tags/tag13.xml" ContentType="application/vnd.openxmlformats-officedocument.presentationml.tags+xml"/>
  <Override PartName="/ppt/notesSlides/notesSlide8.xml" ContentType="application/vnd.openxmlformats-officedocument.presentationml.notesSlide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0.xml" ContentType="application/vnd.openxmlformats-officedocument.presentationml.notesSlide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1.xml" ContentType="application/vnd.openxmlformats-officedocument.presentationml.notesSlide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2.xml" ContentType="application/vnd.openxmlformats-officedocument.presentationml.notesSlide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7" r:id="rId2"/>
    <p:sldId id="799" r:id="rId3"/>
    <p:sldId id="558" r:id="rId4"/>
    <p:sldId id="788" r:id="rId5"/>
    <p:sldId id="559" r:id="rId6"/>
    <p:sldId id="561" r:id="rId7"/>
    <p:sldId id="562" r:id="rId8"/>
    <p:sldId id="563" r:id="rId9"/>
    <p:sldId id="564" r:id="rId10"/>
    <p:sldId id="796" r:id="rId11"/>
    <p:sldId id="565" r:id="rId12"/>
    <p:sldId id="566" r:id="rId13"/>
    <p:sldId id="798" r:id="rId14"/>
    <p:sldId id="1238" r:id="rId15"/>
    <p:sldId id="665" r:id="rId16"/>
    <p:sldId id="778" r:id="rId17"/>
    <p:sldId id="666" r:id="rId18"/>
    <p:sldId id="687" r:id="rId19"/>
    <p:sldId id="779" r:id="rId20"/>
    <p:sldId id="780" r:id="rId21"/>
    <p:sldId id="781" r:id="rId22"/>
    <p:sldId id="782" r:id="rId23"/>
    <p:sldId id="783" r:id="rId24"/>
    <p:sldId id="784" r:id="rId25"/>
    <p:sldId id="785" r:id="rId26"/>
    <p:sldId id="300" r:id="rId27"/>
    <p:sldId id="1239" r:id="rId28"/>
    <p:sldId id="432" r:id="rId29"/>
    <p:sldId id="434" r:id="rId30"/>
    <p:sldId id="1236" r:id="rId31"/>
    <p:sldId id="549" r:id="rId32"/>
    <p:sldId id="551" r:id="rId33"/>
    <p:sldId id="552" r:id="rId34"/>
    <p:sldId id="1237" r:id="rId35"/>
    <p:sldId id="1142" r:id="rId36"/>
    <p:sldId id="790" r:id="rId37"/>
    <p:sldId id="791" r:id="rId38"/>
    <p:sldId id="555" r:id="rId39"/>
    <p:sldId id="792" r:id="rId40"/>
    <p:sldId id="793" r:id="rId41"/>
    <p:sldId id="794" r:id="rId42"/>
    <p:sldId id="1240" r:id="rId43"/>
    <p:sldId id="301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014"/>
    <p:restoredTop sz="89180" autoAdjust="0"/>
  </p:normalViewPr>
  <p:slideViewPr>
    <p:cSldViewPr snapToGrid="0" snapToObjects="1">
      <p:cViewPr varScale="1">
        <p:scale>
          <a:sx n="109" d="100"/>
          <a:sy n="109" d="100"/>
        </p:scale>
        <p:origin x="64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6:58:59.0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23T01:40:17.53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795 1,'-34'-1,"0"3,1 1,-48 10,44-6,28-6,0 0,0 1,0 0,0 1,1 0,-1 0,1 1,0 0,-10 6,0 1,-1-1,-1-1,0 0,0-2,-1 0,-35 6,-3 2,49-11,0 0,1 1,-1 0,1 1,0 0,-14 12,12-9,0 0,-1-1,-17 8,4-5,17-9,0 1,1 1,-1-1,1 1,0 1,-11 8,16-11,0-1,1 1,0 0,-1 0,1 0,0 0,0 0,0 1,0-1,0 0,1 0,-1 0,1 1,0-1,-1 0,1 1,0-1,0 1,0-1,1 0,-1 1,0-1,1 0,0 0,-1 1,1-1,0 0,0 0,2 2,34 67,-23-46,-1 0,-1 1,11 36,-18-47,1-1,1 0,0 0,1 0,0-1,1-1,0 1,1-1,1-1,0 0,20 16,12 13,-38-34,-1-1,0 1,-1 0,1 0,-1 0,0 1,-1-1,0 0,3 11,-3-9,0 0,1 0,0 0,0-1,9 14,-2-6,1-1,1-1,0 0,1 0,0-1,1-1,1 0,-1-1,1 0,1-1,0-1,28 10,22 8,-50-18,0-2,1 0,-1 0,1-2,1 0,17 2,-20-5,4 1,0-1,0-1,0 0,33-6,-47 5,-1 0,0 0,0 0,0-1,0 0,0 0,0 0,0 0,0 0,-1-1,1 0,-1 0,0 0,1 0,-2 0,1 0,0-1,-1 0,1 1,-1-1,0 0,0 0,-1 0,1 0,-1-1,1-3,4-66,-6 59,0 0,1 0,4-15,-4 25,1 0,-1 0,1 0,0 0,1 0,-1 1,1-1,0 0,0 1,0 0,1 0,5-5,12-10,9-8,-1 0,34-43,-55 60,0-1,-1 0,0 0,-1-1,-1 0,0 0,0 0,-1-1,-1 0,0 1,1-18,-1 5,-2-1,0 1,-5-38,3 56,0 0,-1 0,0 0,0 0,-1 0,1 0,-1 1,-1-1,1 1,-1 0,0 0,-1 0,0 1,0-1,0 1,-10-8,-14-8,-26-20,-88-47,-3 13,114 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23T01:40:17.54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688 1,'0'50,"-1"13,2-1,17 101,-9-93,-3 1,-4 0,-5 73,0-9,3-110,1 1,6 37,-5-53,0 0,2 0,-1 0,1 0,0-1,1 1,0-1,13 16,190 224,-178-215,2-1,67 54,-52-47,-43-37,6 5,0 1,-1 0,13 17,-21-25,0 0,0-1,0 1,0 0,-1 0,1 0,0 0,-1 0,1 0,-1 0,1 0,-1 0,1 0,-1 0,0 0,0 0,1 1,-1-1,0 0,0 0,0 0,0 0,0 1,-1-1,1 0,0 0,0 0,-1 0,1 0,-1 0,1 0,-1 0,1 0,-1 0,0 0,1 0,-1 0,0 0,0 0,0-1,0 1,1 0,-1 0,0-1,0 1,0-1,-1 1,1-1,0 0,0 1,0-1,0 0,-2 1,-1-1,1 1,-1-1,0 0,0 0,1-1,-1 1,0-1,1 1,-1-1,1 0,-1-1,-6-2,-47-28,25 13,0 3,0 0,0 3,-1 1,-36-9,35 11,0-1,1-1,-55-30,27 12,-19-5,26 12,-60-35,68 35,0 1,-2 3,-78-22,13 22,113 19,-1 1,1-1,0 0,-1 0,1 0,0 0,-1 0,1 0,0 0,-1 0,1 0,0 0,-1 0,1-1,0 1,-1 0,1 0,0 0,-1 0,1 0,0-1,0 1,-1 0,1 0,0-1,0 1,-1 0,1 0,0-1,0 1,0 0,-1-1,1 1,0 0,0 0,0-1,0 1,0 0,0-1,14-7,24-1,74 4,-100 6,0 0,0 0,0 1,-1 1,1 0,-1 1,16 6,9 9,-16-8,1 0,-1-2,1 0,1-1,0-1,0-1,0-1,44 4,-3-9,-29-1,1 1,-1 2,1 1,33 9,-45-8,-1 0,1-2,0 0,-1-1,1-2,0 0,-1-1,1-1,30-9,-28 7,0 0,1 2,-1 1,1 2,-1 0,1 1,-1 2,0 0,1 2,-1 1,-1 1,0 1,27 12,-167-62,116 42,0 0,0 0,0 0,0 0,0 0,0 0,0-1,0 1,1 0,-1 0,0 0,0 0,0 0,0 0,0 0,0 0,0-1,0 1,0 0,0 0,0 0,0 0,0 0,0 0,0-1,0 1,0 0,0 0,0 0,0 0,0 0,0-1,0 1,0 0,0 0,0 0,0 0,0 0,0 0,0 0,-1 0,1-1,0 1,0 0,0 0,0 0,0 0,0 0,0 0,0 0,-1 0,1 0,0 0,0 0,0 0,0 0,0 0,0 0,-1 0,1 0,0 0,0 0,0 0,18-4,24 3,-31 1,-1 0,0 0,1 1,-1 1,0 0,17 5,-26-6,1 0,0-1,-1 1,1 0,-1 0,0 0,1 0,-1 1,0-1,0 0,1 0,-1 1,0-1,0 1,-1-1,1 1,0-1,1 4,-2-2,0-1,1 1,-1 0,-1 0,1 0,0 0,-1 0,1 0,-1 0,0 0,0-1,0 1,0 0,-3 4,-15 32,11-23,0 0,-1 0,-18 25,17-30,0 0,-1 0,0-1,-1-1,0 1,-22 11,-2-2,-47 16,61-23,-9 5,30-16,0-1,0 1,0-1,0 1,0-1,0 0,-1 0,1 1,0-1,0 0,0 0,0 0,-1 0,1 0,0 0,0-1,0 1,0 0,0-1,0 1,-2-1,-4-7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23T01:40:17.5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918 161,'-630'0,"622"-1,0 1,0 1,0 0,0 0,0 0,0 1,0 0,0 0,1 1,-1 0,-6 5,10-5,0-1,1 1,-1 1,1-1,0 0,0 1,1 0,-1-1,1 1,0 0,0 0,0 1,0-1,1 0,-1 1,1-1,0 1,1-1,-1 1,1 7,0 1,1 1,0-1,1 0,5 22,-3-24,-2 1,0-1,0 1,-1 20,-1-27,-1 0,0 0,0-1,0 1,0 0,-1 0,0-1,0 1,0-1,-1 0,1 0,-1 1,0-2,-1 1,-3 4,-5 7,1 0,0 0,1 1,-14 30,-3 5,22-43,1 1,-1-1,2 1,-1 0,1 0,0 1,1-1,0 0,1 1,0 0,0-1,1 1,0 0,1-1,0 1,1-1,0 1,0-1,1 0,0 0,0 0,1 0,7 11,11 12,-11-15,1 0,17 18,-25-31,0 0,0 0,1 0,-1-1,1 0,0 0,0 0,0 0,0-1,1 0,-1 0,9 2,206 23,-184-24,40 11,-54-9,0-1,29 1,-26-4,179-3,-196 0,1 0,0-1,-1 0,0 0,0-1,0 1,0-2,0 1,-1-1,0-1,12-10,-12 10,1-1,0 1,1 0,-1 1,1 0,0 0,0 1,1 0,10-3,-10 6,-1-1,0 0,0-1,0 0,0-1,10-5,-16 7,0 0,-1 0,1-1,0 1,-1-1,0 0,0 0,1 0,-2 0,1 0,0 0,-1 0,1 0,-1-1,0 1,0-1,0 1,0-1,-1-5,2-7,0-1,-2 1,0-1,-4-29,2 38,0 0,0 1,0-1,-1 0,0 1,-1 0,0-1,0 1,0 1,-1-1,-10-10,10 9,0 1,0-1,1 0,0 0,0 0,1-1,0 1,0-1,1 0,0 0,0 0,1 0,1 0,0-14,-1 7,0-1,-2 1,-5-24,-21-25,22 53,1 1,1-2,0 1,1 0,-6-26,8 19,-2 1,0-1,-1 1,0-1,-2 1,-14-28,17 39,-1 0,1 0,-1 0,-1 0,1 1,-1 0,0 0,0 1,-1-1,0 1,0 1,0-1,0 1,-1 1,0-1,1 1,-13-2,-37-6,-84-5,111 13,-16-7,28 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23T01:40:17.54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635 0,'0'4,"1"0,0 0,0 0,0 0,0 0,1 0,0-1,-1 1,1 0,1-1,-1 0,5 6,-3-4,-1-1,0 1,0 0,0 0,-1 0,4 10,1 24,-2 1,-2 0,-2 0,-5 62,1-1,3 326,0-422,0 0,0 0,0 0,-1-1,0 1,0 0,0 0,-1-1,1 1,-1-1,0 0,-1 1,1-1,-1 0,1 0,-7 6,5-6,-1-1,0 0,1 1,-1-2,0 1,0-1,-1 1,1-2,0 1,-1 0,1-1,-1 0,0 0,-6-1,-269 1,127-4,26 3,114 0,16 0,39 1,19 0,1-3,97-15,46-13,-154 20,0 0,1 1,79-2,-56 2,-60 6,-1 1,1 1,0 0,0 0,20 3,62 19,-68-13,0-2,43 5,-66-11,2 0,1 0,-1 1,0-1,0 2,0-1,-1 1,1 0,0 0,10 6,-17-8,0 1,0-1,0 1,0 0,0-1,0 1,0-1,0 1,0 0,0-1,0 1,0 0,0-1,-1 1,1-1,0 1,0-1,-1 1,1 0,0-1,-1 1,1-1,0 0,-1 1,1-1,-1 1,1-1,-1 1,1-1,-1 0,1 0,-1 1,0-1,1 0,-2 1,-20 13,21-13,-95 42,70-32,0 0,-42 26,64-34,1 0,0 0,-1 0,1 1,0-1,1 1,-1 0,1 0,0 0,0 0,0 0,0 0,0 1,1-1,0 0,0 1,0 8,-1 9,1 1,4 34,-1 8,-3-57,0-1,-1 0,0 0,0 0,-1 0,0 0,0 0,0 0,-1-1,0 0,-1 0,1 0,-1 0,0-1,0 1,-1-1,-8 5,-32 38,43-44,1 0,0 0,-1 0,2 1,-1-1,0 1,1 0,0-1,0 1,0 0,1 5,-1-5,1 0,-1 1,0-1,-1 0,1 0,-1 0,-3 6,5-10,-1 0,1 0,-1-1,0 1,1 0,-1 0,0 0,0-1,0 1,0 0,0-1,0 1,0-1,0 1,0-1,0 1,0-1,0 0,0 1,0-1,0 0,0 0,0 0,0 0,0 0,-1 0,1 0,0 0,0-1,0 1,0 0,0-1,0 1,0-1,0 1,0-1,0 1,0-1,0 0,0 1,1-1,-1 0,-1-1,-38-39,35 35,-167-167,91 96,68 66,-1 0,-1 1,0 1,0 0,-1 1,-17-7,-45-24,8-2,-46-30,78 49,31 18,-1 1,1-1,1-1,-1 1,1-1,-10-10,15 15,1 0,0 0,0-1,0 1,0 0,0-1,0 1,0 0,0 0,0-1,1 1,-1 0,0-1,0 1,0 0,0 0,0-1,0 1,0 0,1 0,-1-1,0 1,0 0,0 0,1-1,-1 1,0 0,0 0,1 0,-1 0,0-1,0 1,1 0,-1 0,0 0,1 0,-1 0,0 0,0 0,1 0,-1 0,0 0,1 0,-1 0,0 0,1 0,-1 0,0 0,1 0,17-2,-17 2,50 0,-25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6:56:37.59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716 1,'0'2,"0"0,-1 1,1-1,-1 0,0 0,1 0,-1 0,0 0,0 0,0 0,-1 0,1-1,0 1,-1 0,1-1,-1 1,0-1,1 1,-1-1,0 0,0 0,0 0,0 0,0 0,0 0,0 0,0-1,0 1,-1-1,1 1,0-1,-3 0,-12 2,-1-1,1 0,-21-3,19 2,5-1,0 1,0 1,0 0,0 1,1 0,-1 1,1 1,-1 0,1 0,0 2,1 0,-1 0,1 1,1 0,-1 1,-17 17,-98 79,86-56,30-34,0-1,-24 23,27-28,0 0,1 0,0 1,0 0,1 1,0 0,0 0,1 0,0 0,1 1,1-1,-1 1,2 0,-3 12,0 19,2-1,2 62,1-78,1 458,-1-473,1 0,1 0,0 0,0 0,1 0,0 0,1-1,0 1,1-1,-1 0,2 0,-1-1,9 10,-4-6,1 0,0-1,1 0,0-1,0 0,1-1,1 0,13 6,-18-11,0-1,0 0,1-1,-1 0,12 1,-11-2,0 1,0 0,0 0,15 7,57 31,-39-18,1-2,78 25,-121-44,1 0,-1-1,1 1,-1-1,1 0,-1 1,1-1,-1 0,1 0,0 0,-1 0,1 0,-1 0,1-1,-1 1,1 0,-1-1,1 1,-1-1,1 1,-1-1,0 0,1 0,-1 0,0 0,0 0,0 0,0 0,1 0,-1 0,-1 0,1-1,0 1,0 0,0-1,-1 1,1 0,-1-1,1 1,-1-1,1 1,-1-1,0 1,0-1,0 0,0 1,0-1,0 1,0-2,-1-13,-1 1,0 0,-1 0,-5-16,2 10,4 13,1-1,-1 1,1 0,1 0,0 0,0-1,0 1,1 0,0 0,4-13,-2 15,-1 1,1-1,1 1,-1 0,1-1,0 1,0 1,0-1,1 1,-1 0,1 0,0 0,1 0,6-3,29-15,-26 15,-1-1,0 0,19-15,-29 20,-1 0,1-1,-1 1,0-1,0 0,0 0,-1 0,1 0,-1 0,0-1,0 1,-1-1,1 1,-1-1,0 0,0-5,1-18,-5-50,1 58,0 0,2-1,1 1,0 0,5-23,-3 34,1 0,0 1,0-1,1 1,0 0,9-10,16-29,-26 36,0-1,0 1,-1-1,0 1,-1-1,2-23,-6-76,0 45,1 54,-1 0,0 0,-1 0,0 0,-1 1,0-1,-1 1,-7-14,4 9,1 1,1-1,-6-24,7 12,-16-54,20 77,-2-1,1 1,-1 0,1 0,-1 0,-1 0,1 1,-1-1,0 1,0 0,0 0,-6-4,5 4,-1 1,1-1,0-1,0 1,0-1,0 0,1 0,0 0,0-1,-4-6,1-5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6:56:39.91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514 0,'-2'1,"-1"-1,2 0,-2 1,1 0,1 0,-2 0,1 0,1 1,-2-1,1 1,1-1,-1 1,1 0,-1 1,0-1,-2 4,-22 51,24-49,-1 0,0-1,-1 1,1-1,-1-1,0 1,0-1,-8 11,4-12,0 1,0-2,0 0,-1 0,1-1,0-1,-11 1,-63-5,35 0,4 0,-52 4,93-1,0 0,0 0,0 0,0 0,0 0,0 1,0 0,1-1,-1 1,1 0,-1 0,0 1,1-1,0 0,-1 1,1 0,0-1,-1 1,2 0,-1 0,-1 0,2 0,-1 1,1-1,-1 0,0 0,1 1,-1 5,-1 13,1 0,1-1,0 31,0-34,1 25,0-29,0 0,-1 0,0 0,0 1,-1-1,0 0,-1 0,0 0,0 0,-1-1,-4 18,5-24,-1 1,2-1,-1 1,1-1,-1 1,2 0,-1 0,1 0,-1 0,1 0,0 0,0 0,1 0,-1 0,1 0,1 0,-1 0,0-1,1 1,0-1,2 9,4 12,-1 1,0 1,-2 0,0 0,-1 1,-1 0,1 45,-2-63,1 0,-1 0,1 0,0-1,1 1,0-1,0-1,0 1,1-1,0-1,7 13,-7-15,6 13,24 34,-22-36,21 38,-23-36,2 0,0-2,0 0,0-2,1 0,22 19,-29-31,0-1,0 0,0 0,0-1,1-1,-1 0,11 0,57-5,-29 0,56-12,-42 5,-38 5,0-2,26-13,27-8,10 5,50-9,-50 9,8-1,-82 21,-1 0,1-1,0 0,0-2,-1 0,19-15,-28 19,1 0,-1 0,1-1,-1 1,0-1,1 0,-1 1,0-1,0 0,0 0,0 0,-1-1,1 1,0 0,0 0,-1-1,0 1,0 0,1-7,-1-9,0 0,-2-27,0 12,2 18,0 1,0-1,0 1,1 0,1-1,-1 1,1 0,1 0,4-15,-4 15,0 1,-1-1,0 0,0 0,-1 0,0 0,0 0,-2-29,0 32,1 0,-1 0,-1 1,0-1,0 0,0 1,-1 0,0 0,0 0,-1 0,-6-15,-109-191,102 189,5 7,-2 0,1 2,-1 0,0 2,-30-27,31 34,-1 0,1 2,-1 1,0 1,0 1,-1 1,1 1,-27 0,-49-8,0-1,73 11,-32-9,-9-2,-65-11,86 13,-67-3,72 14,-46-2,72-1,-1-1,1 0,0-1,-1 0,1 0,-9-11,-20-11,26 21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6:57:07.10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1 826,'90'2,"98"-5,-121-7,18-2,9 0,-69 7,50-2,-23 4,-1-3,58-13,-37 5,-12 1,62-23,-87 25,172-51,-153 47,-27 7,1 2,-1 0,54-4,38 0,7-1,-105 10,6 3,-1-3,1 0,-1-1,0-2,0-1,49-15,-40 10,2 0,-1 3,1 1,70-3,11-1,-74 4,49-7,124-1,-129 16,120-3,-205 1,-1-1,1 1,-1-1,0 1,1-1,-1 0,1 0,-1 0,0 0,0 0,0 0,0-1,0 1,0-1,0 0,0 1,0-1,1-2,-3 3,1 0,-1 0,1 0,-1 0,1 0,-1 0,0 0,0 0,0 0,0-1,1 1,-1 0,-1 0,1 0,0 0,0 0,0 0,-1 0,1 0,0-1,-1 1,1 0,-1 0,1 0,-1 1,0-1,1 0,-1 0,0 0,1 0,-1 1,0-1,0 0,0 1,0-1,0 0,0 1,0-1,-2 0,-4-7,17 3,-9 5,0 0,0-1,1 1,-1 0,0-1,0 1,0-1,0 1,0-1,0 0,0 1,0-1,0 0,0 0,0 0,0 1,0-1,0 0,-1 0,1 0,0-1,-1 1,1 0,-1 0,1 0,-1 0,0 0,1-1,-1 1,0 0,0 0,0-1,0 1,0 0,0 0,0-1,0 1,-1-2,-1-2,-1 0,0-1,0 1,0 1,0-1,-1 0,1 1,-6-5,4 4,1 1,0-1,0 0,1 0,-1 0,1 0,-5-11,6 8,-2-1,1 1,-1 0,0 0,-1 0,0 1,0 0,-1-1,1 2,-2-1,1 1,-1 0,0 0,0 1,0 0,-1 0,0 1,0 0,0 0,-14-4,44 11,-13-3,-1 1,1 0,-1 1,15 4,-4 2,0 1,0 1,-1 1,0 0,0 1,-2 1,1 1,-2 0,27 32,-33-34,-6-9,1 1,-2 0,1 0,0 0,-1 0,0 1,0-1,3 9,-5-11,0 0,0 0,0 0,-1 0,1 0,-1 0,1 0,-1 0,0-1,0 1,1 0,-1 0,-1-1,1 1,0-1,0 1,0-1,-1 1,1-1,-1 0,1 0,-1 1,0-1,1 0,-1-1,0 1,-2 1,-7 5,0 0,1 2,0-1,1 1,-11 13,-35 29,49-47,0-1,0 0,0-1,-1 0,1 0,-1 0,1-1,-1 0,0 0,1 0,-15-2,14 1,-1 0,0 1,0 0,1 0,-1 0,0 1,1 0,-12 5,18-6,0-1,-1 0,1 1,0-1,-1 0,1 0,0 0,-1 0,1 0,0 0,-1 0,1 0,0-1,-1 1,1 0,0-1,0 1,-1-1,1 1,0-1,0 0,0 0,0 1,0-1,0 0,0 0,0 0,0 0,0 0,0 0,0-2,-29-45,19 28,-43-46,54 65,0 1,0-1,1 0,-1 0,0 0,0 1,0-1,0 0,1 0,-1 1,0-1,0 0,1 1,-1-1,1 0,-1 1,1-1,-1 1,1-1,-1 0,1 1,-1-1,1 1,0 0,-1-1,1 1,0-1,0 1,0 0,29-17,-20 13,-6 0,0 0,0 0,0 0,0-1,-1 1,0-1,0 0,0 1,0-2,-1 1,0 0,0 0,-1-1,1 1,-1-1,0 1,0-1,-1 1,0-12,0 6,0 0,-1 1,0-1,0 0,-2 1,1-1,-1 1,0 0,-10-19,9 21,0 1,-1-1,0 1,-1 0,0 0,0 1,0-1,-1 1,-11-8,-2 18,41 11,8 5,0 2,39 36,-63-51,-1-1,1 1,-1 0,-1 1,1-1,-1 1,0-1,-1 1,3 12,8 75,-13 72,1 9,3-151,0 0,11 33,-15-58,0 1,0-1,0 0,0 1,0-1,0 0,0 1,0-1,0 0,1 1,-1-1,0 0,0 0,0 1,1-1,-1 0,0 1,0-1,1 0,-1 0,0 0,0 1,1-1,-1 0,0 0,1 0,-1 0,0 0,1 1,-1-1,0 0,1 0,-1 0,0 0,1 0,-1 0,0 0,1 0,-1 0,1 0,-1-1,0 1,1 0,-1 0,17-15,8-24,-19 24,2 0,0 1,1 0,0 1,1 0,16-16,1-10,-25 36,0-1,-1 1,1 0,1 0,-1 0,0 0,1 0,-1 0,1 1,0-1,0 1,0 0,0 0,0 0,0 0,1 0,5-1,-4 1,0 0,-1 0,1-1,0 0,-1 1,1-1,-1-1,0 1,0-1,0 1,-1-1,4-5,-6 7,0 1,0-1,0 1,0-1,-1 1,1-1,-1 0,1 1,-1-1,0 0,1 1,-1-1,0 0,0 1,0-1,0 0,-1 1,1-1,0 0,-1 1,1-1,-1 0,1 1,-1-1,0 1,0-1,0 1,0-1,0 1,0 0,0 0,0-1,0 1,-1 0,1 0,0 0,-1 0,1 0,-1 1,1-1,-1 0,-1 0,-100-39,69 22,18 10,0-1,1 0,0-1,-20-17,4 4,27 21,-1-1,1 0,0 0,0 0,0-1,0 1,0-1,1 0,-4-6,0-3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6:58:59.0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6:58:52.14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694 178,'-135'-3,"-147"7,280-4,0 0,0 0,0 0,0 0,0 1,1-1,-1 1,0 0,0-1,0 1,0 0,1 0,-1 0,0 0,1 1,-1-1,1 0,-1 1,1-1,-1 1,1-1,0 1,0 0,0-1,-1 3,0 2,1 0,0 0,0 0,0 0,1 0,0 11,0-11,0 1,0 0,-1 0,1 0,-4 10,3-15,0 0,1-1,-1 1,0 0,0 0,-1-1,1 1,0-1,-1 1,1-1,0 1,-1-1,0 0,1 0,-1 0,0 0,1 0,-1 0,0 0,0 0,0-1,0 1,-3 0,-4 1,-1 1,1 0,0 1,-1 0,1 0,1 1,-1 0,1 1,0 0,-8 8,10-9,1 0,0 0,0 1,1 0,0 0,0 0,0 1,1-1,0 1,0 0,0 0,1 0,0 0,-1 11,-8 59,6-42,-3 61,10-48,15 94,-14-117,-2 0,-2 41,0-51,0 1,0-1,2 0,0 0,0 0,1 0,1 0,1 0,0 0,7 15,-2-12,-2 0,0 1,-2 1,6 28,14 43,-21-82,1-1,0 0,0 0,1 0,0 0,0-1,1 0,0 0,0-1,1 0,0 0,0-1,0 0,1 0,-1-1,1 0,0-1,0 0,1 0,-1-1,1 0,-1-1,1 0,-1 0,1-1,0 0,-1-1,14-2,-20 2,13-2,1 0,-1-2,0 0,0-1,-1 0,16-10,-25 13,0 1,1-1,-1 1,1 1,-1-1,1 1,11-1,30-8,-46 9,0-1,1 1,-1 0,0-1,0 0,0 1,0-1,-1 0,1 0,0 0,-1 0,1 0,-1 0,0-1,1 1,-1 0,1-5,0 3,0 0,0 0,0 0,0 0,1 0,0 0,0 1,0-1,0 1,0 0,1 0,7-5,-6 5,0-1,0 0,-1 0,1-1,5-8,4-15,-13 26,0-1,0 1,0-1,0 1,0 0,0 0,0-1,1 1,-1 0,1 0,0 0,0 0,0 1,-1-1,1 0,1 1,-1 0,0-1,0 1,1 0,2-1,9-2,0 2,0 0,0 0,0 1,0 1,25 2,31-1,-67-2,0 1,0-2,0 1,1 0,-1-1,0 1,-1-1,1 0,0 0,0 0,-1 0,1-1,-1 1,0-1,0 1,0-1,0 0,0 0,-1 0,1 0,-1 0,0 0,0 0,0 0,0-1,0 1,0-6,1-1,-1 0,1-1,-2 1,1 0,-2-1,1 1,-1 0,-3-12,0 12,0 0,0 0,-1 0,-7-11,7 15,1-1,0 0,1 0,-1-1,1 1,1-1,-1 1,2-1,-3-13,5-119,1 88,-4-57,-8 63,9 43,-1-1,1 0,0 0,0 0,0-1,1 1,-1 0,1 0,0 0,0 0,1-1,-1 1,1 0,0 0,0 0,0 0,0 0,1 0,0 1,0-1,3-4,-2 3,-1 0,1 0,-1 0,0 0,0 0,0-1,-1 1,0 0,0-1,0 1,-1-1,0 1,0-1,0 0,-1 1,0 0,0-1,0 1,-1-1,-3-9,-1 2,0 1,0 0,-1 0,-1 1,0 0,0 0,-15-14,13 16,0 1,-1 1,0-1,-19-8,20 11,0 0,1-1,0 0,0 0,1-1,0 0,-12-12,13 12,0 0,0 0,-1 1,-13-8,15 10,0 0,0 0,0-1,0 1,1-1,0-1,0 1,-6-8,12 12,-1 0,1 0,-1 0,1 0,-1 0,1 0,-1 1,1-1,0 0,-1 0,1 1,0-1,0 0,0 1,-1-1,1 1,0-1,0 1,0-1,0 1,0 0,0 0,0-1,2 1,27-10,4 2,58-23,-77 25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6:58:56.91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0 985,'3'-1,"0"0,-1 1,1-1,0 0,0 0,-1 1,1-2,-1 1,1-1,-2 0,2 1,-1-1,1 1,-1-1,-1-1,1 1,3-4,32-51,-21 29,-5 14,1 0,1 1,0 0,0 1,2 1,0 0,-1 1,2 0,1 2,-1 0,1 0,-1 2,1-1,1 3,25-5,-24 5,1 0,-1-1,29-12,31-6,-57 18,0-2,21-7,-36 11,-1-1,0 2,0-2,0 0,-1 0,1 0,-1-1,0 0,0 0,7-9,12-21,-6 7,2 1,42-47,-55 68,2-1,-2 0,1 2,0-1,2 1,-2 0,1 1,0-1,0 1,1 2,0-2,0 2,0 0,10 0,264-1,-142 6,-129-3,11-2,-1 3,1 0,-1 0,0 2,0 2,36 9,-51-10,-1-1,1-1,0 0,0-1,0 1,10 0,-16-2,-1 0,1 0,-1-1,1 1,-1 0,1 0,-2-1,1 1,1-1,-1 1,0-1,1 0,-1 0,0 1,0 0,0-1,-1 0,2 0,-1 0,-1 0,1-1,0 1,0 0,0 0,-1 0,1 0,0 0,-1 0,1-1,-1 1,0-1,1 1,-1-1,0 2,0-1,0-1,0 1,0-1,0 1,0-1,-1 1,1 0,0 0,-1 0,0-3,0 1,0 0,0-1,1 1,0-1,0 1,0 0,0-1,0 1,1 0,0-1,-1 1,1 0,1-1,0-2,0 3,0 1,0-1,0 2,0-1,-1 0,2 0,-1 0,1 0,-1 1,0 0,1-1,0 1,0 0,-1 0,1 0,5-1,-6 2,0 0,0-1,0 1,-1 0,1-1,0 0,0 0,0 0,0 0,-1 0,0 0,1 0,0-1,-1 1,1 0,-1 0,1-1,-2 0,1 1,1-1,-1 0,0 1,0-1,-1 0,2-3,-2 2,1 0,-1-1,-1 1,1-1,0 0,-1 1,0-1,0 0,0 2,-1-2,1 0,-3-5,-4-4,-1 0,1 0,-1 2,-1 0,-20-20,19 22,-50-39,56 44,1 1,-2-1,2 2,-2-1,1 1,-1-1,1 2,-1 0,1-1,-9-1,13 3,0 0,1 0,-1 0,0 0,0 0,1 0,-1 0,1 0,-1 0,1 0,-1 0,0 0,1 1,-1-1,0 0,1 0,-1 1,0-1,1 0,-1 1,1-1,-1 1,0-1,1 1,-1-1,1 1,0-1,0 0,0 1,-1 1,1-1,0 0,0 1,0-1,0 0,1 1,-1-2,0 2,0-1,0 0,1 0,-1 1,1-1,0 0,1 1,2 4,0-1,1 0,-1 1,1-2,6 5,105 73,-60-40,-24-18,35 21,213 132,-278-176,0 1,0-1,0-1,-1 2,0-1,1 1,-1-1,0 1,1 0,-1-1,2 4,-3-5,0 1,0-1,0 1,0-1,0 1,0 0,0-1,0 1,0-1,0 1,0-1,0 0,0 0,0 1,0-1,-1 1,1-1,0 1,0-1,-1 1,1-1,0 1,-1-1,1 1,-1-1,1 0,0 1,-2 0,-3 2,-1-1,0 0,0 1,0-1,0 0,-7 0,-22 8,8 3,0-2,0-2,-2 1,2-3,-2-1,-40 4,-18-6,60-4,0 2,1 0,-1 1,-31 9,14 0,-45 5,89-20,-1 0,0 1,1-1,-1 0,1-1,0 2,0-1,0 0,0 0,1 0,-1 0,2-4,-2 3,5-71,-5-97,2-52,-2 223,0-1,0 1,0-1,1 1,-1 0,0-1,0 1,1 1,-1-1,1-1,-1 1,1 0,-1 0,0-1,1 1,0 0,0 0,1 0,-2 1,1 1,0-1,-1 0,1 0,0 0,-1 1,1-1,-1 1,1-1,-1 1,0-1,0 1,1 0,-1-1,1 1,-1 0,0-1,1 1,-1 0,0-1,0 1,1 0,-1-1,0 0,0 1,0 0,0 0,0-1,0 1,0 0,0 0,-1 0,10 60,-2-11,2 77,-10 62,1-188,0 0,1-1,-1 1,0 0,0-1,0 1,0 0,0-1,0 1,0 0,0-1,0 1,-1-1,1 0,0 1,0-1,0 1,-1 0,1-1,0 1,-1-1,1 1,0-1,-1 1,1-1,-1 1,1-1,0 1,0-1,-1 0,1 1,-1-1,0 0,1 1,-1-1,1 0,-1 0,-1 1,-20-11,7 3,41 59,-26-51,0 0,1 0,-1 0,0 0,0 0,0 0,0-1,0 1,0 0,0-1,0 1,0 0,0 0,0 0,-1 0,1-1,0 1,-1 0,1 0,0 0,-1 0,1-1,-1 1,0-1,1 0,-1 1,1 0,0-1,-1 1,-1 0,0 0,0 0,-1 0,2-1,-1 1,-1-1,1 0,-1 1,2-1,-1 0,-1-1,-3 1,-1-1,1-1,-2 0,2 0,-1 1,0-2,-12-6,-28-23,30 21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7:58:10.88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442 29,'-39'0,"-57"7,81-5,1 1,-1 1,1 0,-1 1,2 1,-27 14,17-7,1 1,1 0,-31 28,46-36,0 0,1 1,-1-1,1 1,1 1,-1-1,1 1,1-1,-1 1,1 0,1 1,-1-1,1 0,-1 16,2-16,1 1,0-1,0 1,0-1,1 1,1-1,-1 1,2-1,-1 0,1 0,0 0,0 0,1-1,0 1,6 6,-4-5,2-1,-1-1,1 0,0 0,0 0,1-1,0 0,0 0,1-1,-1-1,18 6,-23-8,0-1,0 0,0 0,0 0,1 0,-1-1,0 1,0-1,0-1,1 1,-1 0,0-1,0 0,0 0,0 0,0 0,0-1,0 0,6-3,1-3,-1-1,1 0,-2 0,17-20,-17 18,0 1,1 0,0 0,17-12,-21 18,-1 0,0-1,0 0,-1 0,1-1,-1 1,0-1,-1 0,1 0,-1 0,-1-1,1 1,-1 0,0-1,0 0,-1 0,1-7,2-18,-2 0,-1-43,-2 56,1 5,-3-34,2 46,0 0,1-1,-1 1,0 0,0 0,0 0,0 0,0 0,-1 1,1-1,-1 0,1 0,-1 1,1-1,-1 1,0 0,0-1,-4-1,-10-3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7:58:14.70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302 0,'-2'1,"0"-1,1 1,-1 0,1 0,-1 0,1 0,-1 1,1-1,-1 0,1 0,0 1,0-1,0 1,0-1,0 1,0 0,-1 2,-14 30,7-8,-44 151,2 4,48-171,0-1,-1 1,0-1,0 0,-1 0,-12 16,12-19,0 1,1 0,0 0,0 1,0-1,1 1,0 0,1 0,0 0,-3 16,4-1,-1 9,-9 54,6-55,1-1,1 48,3-49,-1-1,-2 1,-7 32,-11 21,15-66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6:58:59.0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6:58:59.0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7:33:20.28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1147 54,'-26'-2,"0"0,0-2,-50-15,50 12,0 1,0 1,0 1,-27 0,23 3,1 3,-1 0,-48 11,46-7,-57 4,-13 1,-157 26,246-34,0-1,0 1,0 1,0 1,1 0,-1 0,1 1,1 0,-1 1,1 1,-12 10,19-14,1 1,0-1,1 1,-1 0,1 0,0 0,0 0,0 0,1 0,0 0,0 1,0-1,0 8,4 80,0-51,-1-12,2-1,9 37,-7-35,-4-25,0 0,0-1,0 0,1 1,0-1,0 0,0 0,0 0,1-1,7 8,50 41,-23-22,-28-23,0 0,1-2,0 1,0-1,14 5,16 9,-21-12,0 0,0-1,1-1,0-1,0-1,1 0,-1-2,26 0,-29-1,0-1,-1 0,1-2,0 0,0-1,-1 0,1-2,-1 0,24-11,-13 5,0 1,1 2,0 1,45-5,-40 7,0-2,65-20,-71 17,46-8,-53 14,1-1,-1-1,-1-1,33-15,-46 17,1-1,-1 0,-1 0,1 0,7-10,15-15,-26 29,-1 1,0-1,0 0,0 0,0 0,-1 0,1-1,0 1,-1 0,0-1,0 1,1-1,-1 1,-1-1,1 0,0 1,-1-1,1 0,-1 1,0-1,0 0,0 0,0 1,0-1,-1 0,1 0,-1 1,0-1,0 0,0 1,-1-4,-5-5,-1-1,0 1,0 0,-1 1,-13-13,-14-17,30 31,0 1,-1 0,0 0,0 1,0 0,-1 0,0 0,0 1,-1 1,0-1,0 1,0 1,-1 0,1 0,-20-4,10 4,0 0,0-1,0-1,1-1,0 0,0-1,1-1,0-1,1-1,0 0,-27-25,38 32,-1-1,1 1,-1 0,0 1,0 0,0 0,0 0,-1 0,1 1,-1 0,0 1,1-1,-8 1,3-1,1 0,-1-1,1 0,-13-6,5-1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7:33:24.62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967 82,'-31'1,"0"2,-36 7,35-4,7-4,-1 0,-39-3,44 0,-1 0,0 2,1 0,-27 6,32-2,1 0,0 2,-16 8,17-8,-1 0,0-1,-23 7,-25-5,54-8,1 1,0-1,0 1,-1 1,1-1,0 1,0 1,0 0,1 0,-1 0,1 1,-1 0,1 0,-10 10,12-11,0 1,0-1,-1 0,1 0,-1 0,0-1,1 0,-1 0,0 0,0-1,0 0,0 0,-1-1,-6 1,7-1,0 0,0 0,0 1,0 0,0 1,0-1,0 1,0 0,0 0,1 1,-1 0,-7 5,10-4,0 0,0 0,0 1,1-1,-1 1,1 0,0-1,1 1,-1 0,1 0,0 0,0 0,0 1,1-1,0 10,0 0,1 0,0 1,1-1,4 18,-2-25,-1 1,1-1,0 1,1-1,0 0,0-1,1 1,0-1,0 0,0-1,1 0,0 0,0 0,1 0,0-1,0-1,0 1,0-1,1-1,16 5,-8-2,1-2,-1 0,1-1,0-1,0-1,0 0,0-1,-1-1,36-7,46-19,-63 15,1 2,53-8,-41 15,-33 2,1 0,0-1,-1-1,0 0,1-1,-2-1,19-7,-21 5,0-1,-1 0,21-18,2-1,-23 20,0 0,0 1,0 1,22-7,-21 8,-1-1,1 0,19-12,-27 14,-1 0,1-1,-1 0,0 0,-1 0,1 0,0 0,-1-1,0 1,0-1,-1 0,5-10,-2 4,-1 0,0 0,0-1,-1 1,0-1,-1 0,-1 0,0 0,0 0,-1 0,-1 0,0 0,-5-20,2 14,2 9,0 0,0 0,-1 0,0 0,-8-14,9 21,0-1,0 0,-1 1,1-1,0 1,-1 0,0-1,1 1,-1 1,0-1,0 0,0 1,-1-1,1 1,0 0,0 0,-1 0,1 1,-6-1,1 0,1 1,-1 0,0 0,0 1,1 0,-1 0,1 1,-1 0,1 1,0-1,0 1,-14 8,-12 4,-77 30,97-40,3-5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7:33:28.05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808 1,'-702'0,"698"-1,-1 1,0 0,0 1,0-1,0 1,1 0,-1 0,0 0,1 1,-1 0,1 0,-1 0,1 0,0 1,-6 3,7-2,0-1,1 1,-1 0,1 0,0 0,0 0,0 0,0 0,1 1,0-1,0 1,0-1,0 1,1-1,-1 1,2 6,-1 20,3 1,9 46,-6-41,3 48,-9-80,0 0,0 0,1 0,0-1,0 1,0 0,1-1,0 1,-1-1,2 1,-1-1,3 4,2 1,0-1,1 0,0 0,11 7,9 14,-23-23,0-1,0 1,0-1,1-1,8 7,145 76,-138-78,-1-1,1-1,1-1,-1-1,1-1,0 0,0-2,31 0,-33-1,1 1,32 7,34 3,-80-11,1-1,-1 0,1 0,-1 0,0-1,1 0,-1-1,0 1,0-2,0 1,0-1,0 0,-1 0,1 0,-1-1,0 0,0-1,7-5,6-6,1 0,0 2,1 1,29-15,-26 16,-1-1,-1-2,30-23,-49 34,1-1,-1 1,0-1,0 0,-1 0,1 0,-1 0,0 0,-1-1,1 1,-1-1,0 1,0-1,-1 0,1 1,-1-1,-1-5,0-11,-2 0,-9-42,7 43,0-5,-2 1,-17-41,21 59,0 0,-1 0,0 1,-1-1,1 1,-1 0,-1 0,1 0,-1 1,0 0,0 0,0 1,-10-6,4 4,0 1,0 0,-1 1,0 0,0 1,0 0,0 1,0 1,-1 0,-24 2,-1 3,0 2,-51 16,49-12,37-9,0 0,-1 0,1-1,0 0,-1 0,1 0,0-1,-1 1,1-1,0 0,-1 0,1 0,0-1,0 0,0 1,0-1,0-1,1 1,-5-4,-5-3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7:36:43.32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1 214,'0'-2,"0"0,0 0,0 0,1-1,-1 1,1 0,0 0,-1 0,1 0,0 0,0 0,0 1,1-1,-1 0,0 0,1 1,-1-1,1 1,-1-1,1 1,0 0,-1-1,1 1,0 0,0 0,0 0,0 1,0-1,0 0,4 0,9-2,-1 1,1 1,26 0,11-2,-40-1,-1 0,0 0,0-1,-1 0,16-11,36-16,-11 7,-43 20,1 1,-1 0,1 0,0 0,0 1,18-4,46-5,-41 6,1 1,38 0,-61 5,0 0,-1 0,1 1,-1 0,1 1,-1 0,1 1,-1 0,0 0,0 1,-1 0,9 5,1-1,0 0,0-1,1-1,0-1,0 0,1-2,-1 0,23 0,-19 0,-20-3,-1 0,1 1,0 0,0 0,0 0,0 0,-1 0,1 1,-1-1,1 1,-1 0,1-1,-1 1,0 0,0 0,0 1,0-1,0 0,-1 1,1-1,0 1,-1-1,0 1,0 0,0 0,0-1,0 1,-1 0,1 0,-1 0,1 0,-1 0,0 0,-1 5,1-2,0 0,-1 0,0 0,0 0,-1 0,1 0,-1 0,0 0,-1-1,0 1,0-1,0 1,0-1,-1 0,0 0,-4 4,-49 35,35-28,0 1,-22 23,-42 61,78-94,0-1,-1 0,0 0,0-1,0 0,0 0,-1-1,0-1,1 1,-17 2,13-3,0 1,1 0,-1 1,1 0,0 1,-14 10,23-14,0 0,0 0,0-1,0 1,0-1,0 1,0-1,-1 0,1-1,0 1,-1 0,1-1,-5 0,7 0,1 0,-1 0,0 0,1 0,-1 0,1 0,-1 0,1-1,-1 1,0 0,1 0,-1-1,1 1,-1 0,1-1,-1 1,1-1,0 1,-1 0,1-1,-1 1,1-1,0 1,-1-1,1 0,0 1,-1-2,1 1,0-1,0 0,0 0,1 0,-1 1,0-1,1 0,-1 0,1 1,0-1,-1 0,1 1,0-1,2-2,2-6,1 1,1-1,0 1,0 0,1 1,0 0,0 0,1 1,0 0,0 0,1 1,0 0,0 1,1 0,-1 1,1 0,15-4,-15 4,1-1,-1 0,0-1,-1 0,11-8,-12 7,1 1,0 0,1 0,-1 1,20-6,-5 4,-7 2,-1 0,2 1,-1 1,27-1,-40 4,0 0,-1 1,1-1,0 1,0 0,0 1,-1-1,1 1,0 0,-1 0,0 0,1 0,-1 1,0 0,0 0,-1 0,1 0,0 1,-1-1,0 1,4 6,15 21,-16-23,0 0,0 0,0 0,-1 1,-1 0,1 0,-2 1,1-1,-1 1,0-1,-1 1,1 13,-1 16,-1-1,-3 0,-1 0,-12 60,5-59,-27 76,29-98,0-1,-1 0,0-1,-2 1,0-2,-23 25,-9 10,34-38,-1 1,0-1,0-1,-1 0,-1 0,0-1,-19 12,-17 5,26-13,-47 20,10-13,30-11,1 1,-48 25,63-29,0 0,-1-1,-25 6,-18 7,56-17,0-1,1 1,-1-1,0 0,0 1,0-1,0 0,0 1,0-1,0 0,0 0,0 0,0 0,0 0,0 0,0 0,0-1,0 1,1 0,-1 0,-2-1,-3-5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7:36:44.55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1934 0,'-6'2,"0"1,1-1,-1 1,1 0,0 1,0-1,0 1,0 0,1 0,-1 0,1 1,-4 5,-1-1,-24 26,-54 73,57-76,24-28,1 1,-1 0,1 1,1-1,-6 8,-3 10,-1 0,-1 0,-2-2,0 0,-1-1,-26 23,18-19,1 0,-39 53,30-35,0-2,1 3,2 0,-36 70,48-72,3-6,-28 45,-41 71,42-63,34-65,-1-1,-21 33,-21 36,40-67,-1-1,-1 0,-25 31,-10 10,31-40,-37 40,17-26,1 1,-60 87,58-68,-83 116,103-150,10-12,1-1,-2-1,-18 17,22-21,0 0,1 1,0-1,0 1,0 0,1 1,-7 14,7-12,-1 0,-1 0,1-1,-11 12,14-18,0 0,-1-1,1 1,-1-1,0 1,0-1,0 0,0 0,0 0,0 0,-1-1,1 1,-1-1,1 0,-1 0,1 0,-6 0,2-1,0-1,0 0,1-1,-1 0,1 0,-1 0,1 0,-10-7,-9-1,21 9,0 0,1 0,-1-1,1 1,0-1,-1 1,1-1,0-1,0 1,0 0,0-1,0 1,1-1,-1 0,1 0,0 0,-4-5,0-9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7:36:46.10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0,'0'478,"0"-472,0 0,0 0,1 0,0 0,1 0,-1 0,1 0,0 0,1 0,-1-1,1 1,0-1,1 0,-1 0,7 8,2-2,0 0,1-1,0 0,25 13,-25-17,0-1,1-1,-1 0,1-1,-1-1,1 0,0-1,0 0,25-2,48 5,52 9,250-8,-203-8,-76 5,122-5,-230 3,-1 0,1 0,-1 0,1 0,-1 0,0-1,1 1,-1 0,1-1,-1 1,0-1,1 0,-1 0,0 1,0-1,1 0,-1 0,0 0,0 0,0 0,0 0,0-1,-1 1,1 0,0 0,0-1,-1 1,1-2,0 1,-1 0,0-1,0 1,0 0,-1 0,1 0,0-1,-1 1,0 0,1 0,-1 0,0 0,0 0,0 0,0 0,0 0,-1 1,-1-3,-11-13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7:36:47.12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0,'1'14,"0"-1,1 1,1-1,1 1,0-1,9 20,11 41,45 242,-62-276,4 68,-1 3,-1-10,-8-74,1 1,2-1,0 0,11 34,-7-34,-1 0,-1 1,-2 0,2 40,-7 116,-1-70,-1 42,6 165,23-164,-22-138,1 0,1 0,12 25,5 14,-17-35,0 1,-2-1,0 1,-2 0,0 33,23-233,-24 154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6:58:59.0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08:12.41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1001,'3'1,"0"-1,0 1,0 0,0 1,0-1,0 1,0-1,0 1,0 0,-1 0,1 0,-1 0,1 0,3 6,29 37,73 125,-75-119,-25-36,1-1,0 0,1-1,12 12,-21-23,0-1,1 0,-1 0,0 1,1-1,-1 0,1 0,-1-1,1 1,0 0,-1-1,1 1,0-1,0 1,-1-1,1 0,0 1,0-1,-1 0,1 0,0 0,0-1,0 1,-1 0,1-1,0 1,0-1,-1 0,1 1,-1-1,1 0,0 0,-1 0,0 0,1 0,1-2,5-6,0 0,0 0,-1 0,10-19,4-3,-2 8,0 1,2 1,1 1,1 1,0 1,43-25,34-19,-67 40,0 2,56-26,-65 34,0-2,-1 0,-1-2,0-1,37-38,-50 47,117-118,-93 88,9-9,19-5,-1-2,90-108,-143 151,0-1,0 0,-1 0,-1-1,0 0,5-19,-7 19,2-1,-1 1,2 0,0 0,0 0,12-15,4 0,2 1,50-43,-55 55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08:16.98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13,'0'-5,"0"-3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08:18.41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1,'5'0,"8"0,1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08:18.8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08:19.36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0,'5'0,"8"0,1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6:58:59.0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08:16.98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13,'0'-5,"0"-3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08:18.41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1,'5'0,"8"0,1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08:18.8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08:19.36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0,'5'0,"8"0,1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15:04.77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801 120,'-23'-1,"0"-1,0-1,1-1,-1-1,-38-14,-104-52,163 70,-5-2,0 1,0-1,0 1,-1 1,1 0,-1 0,1 0,-1 1,1 0,0 1,-1-1,1 1,-1 1,-13 4,-7 3,1 2,-39 22,37-18,24-13,1 1,0 0,-1 0,1 0,0 0,1 1,-1 0,1 0,0 0,0 0,0 0,0 0,-3 7,-1 7,1-1,-7 28,11-35,0 0,-1 1,0-1,-1 0,0-1,-1 1,0-1,0 1,-13 15,12-19,1 1,-1 0,1 1,1-1,-1 1,2 0,-1 0,1 1,0-1,0 0,1 1,0 0,1 0,0-1,1 1,0 13,1 8,2-1,1 0,13 47,7 71,-19-108,0-1,20 67,-22-98,-1-1,1 0,1 0,-1 0,1-1,0 1,0-1,1 0,-1 0,1-1,0 1,1-1,-1 0,1 0,10 5,7 1,1 0,48 12,-10-4,-34-11,0-1,1-1,-1-2,1-1,0-1,38-4,-6 1,-57 3,1-1,0 0,-1-1,1 1,0-1,-1 0,1 0,-1-1,1 1,-1-1,0 0,0 0,1 0,4-5,-6 4,0 0,0-1,-1 1,0-1,1 1,-1-1,-1 0,1 0,-1 0,1 0,-1 0,0-1,-1 1,1 0,-1 0,0-6,2-57,-2 38,1-1,10-52,-4 49,1 0,1 1,2 0,1 1,2 0,31-52,-37 68,-1 0,0-1,-1 0,-1 0,0 0,3-29,11-35,-18 78,29-106,-28 100,-1-1,0 0,0 0,-1 1,0-1,0 0,-1 0,0 1,0-1,-5-12,5 19,0-1,-1 0,1 1,-1 0,0-1,0 1,0 0,0 0,0 0,0 0,0 0,-1 1,1-1,-1 1,1 0,-1-1,1 1,-1 0,0 0,0 1,-2-1,-10-2,1 2,0 0,-18 1,-21-3,-54-16,82 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15:08.76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1 579,'15'-1,"-1"-2,1 1,-1-2,1 0,20-9,14-4,31-2,42-14,-66 16,0 1,78-9,-63 16,-32 5,0-2,-1-1,48-16,-63 17,1 0,0 2,0 1,0 0,43 3,-36 0,1-1,49-9,44-7,16-5,-90 14,0 2,1 3,-1 2,52 5,9-2,34 0,170-4,-204-14,-76 10,65-4,1201 11,-1294-1,-1-1,1 0,0 0,-1 0,1-1,11-5,-18 7,0-1,0 1,0-1,0 1,0-1,0 1,0-1,0 0,0 1,-1-1,1 0,0 0,-1 1,1-1,0 0,-1 0,1 0,-1 0,1 0,-1 0,0 0,1-1,-1 0,-1 1,1-1,-1 0,1 1,-1-1,0 1,0 0,1-1,-1 1,0-1,0 1,0 0,-1 0,1 0,0 0,0 0,-1 0,1 0,0 0,-2-1,-17-9,0 0,-43-17,45 21,-1 0,1-2,1 0,-24-17,40 26,1 0,-1-1,1 1,-1 0,0-1,1 1,-1 0,1-1,-1 1,1-1,-1 1,1-1,-1 1,1-1,0 1,-1-1,1 1,0-1,-1 0,1 1,0-1,0 1,-1-1,1 0,0 1,0-2,17 2,27 13,-24-5,3 0,0 1,-1 2,0 0,0 1,-1 1,-1 1,20 18,-30-24,-1 0,1 0,19 10,-22-14,1 1,-1 0,0 0,0 0,0 1,-1 0,11 13,-16-18,0 1,0-1,0 1,0-1,0 1,-1 0,1 0,0-1,-1 1,0 0,1 0,-1 0,0-1,0 1,0 0,0 0,0 0,0 0,-1-1,1 1,0 0,-1 0,0 0,1-1,-1 1,0 0,0-1,0 1,0-1,0 1,0-1,0 0,-1 1,1-1,-1 0,1 0,-1 0,1 0,-1 0,1 0,-1 0,0 0,-3 0,-10 5,0-1,0 0,0-1,-18 2,15-3,-160 34,108-23,-43 13,111-26,1 0,-1-1,0 1,1-1,-1 1,0-1,0 0,0 0,1 0,-1 0,0 0,0 0,0 0,1-1,-1 1,0-1,1 1,-1-1,0 1,1-1,-1 0,0 0,1 0,-1 0,1 0,0 0,-1-1,1 1,0 0,0-1,0 1,0-1,0 1,0-1,0 1,0-1,1 0,-1 1,1-1,-1 0,1 0,-1 1,1-4,-2-10,1-1,0 1,1-1,2-18,-1 13,0-81,3-56,-4 156,0-1,1 0,-1 0,1 0,0 1,0-1,0 0,0 1,0-1,0 1,1-1,-1 1,1 0,0 0,-1-1,1 1,0 0,0 0,1 1,2-3,0 1,0 1,0 0,0 0,0 0,0 1,1 0,-1 0,1 0,6 0,15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17:06.4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7620 0,'-40'15,"13"-4,-8 0,-2-2,1-2,-1-1,-70 1,87-6,-1 1,1 1,-22 6,-46 6,45-11,0 3,0 1,1 2,0 2,-50 21,50-19,0-1,-1-3,-70 8,62-11,0 2,-53 17,69-18,-1-1,0-2,0-1,0-2,-1-2,-37-4,-16 1,-748 3,802 2,0 2,-46 10,16-1,43-8,0 1,1 1,0 1,-21 11,15-7,-45 15,32-14,1 2,-43 22,46-19,-1-1,-60 16,0-2,58-17,-46 8,71-19,-166 28,26-2,103-17,-69 7,33-15,46-3,-64 9,-50 8,-19 3,43-3,84-12,-77 17,86-14,0-1,0-3,-1 0,-58-2,67-2,-1 2,-37 8,-41 4,-24-16,-29 3,77 13,62-9,1-2,-34 2,-66-6,72-2,-1 2,-97 14,-119 26,115-25,-6 1,111-8,23-5,1 1,0 2,0 0,-39 17,28-8,25-11,1-1,-1 1,1 1,0 0,0 0,1 1,0 0,0 0,0 1,1 0,-12 14,7-6,0 1,-1-2,-1 1,0-2,-26 19,-12 8,12-9,-52 31,77-54,1 1,0 1,0 0,1 1,1 0,0 1,-15 18,24-26,1-1,-1 1,1-1,0 1,0 0,0 0,1-1,-1 1,1 1,0-1,0 0,1 0,-1 0,1 0,0 1,0-1,0 0,0 0,1 1,0-1,-1 0,2 0,-1 0,0 0,1 0,0 0,0-1,0 1,0 0,1-1,-1 0,1 1,0-1,4 3,17 15,1-2,0 0,2-2,0-1,1-1,44 17,-14-5,-44-19,0 0,-1 1,20 17,-26-19,1-1,0 1,0-1,0-1,1 1,0-2,0 1,0-1,1 0,-1-1,13 2,22-1,1-2,86-8,-128 6,0 0,1-1,-1 1,0-1,0 0,0 0,0 0,0 0,0-1,0 1,3-3,-5 4,-1-1,1 0,0 0,0 0,-1 0,1 0,0 0,-1 0,1 0,-1 0,1 0,-1 0,1 0,-1 0,0 0,0-1,0 1,1 0,-1 0,-1-3,0-3,-1 0,-1 0,1 1,-1-1,0 0,-1 1,-7-11,7 11,0-1,0 1,0-1,1 0,-3-11,6 17,-1 0,1 0,0 0,0 1,0-1,0 0,0 0,0 0,0 0,0 0,0 0,1 0,-1 0,0 1,1-1,-1 0,0 0,1 0,-1 1,1-1,-1 0,1 0,-1 1,1-1,0 0,-1 1,1-1,0 1,0-1,-1 1,1-1,0 1,0 0,0-1,0 1,-1 0,1 0,0-1,0 1,0 0,0 0,0 0,0 0,0 0,0 0,-1 0,1 1,0-1,0 0,1 1,54 15,-48-13,28 10,-12-6,0 1,-1 1,31 18,-50-24,0 1,-1-1,1 1,-1-1,0 1,0 0,0 0,0 1,-1-1,0 1,1-1,-2 1,1 0,0-1,-1 1,0 0,0 0,0 9,0 12,-1 0,-4 39,0-18,4-31,0-7,0 1,-1-1,0 0,0 0,-5 17,4-24,1 1,0-1,-1 1,1-1,-1 1,0-1,0 0,1 0,-2 0,1 0,0 0,0 0,-1-1,1 1,-1-1,1 0,-1 1,1-1,-1 0,0 0,0-1,1 1,-5 0,-8 1,0 0,0 0,0-2,0 0,0 0,-22-5,31 4,0 0,0-1,1 0,-1 0,0 0,1-1,0 1,0-1,0-1,0 1,0-1,0 1,1-1,0-1,0 1,0-1,0 1,1-1,-4-6,0-7,1-1,1 1,0-1,2 0,0 0,1 0,0 0,4-39,-2 29,-1-1,-7-51,0 21,-2-15,9 69,0 1,-1-1,0 1,0-1,0 1,-1-1,1 1,-1 0,-6-6,9 10,0 0,0 1,-1-1,1 1,0-1,0 1,-1-1,1 1,0-1,-1 1,1-1,0 1,-1 0,1-1,-1 1,1 0,-1-1,1 1,-1 0,1-1,-1 1,1 0,-1 0,1 0,-1 0,0 0,1-1,-1 1,1 0,-1 0,1 0,-1 0,0 0,1 1,-1-1,1 0,-1 0,1 0,-1 0,1 1,-1-1,0 0,1 1,0-1,-1 0,1 1,-1-1,1 0,-1 1,1-1,0 1,-1-1,1 1,0-1,-1 1,1-1,0 1,0-1,0 1,-1-1,1 1,0-1,0 1,0 0,0-1,0 1,0-1,0 1,0 0,1 43,70 244,-64-255,-2 1,1 44,-4-39,9 50,-5-62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17:06.77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17:12.86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1230 1,'-12'36,"0"-5,-26 126,-1-4,28-125,-2-2,-1 0,-2 0,0-1,-21 24,11-13,-9 9,19-25,0 1,-22 42,17-23,8-15,0 1,-9 30,13-31,2 1,0 0,2 1,0 0,0 34,4-43,-1 0,0 0,-1 0,-2 0,0 0,0-1,-2 0,0 0,-1 0,-15 23,3-6,10-16,-1 1,0-2,-2 1,0-2,-16 16,24-27,0-1,-1 0,1 0,-1 0,0-1,0 0,-1 0,1-1,0 1,-1-1,0-1,1 1,-1-1,0-1,0 1,1-1,-1 0,0 0,0-1,-8-2,0 0,0-2,0 0,1 0,-1-2,1 1,1-2,-1 0,1-1,1 0,0-1,0 0,-15-17,26 27,1-1,-1 1,0-1,1 0,-1 1,0-1,1 0,-1 1,1-1,-1 0,1 0,0 0,-1 1,1-1,0 0,-1 0,1 0,0 0,0 0,0 1,0-1,0 0,0 0,0 0,0 0,0 0,0 0,0 0,1 1,-1-1,0 0,1 0,-1 0,0 0,1 1,-1-1,1 0,-1 0,1 1,0-1,-1 0,1 1,0-1,-1 1,1-1,0 1,0-1,-1 1,1 0,0-1,1 1,2-2,0 1,0 0,1 1,-1-1,0 1,0 0,0 0,0 0,0 1,6 0,22 9,-1 1,50 25,-60-25,0 0,1-2,0-1,0 0,1-2,0-1,37 4,-40-8,-6 1,-1-2,1 0,19-3,-29 2,-1 1,1-1,0 0,-1-1,0 1,1 0,-1-1,0 0,0 0,0 0,0 0,0 0,0-1,0 1,-1-1,1 0,2-4,2-7,0-1,-1 1,0-1,-2 0,0 0,4-29,0 5,-8 39,1-1,-1 0,0 0,0 1,1-1,-1 0,0 0,0 1,0-1,0 0,0 0,0 1,0-1,0 0,-1 0,1 1,0-1,0 0,-1 0,1 1,0-1,-1 0,1 1,-1-1,1 0,-1 1,1-1,-1 1,1-1,-2 0,1 1,-1-1,1 1,-1 0,1 0,-1 0,1 0,-1 0,1 0,-1 0,0 0,1 0,-1 1,-2 0,-48 24,50-24,-17 10,1 0,-2-2,1 0,-1-1,-1-1,1-1,-1-1,0-1,0 0,-27 0,-4-2,-55 11,55-5,-56 0,87-7,-1 1,1 1,-1 0,1 2,0 1,1 0,-1 2,-37 19,57-27,0 1,0-1,0 0,1 1,-1-1,0 0,0 1,1-1,-1 1,0-1,0 1,1 0,-1-1,1 1,-1 0,1-1,-1 1,1 0,-1 0,1-1,-1 1,1 0,0 0,-1 0,1 0,0-1,0 1,0 0,0 0,0 1,1-1,0 1,0-1,0 0,0 0,0 1,0-1,0 0,0 0,1 0,-1 0,1-1,-1 1,0 0,1-1,1 2,73 18,-64-17,86 28,-78-23,1-1,0-1,0 0,0-2,40 3,-35-6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08:16.98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13,'0'-5,"0"-3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28:19.37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0 199,'1520'0,"-1494"2,-1 0,43 11,-41-7,0-1,30 1,640-5,-337-3,363 2,-701-1,-1-2,1 0,22-6,49-7,28-1,-82 10,63-4,-62 10,5 1,74-11,-34 0,0 4,103 5,-164 0,-1 0,1-1,24-7,-22 4,0 1,32-1,-8 5,-11 1,0-2,0-2,39-8,-26 4,0 2,0 2,102 7,-42-1,543-2,-627-2,0-1,50-12,-16 2,7-1,-43 8,1 0,48-2,453 9,-499-1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28:00.11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2744 196,'-662'0,"641"-2,0-1,0 0,0-2,0 0,1-2,-39-17,33 13,0 1,0 1,-40-7,-4 3,2-2,-113-41,171 52,1 1,-1 0,0 1,0 0,0 1,-1 0,1 1,0 0,0 0,0 1,-1 0,-9 3,-5 4,0 1,0 1,-29 16,26-12,-19 7,-87 23,20-7,95-31,-1-1,1 0,-1-2,0 0,-21 0,-105-5,55-1,62 3,-1 1,1 1,0 2,1 1,-31 9,52-12,1 1,0 1,1-1,-1 1,1 0,-1 0,1 0,0 1,1 0,-1 0,1 0,0 1,0-1,0 1,1 0,-4 10,2-7,1-1,-1 0,-1 1,1-2,-2 1,1-1,-9 8,-13 9,-30 31,54-50,0 0,0 1,1-1,0 1,0 0,0 0,1 0,0 0,0 0,0 1,1-1,-1 13,0 9,4 48,0-38,-2-30,0 0,1 0,0 0,1 0,0 0,0 0,0 0,1 0,0-1,1 1,0-1,8 13,-1-8,0-1,0 0,1 0,0-1,23 14,12 7,183 112,-186-121,68 25,-90-40,1-1,-1-1,1-1,0-1,33 1,-26-4,-9-2,-1 2,0 1,1 0,-1 2,0 0,0 1,0 1,-1 1,21 8,11 11,63 19,-91-37,1-1,0-1,0-1,0-1,33 0,1066-6,-1106 5,1 0,-1 1,0 1,0 1,26 11,-22-8,1-1,41 8,-56-14,-1 0,0-1,1 0,-1 0,0 0,0-1,1 0,-1 0,0-1,0 0,0 0,0 0,0-1,8-5,211-133,-174 113,-39 23,0-1,0 0,-1-1,0 0,0-1,10-9,-18 14,-1 1,0-1,0 0,0 0,0 0,0-1,-1 1,1 0,-1-1,0 1,0 0,0-1,-1 0,1 1,-1-1,0 1,0-1,0 1,0-1,-1 0,1 1,-1-1,0 1,0-1,0 1,-1 0,-2-5,-73-140,68 126,0 0,2 0,1-1,0 0,2 0,1 0,1-1,0-26,5-37,0 45,-3-1,-1 1,-7-49,7 84,-1 1,0 0,0-1,0 1,-1 0,0 0,0 0,-1 1,1-1,-1 1,0 0,-1 0,1 0,-1 1,0-1,0 1,-8-4,-1 0,0 0,-1 2,0 0,0 0,-31-5,17 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28:1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303 1,'-13'0,"0"0,0 1,1 1,-1 0,0 0,1 2,-1-1,-11 7,15-6,1 1,0-1,1 2,-1-1,1 1,0 0,0 1,1 0,0 0,0 0,1 0,-5 10,-4 9,2 2,0-1,2 2,2-1,0 2,2-1,1 1,1-1,2 1,1 0,1 0,5 40,-2-56,0-1,0 0,1 0,1 0,0 0,1-1,0 1,1-1,1-1,0 0,18 21,-6-11,1 0,1-2,1 0,38 24,-46-34,1-1,0 0,1-1,0-1,0 0,26 4,105 6,-106-13,64 15,-46-6,10 3,-44-9,0-1,49 3,116 12,-83-7,-4 0,124 7,36-22,142 4,-281 14,-74-8,51 1,-60-8,-1 2,0 2,-1 1,66 20,-78-19,-1-1,1-2,0 0,30-2,2 2,30 10,-64-8,1-2,28 2,699-4,-366-5,-308 3,131-19,-151 12,117 3,1 1,-75-13,-69 9,60-4,100-7,-52 3,-30 0,35-1,-110 13,57-11,-57 7,58-3,-20 11,-49 0,0-1,0-1,0-1,46-9,-43 5,1 1,1 1,59 1,4-1,-83 3,-1-1,0-1,1 0,-1-1,-1 1,1-2,10-5,-10 4,0 1,1 0,0 1,0 0,14-2,0 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28:23.65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359 107,'38'0,"0"-1,0-3,59-11,-55 7,2 3,-1 2,0 2,52 4,88-4,-94-14,-64 9,0 2,34-3,-22 6,-1-1,70-15,-56 9,1 2,0 2,1 3,51 5,6-2,-59-1,0 1,81 16,-71-11,-44-7,-1 2,1 0,0 1,18 6,-30-8,0 1,0 0,0 0,0 0,0 1,-1-1,1 1,-1 0,1 0,-1 0,0 0,0 0,-1 1,1-1,-1 1,1 0,-1 0,0 0,2 7,56 158,-54-144,-2 0,-1 0,-1 1,-1 0,-1-1,-1 1,-1-1,-2 1,0-1,-15 45,16-63,-1 1,1-1,-2 0,1-1,-1 1,0-1,0 1,0-1,-11 8,-60 43,57-47,0-1,-1-1,0 0,0-2,-39 8,-36 11,-254 80,213-68,91-25,1 1,1 3,-43 21,62-27,0 0,-1-1,0-2,-1 0,1-2,-1-1,0-1,-1-1,-51-3,66-2,0 0,1 0,-1-1,1 0,0-1,0 0,0-1,-16-11,17 10,-1 0,0 1,0 0,-1 1,0 0,0 0,0 2,-14-3,-56 1,52 4,-53-8,-95-31,-19 7,110 22,60 10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28:28.22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63 0,'9'22,"1"0,20 32,-18-31,41 92,-40-83,1 0,1-1,27 38,10-7,-39-48,0 0,-1 1,-1 0,12 21,-23-35,1-1,-1 1,0-1,0 1,0-1,0 1,-1-1,1 1,0-1,0 1,0-1,0 1,0-1,-1 1,1-1,0 1,0-1,-1 0,1 1,0-1,-1 0,1 1,0-1,-1 0,1 1,-1-1,1 0,0 0,-1 1,1-1,-1 0,1 0,-1 0,1 1,-1-1,1 0,-1 0,1 0,-1 0,1 0,-1 0,1 0,-1 0,1 0,-1-1,1 1,-1 0,-33-1,29 1,-15-1,0-1,0 0,0-2,0 0,0-1,1-1,0-1,0 0,0-2,1 0,1-1,-28-21,-8-5,52 36,1-1,0 1,0 0,0 0,0-1,0 1,0 0,0 0,0 0,0-1,0 1,0 0,0 0,0-1,0 1,0 0,0 0,0-1,0 1,0 0,0 0,0-1,0 1,1 0,-1 0,0-1,0 1,0 0,0 0,0 0,1 0,-1-1,0 1,0 0,0 0,1 0,-1 0,0 0,0 0,1-1,-1 1,0 0,0 0,1 0,-1 0,0 0,0 0,1 0,-1 0,0 0,0 0,1 0,-1 0,0 0,0 0,1 1,-1-1,0 0,0 0,1 0,18-1,-19 1,98 2,-67 1,0-2,0-1,0-2,0-1,36-8,35-10,-93 20,1 0,-1 0,1 1,-1 0,0 1,1 0,-1 1,17 4,-24-5,-1-1,1 1,0 0,-1-1,1 1,-1 0,1 0,-1 0,1 1,-1-1,1 0,-1 0,0 1,0-1,0 1,0-1,0 1,0-1,0 1,-1 0,1-1,0 1,-1 0,1 3,-1-1,0 0,0 0,-1 0,0 0,1 0,-1-1,-1 1,1 0,-1-1,1 1,-3 3,-5 8,-1-1,0 0,-1-1,-15 15,18-21,-1 0,1-1,-1 0,-1 0,1-1,-1-1,0 0,0 0,0-1,0 0,-1 0,1-1,-1-1,1 0,-1 0,0-1,1 0,-1-1,0 0,1-1,-1 0,1-1,0 0,-1-1,2 0,-1 0,0-1,1 0,0-1,0 0,0 0,-11-12,-1-7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28:31.509"/>
    </inkml:context>
    <inkml:brush xml:id="br0">
      <inkml:brushProperty name="width" value="0.05" units="cm"/>
      <inkml:brushProperty name="height" value="0.05" units="cm"/>
      <inkml:brushProperty name="color" value="#00B050"/>
      <inkml:brushProperty name="ignorePressure" value="1"/>
    </inkml:brush>
  </inkml:definitions>
  <inkml:trace contextRef="#ctx0" brushRef="#br0">861 4,'-59'-2,"28"1,0 1,-41 5,63-4,0 1,0 0,0 0,1 1,-1 0,1 1,0 0,0 0,0 1,0 0,1 0,-10 9,-11 10,0-2,-41 25,40-28,1 0,-48 45,60-49,0-2,-24 16,-23 19,41-28,1 1,1 1,-25 35,38-47,1 1,0 0,1 0,0 1,0-1,2 1,-1 0,1 1,1-1,-1 25,6 227,-1-248,0-1,2 0,-1 1,2-1,0 0,1-1,1 0,0 0,0 0,2-1,19 25,4 7,-28-38,1 0,-1 0,1-1,1 1,-1-1,1 0,0-1,0 1,1-1,-1 0,1-1,12 7,-7-6,0 0,0-1,1 0,0-1,0 0,16 1,-24-4,0 0,1-1,-1 1,0-1,0-1,1 1,-1-1,0 0,0 0,0 0,-1 0,1-1,0 0,-1 0,0 0,0-1,0 1,4-6,9-10,0-2,-2 0,0 0,-1-2,-1 0,-2 0,0-1,-2 0,0-1,6-31,-7 23,1 1,1 1,2-1,2 2,0 0,2 1,1 0,1 1,33-37,-46 59,0-1,0 0,-1-1,1 1,-2-1,1 1,-1-1,0 0,-1-1,0 1,0 0,0-1,-1-9,1-19,-5-66,0 40,3 25,1 24,0 0,-1 0,-1 0,-1 0,0 0,-4-14,5 24,-1 1,1 0,-1 0,1 0,-1 0,0 1,0-1,0 0,-1 1,1-1,0 1,-1 0,0 0,0 0,1 0,-1 1,0-1,0 1,-1-1,1 1,0 0,0 0,-1 0,1 1,0-1,-1 1,1 0,0 0,-1 0,-4 1,5-1,0 1,-1-1,1 1,0-1,0 1,0 0,-1 0,1 1,0-1,0 1,1-1,-1 1,-4 3,-8 11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28:35.153"/>
    </inkml:context>
    <inkml:brush xml:id="br0">
      <inkml:brushProperty name="width" value="0.05" units="cm"/>
      <inkml:brushProperty name="height" value="0.05" units="cm"/>
      <inkml:brushProperty name="color" value="#00B050"/>
      <inkml:brushProperty name="ignorePressure" value="1"/>
    </inkml:brush>
  </inkml:definitions>
  <inkml:trace contextRef="#ctx0" brushRef="#br0">872 723,'-121'2,"-134"-5,244 2,0 0,0-1,0-1,0 0,0 0,0-1,1-1,0 1,0-2,0 0,0 0,1 0,0-1,1-1,-1 1,1-1,1-1,-1 1,2-1,-1-1,1 1,1-1,-1 0,2-1,-1 1,2-1,-1 0,1 0,1 0,-2-15,7-133,0 105,-5-75,-9 78,11 50,0 0,0 0,0 1,0-1,-1 0,1 0,0 1,-1-1,1 0,0 1,-1-1,1 0,-1 1,1-1,-1 1,1-1,-1 0,1 1,-1-1,0 1,1 0,-1-1,0 1,0 0,1-1,-1 1,0 0,0 0,1-1,-1 1,0 0,0 0,1 0,-1 0,0 0,0 0,0 0,1 0,-1 1,0-1,0 0,1 0,-1 1,0-1,0 0,1 1,-1-1,0 1,1-1,-1 1,1-1,-1 1,1-1,-1 1,1 0,-1 0,-134 153,112-132,18-18,0 1,1 0,-1 0,1 0,0 0,-5 8,10-7,11-9,10-12,-7-2,1 1,1 1,0 0,1 1,1 0,0 2,0 0,23-9,-17 7,1-1,-2-1,28-24,1 0,-49 37,0 0,0-1,0 1,1 0,-1 1,1-1,0 1,0 0,7-2,-11 4,0 0,-1 0,1 0,0 0,0 0,0 0,0 0,-1 0,1 1,0-1,0 0,-1 1,1-1,0 0,0 1,-1-1,1 1,-1-1,1 1,0-1,-1 1,2 1,-1 0,1 1,-1 0,0-1,0 1,0 0,0 0,0 0,-1 0,1 4,4 18,0 0,14 37,-8-31,-10-29,-1 0,1 0,0 0,-1 0,1 0,-1 0,0 0,0 0,0 0,0 0,0 0,0 0,0 0,-1 0,1 0,-1 0,1 0,-1 0,0 0,0 0,0 0,0 0,-2 2,1-2,-1-1,1 1,-1 0,1-1,-1 1,0-1,1 0,-1 0,0 0,0 0,0 0,0-1,0 1,-4-1,-6 1,-1-2,0 1,0-2,1 0,-27-7,-181-78,196 79,-2-1,-1 1,-50-8,125 16,-20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28:38.980"/>
    </inkml:context>
    <inkml:brush xml:id="br0">
      <inkml:brushProperty name="width" value="0.05" units="cm"/>
      <inkml:brushProperty name="height" value="0.05" units="cm"/>
      <inkml:brushProperty name="color" value="#00B0F0"/>
      <inkml:brushProperty name="ignorePressure" value="1"/>
    </inkml:brush>
  </inkml:definitions>
  <inkml:trace contextRef="#ctx0" brushRef="#br0">3826 448,'0'-1,"-2"-1,2 1,0 0,-1 0,1-1,0 1,-1 0,1 1,-1-1,-1 0,2-1,-1 1,0 1,1-1,-1 0,0 1,-1-1,2-1,-1 2,0-1,0 1,-2-1,-33-14,18 9,-4-2,1 2,-1 0,0-1,0 4,-31-3,31 4,1 0,-1-2,2 0,-1-1,1-1,-25-11,-75-49,68 35,-2 2,-94-34,112 56,1 1,0 1,-1 1,1 3,0 1,-41 5,-23 0,7-4,-136-4,119-16,79 13,-1 0,-40-2,48 7,-2 0,2-1,0-2,0-1,1 0,-1-2,1 0,-24-13,29 13,-2 1,2 1,-1 0,0 1,0 2,-29-3,-118 7,71 2,56 0,2 1,1 1,-2 1,-53 21,7-4,-26 12,78-24,0-2,-2-1,1-1,-55 5,72-12,2 0,-2 2,2-1,-1 2,1 0,0 0,-1 1,1 1,-18 11,2-3,-1-3,0 0,-60 12,88-22,-82 17,41-10,1 1,0 2,1 1,-77 38,116-50,-1 2,1-1,-1 0,1 1,-1 0,1-1,1 1,-2-1,1 2,1-2,-2 2,2-1,-1 0,0 1,1-1,0 1,0-1,0 1,-1-1,1 0,1 1,-1-1,1 2,0-2,-1 6,2-5,0 2,0-1,2 1,-2-2,1 1,1 0,-2 1,3-2,-2 1,1-2,-1 2,2 0,-1-2,0 2,4 1,-1-1,-1 1,1 0,-1 0,-1 0,1 1,-2-1,2 1,-1 0,-2 0,2 1,-2-1,1 1,-1 0,0-1,0 1,-1 1,0-2,0 1,-1 0,0 1,-1 9,0-6,-2-1,1 1,-2 0,1-1,-1 1,-1-1,0 0,-1-1,0 0,0 1,0-2,-16 16,11-13,1 2,2-1,-1 0,1 0,1 1,1 1,-1 0,1 0,1 0,1 1,0 0,-2 24,2-13,3 2,1-1,0 1,2-1,1 0,8 32,-9-49,1 0,0-1,0 0,0 1,2-2,0 2,0-2,0 1,1-1,0 0,0 0,0 0,2-1,-1-1,0 1,11 7,-4-7,0 0,0-1,0 0,1 1,1-4,-2 2,2-3,-1 2,29 0,128-4,-123-3,0 3,-1 2,79 12,-28 2,-2-6,1-4,148-10,-61 0,-45 7,159-7,-183-16,-30 3,2 1,-38 6,92-6,-97 13,0-4,0-1,54-18,-92 24,16-5,-1-2,0-1,-1 1,37-27,-41 24,0 1,2 1,0 1,-1 0,2 2,-1 0,25-6,-5 9,0 1,58 4,-65 1,0-1,-1-2,1-2,54-10,-24 1,3 2,-2 4,2 2,112 8,-31-1,937-3,-1083 0,65-2,-62 1,1 1,1-1,-1 1,-1-2,1 1,0 0,-1 0,1-1,0 0,-1 1,1-2,-2 1,7-4,-9 5,1-1,-1 0,0 1,0 0,0-1,0 1,0-1,0 1,0-1,0 1,0-1,0 0,-1 1,1 0,-1 0,1 0,-2-1,2 1,-1 0,1-2,-1 3,0-1,-1 0,1 0,1 0,-1-1,0 1,0 1,-1-1,1 0,0 1,0-1,-2 1,1-2,-48-28,18 12,3-2,0-1,1 0,0-3,-37-40,29 27,-71-55,95 85,-2-1,0 2,0 0,1 1,-2 0,1 2,-1-1,1 2,-1 1,-25-2,-64-12,31-8,-102-45,45 16,113 43,0 2,1-3,0 1,0-2,2 0,-17-15,-31-24,42 37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28:46.818"/>
    </inkml:context>
    <inkml:brush xml:id="br0">
      <inkml:brushProperty name="width" value="0.05" units="cm"/>
      <inkml:brushProperty name="height" value="0.05" units="cm"/>
      <inkml:brushProperty name="color" value="#00B0F0"/>
      <inkml:brushProperty name="ignorePressure" value="1"/>
    </inkml:brush>
  </inkml:definitions>
  <inkml:trace contextRef="#ctx0" brushRef="#br0">928 3,'-58'0,"22"-2,-1 2,1 1,0 2,0 0,-1 3,2 2,-54 17,55-11,0 1,1 1,1 3,1 0,0 2,2 2,-41 38,53-46,-2 0,-29 20,-28 21,75-54,0 0,0-1,-2 0,2 1,0 0,-2-1,2 0,0 1,-2-2,1 1,1 0,-2 0,2-1,-1 2,-1-2,2 1,-1-1,-1 0,1 0,1 0,-2 0,-2 0,3-1,1-1,-1 1,1 0,-1 0,0-1,1 1,0 0,0 0,0 0,-1-2,1 2,1-1,-1 0,0 1,1-1,-1 0,1 0,-2 1,2-4,-3-16,0 1,2-1,2-33,-1 39,4-179,-3 207,0 2,2-2,-1 1,2-1,1 1,0-1,-1-1,3 0,-1 2,0-3,1 1,1-1,1 0,0 0,0 0,0-2,15 12,-10-11,-1-1,1 0,1 0,0-2,1 0,-1-1,1-1,0 0,0-1,0-1,1 0,0-1,24-1,565-3,-571 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30:16.672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5664 304,'0'51,"3"0,14 77,-7-50,-3 0,-8 155,-2-90,4-70,-3 83,2-153,-1 1,1-1,-1 0,0 0,0 1,0-1,-1 0,1 0,-1 0,0 0,0-1,0 1,0 0,0-1,0 1,-1-1,1 0,-1 0,0 0,0 0,1 0,-1 0,0-1,-1 0,1 1,0-1,0-1,0 1,-1 0,-3 0,-13 1,0 0,0-2,0 0,-22-4,6 2,-14 0,-31-2,-87 8,80 11,63-9,0-1,-35 1,-482-5,259-3,245 5,1 0,-49 13,17-4,2 3,44-10,1 0,-33 2,-99 15,79-9,2 1,45-8,1-1,-43 3,47-7,-1 2,-33 9,-38 4,-13 0,78-10,0-1,-32 2,-434-7,232-1,240 2,0 2,-46 10,44-7,0-2,-33 3,-308-6,172-3,169 1,1-2,0-1,-25-7,-23-4,6 4,18 2,-98-4,96 12,1-1,-73-14,-95-18,1 1,205 30,-5 0,0 0,0-2,-18-6,31 9,0 0,0 0,0 0,0 0,0-1,0 1,1-1,0 0,-1 0,1-1,0 1,0-1,1 1,-1-1,1 0,0 0,-2-4,-5-18,1 0,2 0,1-1,-4-45,9-108,-3-20,-8 145,9 50,0-1,0 0,1 0,-1 0,2 0,-1 0,0 0,1-1,1 1,-1 0,1 0,0 0,0 0,0 0,4-9,22-37,-19 40,-1-1,0 0,-1 0,0 0,-1-1,-1 0,0 0,-1 0,1-17,-2-28,-2 33,1 0,8-44,-7 61,1-1,0 1,0-1,1 1,1 0,-1 0,1 1,1-1,0 1,11-12,-5 6,1 1,1 1,0 0,18-12,-24 20,1-1,-1 1,1 1,0-1,0 2,0-1,0 1,0 0,19 0,380 1,-181 4,-179-4,0-2,68-12,74-20,-140 27,1 2,-1 3,1 1,52 6,9-1,580-3,-667 2,-1 0,46 11,-44-7,0-1,34 2,614-6,-325-3,772 2,-1092 1,0 2,39 9,37 4,-66-12,51 12,-21-3,2 2,-45-9,1-1,46 3,-67-8,-1 1,1-1,-1 1,0 0,1 0,-1 0,0 1,0 0,0 0,0 0,0 1,0 0,0-1,6 7,-3-1,-1 0,0 0,-1 0,0 1,0 0,7 18,-11-25,-1 0,1 1,-1-1,0 0,0 1,0-1,0 1,-1 0,1-1,-1 1,1 0,-1-1,0 1,0 0,0-1,0 1,-1 0,1-1,-1 1,0-1,1 1,-1-1,0 1,-1-1,0 3,-1-2,0 0,-1-1,1 1,0-1,-1 0,0 0,1 0,-1-1,0 1,0-1,0 0,0 0,0 0,0-1,0 0,-5 1,-52 1,-117-9,86-13,49 9,18 4,0-1,1-2,-27-13,34 14,0 1,0 0,-1 1,0 2,-1-1,1 2,-26-3,-1 5,9 2,0-3,-59-11,39 0,22 5,-2 1,1 1,-55-2,-436 9,227 1,266 1,0 1,-38 9,35-5,-55 3,44-10,31-1,-1 1,1 0,-1 1,0 1,1 1,0 0,-1 1,1 1,-21 9,-76 35,41-19,-93 36,144-59,1-2,-2 0,1-1,0-1,-1-1,0 0,1-2,-43-5,34 2,0 2,0 2,-53 6,-9 6,0-3,-155-5,216-5,-497 0,506-2,0 0,1-2,0 0,-1-2,-29-11,18 6,-42-9,2 7,-1 2,-107-1,148 11,-1-2,-37-8,34 4,-51-2,-249 8,193 3,361-2,-187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30:29.83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1688 80,'-118'2,"-129"-5,158-13,64 11,1 0,-36-1,24 5,-291 4,289 2,0 3,-52 16,-9 2,73-20,0 2,1 0,0 1,0 2,-38 22,40-21,-48 17,9-3,47-20,0 2,1 0,0 0,-26 21,36-25,-1 1,1 0,-1 0,1 0,1 1,-1-1,1 1,0 0,0 0,1 0,0 0,0 0,0 1,1-1,-2 8,1 6,1-1,1 0,1 1,0-1,1 1,1-1,1 0,1 0,1-1,0 1,14 25,0 6,22 76,-25-71,-14-47,0-1,1 1,0-1,1 0,-1 0,1 0,1-1,-1 0,1 0,0 0,1-1,-1 1,1-2,0 1,0-1,1 0,-1 0,1-1,0 0,0-1,11 3,14 2,0-1,0-1,66-1,-5-5,-51-1,0 2,0 1,64 12,-54-1,159 26,-203-37,1-1,-1-1,0 0,1 0,-1-1,0 0,0-1,0 0,12-5,10-7,36-23,-39 21,42-26,127-67,-161 94,0-2,46-31,-80 48,1-1,-1 1,0-1,-1 0,1 0,0 0,0 0,-1 0,1 0,-1 0,0 0,0-1,1 1,-1-1,-1 1,1 0,0-1,-1 0,1 1,-1-1,0 1,0-1,0 0,0-2,-2-4,0 1,-1-1,0 0,0 1,-8-13,-10-29,15 30,-1 0,0 0,-2 1,-13-22,-3-19,22 50,0 0,-1 0,0 0,-1 1,0 0,0 0,-1 0,-10-10,6 8,1-1,0 1,0-2,-8-16,11 18,0 0,-2 0,1 0,-1 1,-1 0,-13-12,11 14,-1 0,0 0,0 2,-1-1,0 2,0 0,-15-4,-98-18,108 24,16 3,1 0,0 0,-1 0,1 0,-1 0,1 0,-1 0,1-1,-1 1,1-1,0 1,-1-1,1 1,0-1,-1 0,1 0,0 0,0 1,0-1,0 0,0 0,0-1,0 1,0 0,0 0,0 0,0-1,1 1,-1 0,0-2,2 0,0-1,0 1,0 1,0-1,1 0,-1 0,1 0,0 1,-1-1,1 1,0-1,1 1,3-4,9-8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30:35.26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1632,'6'-1,"0"-1,-1 0,1 0,-1-1,0 1,0-1,8-6,-1 1,13-9,0-1,-2-1,0-1,27-33,-3 5,-27 26,34-48,4-6,-10 30,-35 35,-1-1,0 1,-1-2,0 0,10-17,-8 9,1 0,1 2,1-1,1 2,24-22,104-74,-107 86,3 0,1 3,63-28,-57 29,5 1,1 3,1 3,65-13,157-33,-198 50,-61 12,1-1,-1-1,0-1,0 0,0-2,0 0,-1 0,0-2,22-12,-9 2,17-11,-45 28,0 0,0-1,0 0,0 1,0-1,0 0,-1 0,1 0,-1 0,1 0,-1 0,0 0,0 0,0 0,1-5,-2 5,-1 0,1-1,-1 1,0 0,0 0,0-1,0 1,0 0,0 0,0 0,-1 0,1 1,-1-1,0 0,1 0,-1 1,-4-3,-34-24,-2 5,-1 1,-57-19,-29-22,70 44,-1 2,0 4,-121-13,174 25,1 1,0-1,0 0,0-1,0 1,0-1,0-1,0 1,-6-4,12 5,0 1,0 0,0-1,0 1,0 0,0 0,0-1,0 1,0 0,0-1,0 1,0 0,0-1,0 1,0 0,0 0,0-1,0 1,0 0,0 0,1-1,-1 1,0 0,0 0,0-1,0 1,1 0,-1 0,0 0,0-1,1 1,-1 0,0 0,0 0,1 0,-1 0,0-1,0 1,1 0,-1 0,0 0,1 0,-1 0,0 0,0 0,1 0,-1 0,0 0,1 0,-1 0,0 0,1 0,-1 1,0-1,1 0,20-3,358 0,-192 5,-156 1,0 1,-1 1,59 17,-40-8,-40-13,0 2,-1-1,0 1,1 1,-1-1,0 1,0 1,-1-1,0 2,9 6,-11-7,-1 0,-1 0,1 0,-1 1,0-1,0 1,0 0,-1 0,0 0,0 0,-1 0,1 0,-1 1,-1-1,1 8,-1-2,0-1,-1 1,-1-1,0 0,0 0,-1 1,-4 9,-37 78,13-30,-9 12,36-73,0-1,0 0,-1-1,-1 1,1-1,-1 0,0 0,-11 8,13-12,-1-1,1 1,-1-1,0 0,1 0,-1 0,0-1,0 0,0 0,1 0,-1 0,0-1,0 0,1 0,-1 0,1-1,-1 1,1-1,-1 0,1 0,0-1,-6-4,-2 0,1-1,1 0,0 0,0-1,0 0,1-1,-8-12,0 1,0 2,-1 0,-35-28,0-1,30 27,2-1,0 0,1-2,2 0,0-1,2-1,0-1,-14-35,28 55,0 0,-1-1,0 1,0 0,-1 1,0-1,0 0,-1 1,0 0,0 0,0 1,-1-1,1 1,-1 0,-1 1,1-1,-1 1,-13-6,-140-53,141 54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9:28:44.458"/>
    </inkml:context>
    <inkml:brush xml:id="br0">
      <inkml:brushProperty name="width" value="0.05" units="cm"/>
      <inkml:brushProperty name="height" value="0.05" units="cm"/>
      <inkml:brushProperty name="color" value="#00B0F0"/>
      <inkml:brushProperty name="ignorePressure" value="1"/>
    </inkml:brush>
  </inkml:definitions>
  <inkml:trace contextRef="#ctx0" brushRef="#br0">9210 302,'-41'0,"-61"1,-173-21,188 8,39 6,0-1,-56-18,70 17,0 0,-1 2,-55-2,58 6,-193-29,70 0,112 19,-1 3,-67-6,56 10,-98-22,-17-3,-13 28,137 4,0-2,0-2,-66-11,55 3,0 2,-67 1,-120 9,80 1,-1822-3,1958 1,1 2,-43 9,-35 5,-26-1,85-8,-74 2,-777-11,860 3,-71 13,69-9,-67 4,68-10,0 1,0 2,-59 13,-120 23,143-30,-61 10,74-11,0-2,0-2,-87-7,27 0,-16 0,-154 7,276-3,0 1,1 1,-1 0,0 1,1 1,0 0,0 1,0 0,1 2,0-1,0 1,1 1,-15 13,22-17,-1 0,0-1,0 0,-1 0,0 0,1 0,-1-1,0 0,0-1,-1 0,1 0,-1 0,-9 0,-10 0,1-2,-43-5,39 3,-46 0,68 3,-1 0,1 0,0 0,-1 1,1 1,0-1,0 1,0 0,-13 9,-38 27,-104 62,151-95,0 2,1-1,0 1,0 1,1 0,0 0,0 1,1 1,0 0,1 0,0 0,1 1,1 0,-1 0,2 1,0 0,0 0,2 0,-1 0,1 1,1-1,1 1,0 0,1 0,0-1,1 1,0 0,6 21,-4-25,1 0,1-1,-1 0,2 0,-1 0,1-1,0 0,1 0,0 0,0-1,1 0,0 0,0-1,0 0,1-1,0 0,15 7,17 5,0-1,75 18,-87-27,27 9,0-4,0-2,2-2,79 0,-98-6,73 12,-71-7,63 2,17-7,262-6,-240-11,65-3,555 20,-730-1,0 3,37 7,-34-4,56 3,33-9,-55-2,1 3,92 15,-13 0,-4 0,-111-12,42 0,-49-4,-1 1,1 1,28 7,-19-2,1-2,58 2,21 3,-36-2,131-2,-26-3,-41 11,49 2,-6 1,11-1,-128-17,-4-1,-1 3,99 15,64 17,-208-30,53 11,0-3,120 3,1126-16,-1299 0,1-2,-1 0,23-6,-20 3,48-4,-21 5,51-12,-30 4,-27 4,-1-2,0-3,49-21,-44 10,-40 19,0 1,0 0,0 1,1 0,0 1,0 0,13-3,65-8,-40 6,78-5,-97 11,-1-1,31-8,-30 5,56-4,-9 10,-37 1,0-2,73-11,46-11,-19 4,-98 14,78 0,-24 2,-92 3,0-1,1 1,-1-1,1 0,-1 0,0 0,0 0,0 0,0-1,0 1,0-1,0 0,0 0,0 0,-1 0,1-1,-1 1,1-1,2-3,-2 0,0 0,0 1,-1-1,0 0,0 0,0 0,-1 0,1-1,-1-12,0 1,-2 0,0 0,-1 0,-1 0,-1 0,-9-29,9 39,1 1,-1-1,-1 1,1 0,-1 0,-1 0,1 1,-10-9,-58-43,38 32,-6-4,-2 2,-1 2,-1 1,-67-25,75 33,-60-37,79 42,6 6,1 1,-1 0,0 0,0 1,-1 1,1 0,-1 1,-21-2,-14 3,-48 4,20 0,-518-2,576-1,-1 2,1 0,-25 6,15-1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6:58:59.0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04:24.091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2972 655,'9'-1,"-1"-1,1 1,-1-1,1-1,-1 1,15-8,32-9,-4 13,1 2,100 6,-45 1,-90-3,-4 0,0 0,0 0,0-1,0-1,0 0,14-4,-23 4,-1 0,1 1,0-2,-1 1,0 0,1 0,-1-1,0 0,0 0,0 0,-1 0,1 0,-1 0,0-1,0 1,0-1,0 0,0 1,-1-1,0 0,0 0,0 0,0 0,0-5,6-40,2 1,30-93,-37 136,0 0,0-1,-1 1,1-1,-2 1,1-1,0 0,-1 1,0-1,-1-7,0 10,1 0,-1 1,0-1,0 0,0 1,-1-1,1 1,0-1,-1 1,0 0,1 0,-1 0,0 0,0 0,0 0,-1 0,1 0,0 1,-1-1,1 1,-1 0,-2-2,-3 0,0 0,0-1,0 0,1-1,0 0,0 0,0 0,1-1,-1 0,2 0,-9-10,9 9,-1 1,0 0,0 1,-1-1,1 1,-1 1,0-1,-1 1,1 0,-1 1,0 0,0 0,0 0,0 1,-14-1,-9 0,0 1,-62 5,17 0,-79-5,-162 5,237 7,46-5,-54 2,59-7,-4 1,0-2,-1-1,-49-10,42 5,0 3,0 1,0 2,-47 4,-10 0,-1184-3,1261-1,1-1,-28-6,27 3,-1 2,-25-1,-29 3,-141 4,178 1,-75 18,110-21,0 0,0 1,0 0,0 0,1 0,-1 1,1-1,-1 1,1 0,0 0,0 0,0 0,0 0,1 1,0-1,-1 1,1 0,0 0,1 0,-1 0,1 0,-1 0,1 0,0 7,-2 11,1 0,1 0,3 36,-1-22,0-21,1 0,1 0,0 0,1-1,6 16,-4-15,-2 1,1 0,-2 0,2 19,-4 44,-2-52,2-1,0 1,10 49,-5-49,2 53,1 6,-4-59,-2-6,1-1,1 0,10 27,-8-28,-2 1,0-1,-1 1,2 31,-4-28,1 0,1-1,8 25,-9-39,0 0,1 0,0 0,1 0,0 0,0-1,1 0,0 0,0 0,0-1,1 0,0 0,15 8,4 1,1-1,52 18,-30-14,-29-12,1-1,0 0,0-2,1-1,-1-1,1 0,35-5,5 2,-35 0,0-1,0-2,47-14,-28 7,-34 9,27-7,45-5,-82 14,0 1,0 0,0-1,0 1,0-1,0 0,0 0,0 0,0 0,0 0,0 0,-1 0,1-1,0 1,-1-1,1 1,-1-1,0 0,0 1,1-1,0-2,15-47,-16 45,0-1,1 0,0 0,1 1,0-1,0 1,4-7,34-30,-35 38,0 0,-1 0,1 0,-1-1,-1 0,1 0,-1 0,0-1,0 0,-1 1,0-1,4-11,10-34,-13 45,-1 0,0-1,0 0,-1 0,0 0,0 0,-1 0,0 0,0 0,-1-1,0 1,-3-16,1 20,1 0,0-1,0 1,0-1,0 1,1-1,-1 1,1-1,0 0,1 1,-1-1,1 1,0-1,0 1,0 0,1-1,-1 1,1 0,0 0,0 0,1 0,-1 0,1 0,0 1,0-1,0 1,0 0,1 0,-1 0,1 0,0 1,0-1,0 1,6-2,22-14,-24 14,0-1,0 1,0 0,1 1,-1 0,1 0,0 1,0 0,12-1,363 1,-183 5,-178-2,1 1,24 6,-29-4,0-1,1-1,28 0,87-25,-22 0,-69 16,-13 1,1 2,40-1,-12 6,-24 1,0-2,0-2,0-1,40-8,20-6,-74 15,0-1,0-1,0-1,0-1,-1-1,26-13,-42 17,0-1,-1 1,1-1,-1 0,0-1,0 1,-1-1,4-5,-4 6,1-1,-1 0,1 1,0 0,0 0,0 0,1 0,-1 0,1 1,5-3,0 2,0 1,1 0,-1 1,0 0,20-1,-19 2,-1 0,1 0,-1-1,1-1,-1 0,12-5,9-5,-17 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04:35.67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1083 183,'-57'11,"3"0,-385-8,224-6,175 2,1-2,-45-10,72 10,-1 1,0 1,0 0,0 1,-22 1,33 0,-1-1,0 1,1 0,-1 0,0 0,1 0,-1 0,1 0,0 0,-1 1,1 0,0-1,0 1,0 0,0 0,0 0,0 0,0 0,1 1,-1-1,1 0,0 1,0-1,0 1,0 0,0-1,0 1,1 0,-1-1,1 1,0 0,0 3,-1-1,2 1,-1 0,1-1,-1 1,1-1,1 1,-1-1,1 0,0 1,0-1,1 0,-1 0,1 0,0-1,1 1,-1-1,8 7,5 4,1-1,0-1,26 16,22 15,-58-38,1 0,0 0,0-1,1 0,0-1,-1 0,1 0,1-1,11 3,2-3,0 0,34 0,-1-1,61 19,-63-13,-14-2,73 3,-84-7,1 1,-1 1,34 9,48 7,-106-19,-1 0,1-1,0 0,-1 0,1-1,0 1,-1-1,1 0,-1 0,1 0,-1-1,1 0,-1 0,0 0,0 0,8-6,-5 1,1-1,-1-1,0 1,-1-1,9-17,-7 13,-2 2,0 1,-1-1,-1 0,0 0,-1-1,0 1,0-1,-1 0,-1 1,0-1,-1 0,-1-19,1 18,-1 0,0 1,-1-1,0 0,-1 0,-1 1,1 0,-2-1,0 2,-1-1,0 0,-10-14,6 14,1 1,-2 1,1 0,-2 0,1 1,-1 0,0 1,-1 0,0 1,-23-9,5 3,16 6,1 1,-2 0,1 1,0 0,-1 2,0-1,-27 0,35 3,-1 0,0 1,1 1,-1-1,1 1,0 1,-1 0,1 0,0 0,0 1,0 0,0 1,0 0,1 0,0 1,0-1,-11 10,8-5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04:39.40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941 97,'-540'0,"517"2,1 0,1 2,-1 0,1 2,-28 10,27-8,0-1,0-1,-1-1,-45 4,61-10,1 1,-1 1,0-1,1 1,-1 0,0 1,1 0,-9 3,14-5,-1 1,1 0,0 0,0 0,0 0,0 0,0 0,0 0,0 0,0 0,1 0,-1 0,0 0,1 1,-1-1,1 0,-2 3,2-1,0 0,0 0,0 0,0 0,0 0,1 0,-1 0,1 0,0 0,0 0,1 3,5 7,0-1,0 1,2-2,-1 1,1-1,1-1,0 1,0-2,17 12,-12-7,-10-10,-1 1,0-1,0 1,-1 0,0 1,1-1,-2 0,1 1,-1-1,0 1,0 0,0 0,-1 0,0 0,1 6,11 41,-11-51,-1 0,1 1,-1-1,1 0,0 0,-1-1,1 1,0 0,0-1,0 1,1-1,-1 0,0 1,0-1,1 0,-1 0,1-1,4 2,56 8,-32-7,128 18,-118-15,-1-1,1-3,75-4,-25 0,-85 2,1-1,-1 1,1-1,-1 0,0-1,0 1,1-1,-1-1,0 1,-1-1,1 0,0 0,9-8,-7 4,0-1,0 0,-1-1,0 1,0-1,-1-1,6-10,23-41,-19 36,-1-1,-2-1,16-41,-22 45,-1 1,-1-1,-2 1,0-1,-1-1,-1 1,-3-38,1 59,1-1,-1 1,0-1,1 1,-1 0,0-1,0 1,-1 0,1 0,0 0,-1 0,1 0,-1 0,0 0,1 0,-1 1,0-1,0 1,0-1,0 1,0 0,-1 0,1 0,0 0,-1 0,1 0,0 1,-1-1,1 1,-5 0,-9-2,0 1,-1 1,-27 4,13-2,-60-1,72-1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10:59.722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2972 655,'9'-1,"-1"-1,1 1,-1-1,1-1,-1 1,15-8,32-9,-4 13,1 2,100 6,-45 1,-90-3,-4 0,0 0,0 0,0-1,0-1,0 0,14-4,-23 4,-1 0,1 1,0-2,-1 1,0 0,1 0,-1-1,0 0,0 0,0 0,-1 0,1 0,-1 0,0-1,0 1,0-1,0 0,0 1,-1-1,0 0,0 0,0 0,0 0,0-5,6-40,2 1,30-93,-37 136,0 0,0-1,-1 1,1-1,-2 1,1-1,0 0,-1 1,0-1,-1-7,0 10,1 0,-1 1,0-1,0 0,0 1,-1-1,1 1,0-1,-1 1,0 0,1 0,-1 0,0 0,0 0,0 0,-1 0,1 0,0 1,-1-1,1 1,-1 0,-2-2,-3 0,0 0,0-1,0 0,1-1,0 0,0 0,0 0,1-1,-1 0,2 0,-9-10,9 9,-1 1,0 0,0 1,-1-1,1 1,-1 1,0-1,-1 1,1 0,-1 1,0 0,0 0,0 0,0 1,-14-1,-9 0,0 1,-62 5,17 0,-79-5,-162 5,237 7,46-5,-54 2,59-7,-4 1,0-2,-1-1,-49-10,42 5,0 3,0 1,0 2,-47 4,-10 0,-1184-3,1261-1,1-1,-28-6,27 3,-1 2,-25-1,-29 3,-141 4,178 1,-75 18,110-21,0 0,0 1,0 0,0 0,1 0,-1 1,1-1,-1 1,1 0,0 0,0 0,0 0,0 0,1 1,0-1,-1 1,1 0,0 0,1 0,-1 0,1 0,-1 0,1 0,0 7,-2 11,1 0,1 0,3 36,-1-22,0-21,1 0,1 0,0 0,1-1,6 16,-4-15,-2 1,1 0,-2 0,2 19,-4 44,-2-52,2-1,0 1,10 49,-5-49,2 53,1 6,-4-59,-2-6,1-1,1 0,10 27,-8-28,-2 1,0-1,-1 1,2 31,-4-28,1 0,1-1,8 25,-9-39,0 0,1 0,0 0,1 0,0 0,0-1,1 0,0 0,0 0,0-1,1 0,0 0,15 8,4 1,1-1,52 18,-30-14,-29-12,1-1,0 0,0-2,1-1,-1-1,1 0,35-5,5 2,-35 0,0-1,0-2,47-14,-28 7,-34 9,27-7,45-5,-82 14,0 1,0 0,0-1,0 1,0-1,0 0,0 0,0 0,0 0,0 0,0 0,-1 0,1-1,0 1,-1-1,1 1,-1-1,0 0,0 1,1-1,0-2,15-47,-16 45,0-1,1 0,0 0,1 1,0-1,0 1,4-7,34-30,-35 38,0 0,-1 0,1 0,-1-1,-1 0,1 0,-1 0,0-1,0 0,-1 1,0-1,4-11,10-34,-13 45,-1 0,0-1,0 0,-1 0,0 0,0 0,-1 0,0 0,0 0,-1-1,0 1,-3-16,1 20,1 0,0-1,0 1,0-1,0 1,1-1,-1 1,1-1,0 0,1 1,-1-1,1 1,0-1,0 1,0 0,1-1,-1 1,1 0,0 0,0 0,1 0,-1 0,1 0,0 1,0-1,0 1,0 0,1 0,-1 0,1 0,0 1,0-1,0 1,6-2,22-14,-24 14,0-1,0 1,0 0,1 1,-1 0,1 0,0 1,0 0,12-1,363 1,-183 5,-178-2,1 1,24 6,-29-4,0-1,1-1,28 0,87-25,-22 0,-69 16,-13 1,1 2,40-1,-12 6,-24 1,0-2,0-2,0-1,40-8,20-6,-74 15,0-1,0-1,0-1,0-1,-1-1,26-13,-42 17,0-1,-1 1,1-1,-1 0,0-1,0 1,-1-1,4-5,-4 6,1-1,-1 0,1 1,0 0,0 0,0 0,1 0,-1 0,1 1,5-3,0 2,0 1,1 0,-1 1,0 0,20-1,-19 2,-1 0,1 0,-1-1,1-1,-1 0,12-5,9-5,-17 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6:58:59.0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04:24.091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2972 655,'9'-1,"-1"-1,1 1,-1-1,1-1,-1 1,15-8,32-9,-4 13,1 2,100 6,-45 1,-90-3,-4 0,0 0,0 0,0-1,0-1,0 0,14-4,-23 4,-1 0,1 1,0-2,-1 1,0 0,1 0,-1-1,0 0,0 0,0 0,-1 0,1 0,-1 0,0-1,0 1,0-1,0 0,0 1,-1-1,0 0,0 0,0 0,0 0,0-5,6-40,2 1,30-93,-37 136,0 0,0-1,-1 1,1-1,-2 1,1-1,0 0,-1 1,0-1,-1-7,0 10,1 0,-1 1,0-1,0 0,0 1,-1-1,1 1,0-1,-1 1,0 0,1 0,-1 0,0 0,0 0,0 0,-1 0,1 0,0 1,-1-1,1 1,-1 0,-2-2,-3 0,0 0,0-1,0 0,1-1,0 0,0 0,0 0,1-1,-1 0,2 0,-9-10,9 9,-1 1,0 0,0 1,-1-1,1 1,-1 1,0-1,-1 1,1 0,-1 1,0 0,0 0,0 0,0 1,-14-1,-9 0,0 1,-62 5,17 0,-79-5,-162 5,237 7,46-5,-54 2,59-7,-4 1,0-2,-1-1,-49-10,42 5,0 3,0 1,0 2,-47 4,-10 0,-1184-3,1261-1,1-1,-28-6,27 3,-1 2,-25-1,-29 3,-141 4,178 1,-75 18,110-21,0 0,0 1,0 0,0 0,1 0,-1 1,1-1,-1 1,1 0,0 0,0 0,0 0,0 0,1 1,0-1,-1 1,1 0,0 0,1 0,-1 0,1 0,-1 0,1 0,0 7,-2 11,1 0,1 0,3 36,-1-22,0-21,1 0,1 0,0 0,1-1,6 16,-4-15,-2 1,1 0,-2 0,2 19,-4 44,-2-52,2-1,0 1,10 49,-5-49,2 53,1 6,-4-59,-2-6,1-1,1 0,10 27,-8-28,-2 1,0-1,-1 1,2 31,-4-28,1 0,1-1,8 25,-9-39,0 0,1 0,0 0,1 0,0 0,0-1,1 0,0 0,0 0,0-1,1 0,0 0,15 8,4 1,1-1,52 18,-30-14,-29-12,1-1,0 0,0-2,1-1,-1-1,1 0,35-5,5 2,-35 0,0-1,0-2,47-14,-28 7,-34 9,27-7,45-5,-82 14,0 1,0 0,0-1,0 1,0-1,0 0,0 0,0 0,0 0,0 0,0 0,-1 0,1-1,0 1,-1-1,1 1,-1-1,0 0,0 1,1-1,0-2,15-47,-16 45,0-1,1 0,0 0,1 1,0-1,0 1,4-7,34-30,-35 38,0 0,-1 0,1 0,-1-1,-1 0,1 0,-1 0,0-1,0 0,-1 1,0-1,4-11,10-34,-13 45,-1 0,0-1,0 0,-1 0,0 0,0 0,-1 0,0 0,0 0,-1-1,0 1,-3-16,1 20,1 0,0-1,0 1,0-1,0 1,1-1,-1 1,1-1,0 0,1 1,-1-1,1 1,0-1,0 1,0 0,1-1,-1 1,1 0,0 0,0 0,1 0,-1 0,1 0,0 1,0-1,0 1,0 0,1 0,-1 0,1 0,0 1,0-1,0 1,6-2,22-14,-24 14,0-1,0 1,0 0,1 1,-1 0,1 0,0 1,0 0,12-1,363 1,-183 5,-178-2,1 1,24 6,-29-4,0-1,1-1,28 0,87-25,-22 0,-69 16,-13 1,1 2,40-1,-12 6,-24 1,0-2,0-2,0-1,40-8,20-6,-74 15,0-1,0-1,0-1,0-1,-1-1,26-13,-42 17,0-1,-1 1,1-1,-1 0,0-1,0 1,-1-1,4-5,-4 6,1-1,-1 0,1 1,0 0,0 0,0 0,1 0,-1 0,1 1,5-3,0 2,0 1,1 0,-1 1,0 0,20-1,-19 2,-1 0,1 0,-1-1,1-1,-1 0,12-5,9-5,-17 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04:35.67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1083 183,'-57'11,"3"0,-385-8,224-6,175 2,1-2,-45-10,72 10,-1 1,0 1,0 0,0 1,-22 1,33 0,-1-1,0 1,1 0,-1 0,0 0,1 0,-1 0,1 0,0 0,-1 1,1 0,0-1,0 1,0 0,0 0,0 0,0 0,0 0,1 1,-1-1,1 0,0 1,0-1,0 1,0 0,0-1,0 1,1 0,-1-1,1 1,0 0,0 3,-1-1,2 1,-1 0,1-1,-1 1,1-1,1 1,-1-1,1 0,0 1,0-1,1 0,-1 0,1 0,0-1,1 1,-1-1,8 7,5 4,1-1,0-1,26 16,22 15,-58-38,1 0,0 0,0-1,1 0,0-1,-1 0,1 0,1-1,11 3,2-3,0 0,34 0,-1-1,61 19,-63-13,-14-2,73 3,-84-7,1 1,-1 1,34 9,48 7,-106-19,-1 0,1-1,0 0,-1 0,1-1,0 1,-1-1,1 0,-1 0,1 0,-1-1,1 0,-1 0,0 0,0 0,8-6,-5 1,1-1,-1-1,0 1,-1-1,9-17,-7 13,-2 2,0 1,-1-1,-1 0,0 0,-1-1,0 1,0-1,-1 0,-1 1,0-1,-1 0,-1-19,1 18,-1 0,0 1,-1-1,0 0,-1 0,-1 1,1 0,-2-1,0 2,-1-1,0 0,-10-14,6 14,1 1,-2 1,1 0,-2 0,1 1,-1 0,0 1,-1 0,0 1,-23-9,5 3,16 6,1 1,-2 0,1 1,0 0,-1 2,0-1,-27 0,35 3,-1 0,0 1,1 1,-1-1,1 1,0 1,-1 0,1 0,0 0,0 1,0 0,0 1,0 0,1 0,0 1,0-1,-11 10,8-5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04:39.40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941 97,'-540'0,"517"2,1 0,1 2,-1 0,1 2,-28 10,27-8,0-1,0-1,-1-1,-45 4,61-10,1 1,-1 1,0-1,1 1,-1 0,0 1,1 0,-9 3,14-5,-1 1,1 0,0 0,0 0,0 0,0 0,0 0,0 0,0 0,0 0,1 0,-1 0,0 0,1 1,-1-1,1 0,-2 3,2-1,0 0,0 0,0 0,0 0,0 0,1 0,-1 0,1 0,0 0,0 0,1 3,5 7,0-1,0 1,2-2,-1 1,1-1,1-1,0 1,0-2,17 12,-12-7,-10-10,-1 1,0-1,0 1,-1 0,0 1,1-1,-2 0,1 1,-1-1,0 1,0 0,0 0,-1 0,0 0,1 6,11 41,-11-51,-1 0,1 1,-1-1,1 0,0 0,-1-1,1 1,0 0,0-1,0 1,1-1,-1 0,0 1,0-1,1 0,-1 0,1-1,4 2,56 8,-32-7,128 18,-118-15,-1-1,1-3,75-4,-25 0,-85 2,1-1,-1 1,1-1,-1 0,0-1,0 1,1-1,-1-1,0 1,-1-1,1 0,0 0,9-8,-7 4,0-1,0 0,-1-1,0 1,0-1,-1-1,6-10,23-41,-19 36,-1-1,-2-1,16-41,-22 45,-1 1,-1-1,-2 1,0-1,-1-1,-1 1,-3-38,1 59,1-1,-1 1,0-1,1 1,-1 0,0-1,0 1,-1 0,1 0,0 0,-1 0,1 0,-1 0,0 0,1 0,-1 1,0-1,0 1,0-1,0 1,0 0,-1 0,1 0,0 0,-1 0,1 0,0 1,-1-1,1 1,-5 0,-9-2,0 1,-1 1,-27 4,13-2,-60-1,72-1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17:40.00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0,'13'0,"-1"1,1 0,0 0,-1 2,1-1,-1 2,1-1,-1 2,0 0,-1 0,1 1,-1 0,0 1,-1 0,0 1,0 0,14 15,-15-13,1 0,0-1,0 0,1 0,1-2,-1 1,1-1,0-1,1 0,0-1,15 5,-8-4,1-1,0-1,0 0,0-2,1 0,30-2,-39-2,-1 0,1-1,-1-1,0 1,20-11,-21 9,1 0,0 1,0 0,0 1,24-3,95 5,-108 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17:40.9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0,'874'0,"-852"0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17:46.39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0,'30'2,"-1"1,32 6,-31-3,58 2,-73-8,-1 1,0 0,1 1,-1 1,0 0,18 6,-28-7,0-1,0 1,0 0,0 0,0 1,0-1,-1 1,1 0,-1-1,0 2,0-1,0 0,0 1,-1-1,1 1,-1 0,0 0,0-1,0 2,-1-1,0 0,1 0,-1 0,0 7,1 0,-2 0,1 0,-1 0,-1 0,0 0,-1 0,0-1,0 1,-1 0,0-1,-9 17,8-20,0 0,-1 0,0-1,-1 1,1-1,-1-1,0 1,-1-1,1 0,-1 0,0-1,0 0,0 0,-1-1,0 0,-9 3,-50 13,28-8,-56 23,43-18,143-14,-60-1,-1 2,43 9,-13-2,-39-5,-1 0,1 1,-1 1,0 1,25 14,-17-8,44 15,-50-23,-3-3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17:47.31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441 0,'-1'7,"-1"0,0 0,0 0,0 0,-1 0,0-1,0 1,0-1,-1 0,0 0,-1 0,1 0,-9 8,-25 38,7 3,-2-2,-73 91,75-103,23-29,0-1,-1 0,0 0,0-1,-14 11,10-10,0 1,1 1,1-1,-15 22,17-20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17:48.65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84 0,'-1'7,"0"-1,-1 0,1 1,-1-1,0 0,-1 0,0 0,0 0,-7 10,-10 22,12-16,1 1,1 0,1 1,2-1,0 1,1 0,1 0,1 0,4 26,-4-48,1 1,-1 0,1 0,0 0,0-1,0 1,1 0,-1-1,1 1,-1-1,1 1,0-1,0 0,0 0,0 0,0 0,0 0,1 0,-1-1,1 1,-1-1,1 0,-1 1,1-1,0 0,0-1,0 1,-1 0,1-1,5 1,11 0,0 0,1-1,32-4,-15 2,-36 2,26-1,0 0,0-1,0-2,39-10,-63 12,-8 3,-13 8,8 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17:49.6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17 0,'0'452,"0"-442,-1 0,0 0,-1-1,-5 20,2-12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17:50.62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1 186,'37'0,"0"1,0-1,0-2,65-13,-64 7,42-2,0 1,-36 1,3 1,71-20,-78 17,0 2,78-5,-50 6,-33 3,410-29,-405 31,56-9,-55 5,48-1,225 8,-289-1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17:52.17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81,'3'-1,"1"0,-1 0,0 0,1-1,-1 1,0-1,0 0,0 0,4-3,12-8,4 4,0 0,0 2,0 1,1 0,44-3,124 5,-119 5,-69-1,0 0,0 0,0 1,0-1,0 1,0 0,0 0,-1 0,1 1,0-1,-1 1,1 0,-1 0,1 0,-1 0,3 4,-4-4,-1 0,1 0,-1 0,0 0,1 0,-1 1,0-1,-1 0,1 1,0-1,-1 1,1-1,-1 1,0-1,0 1,0-1,0 1,0 0,-1-1,1 1,-1-1,1 0,-1 1,0-1,0 1,-2 2,-2 5,-1 0,0-1,0 0,-1 0,0 0,0-1,-13 10,-67 49,43-35,43-31,-1 0,1 0,0 0,-1 0,1 0,0 0,0 1,-1-1,1 0,0 1,0-1,0 0,1 1,-1-1,0 1,1 0,-1-1,0 3,1-3,0 0,1 0,-1 0,1-1,-1 1,1 0,-1 0,1-1,-1 1,1 0,-1-1,1 1,0-1,-1 1,1-1,0 1,0-1,-1 1,1-1,0 0,0 1,0-1,-1 0,1 0,1 1,11 1,1 0,-1 0,22-1,-18-1,-14 1,0-1,0 1,0-1,0 1,0 0,-1 0,1 0,0 1,0-1,-1 1,1-1,-1 1,1 0,-1 0,0 0,0 0,0 0,0 1,0-1,0 1,-1-1,1 1,-1 0,0-1,1 1,-1 0,-1 0,1 0,0 0,-1 0,1 5,1 10,-2-1,0 1,0-1,-5 22,5-35,-1 2,0 1,-1-1,0 0,0 0,0 0,0 0,-1-1,0 1,0-1,-1 1,0-1,1 0,-2 0,1-1,0 1,-1-1,0 0,0 0,-7 3,-9 5,-1-1,0-2,-42 13,-19 9,19-11,54-19,0 2,0-1,1 1,-1 1,1 0,-11 6,20-10,-1 0,1 0,-1 1,1-1,0 0,-1 0,1 1,-1-1,1 0,0 0,-1 1,1-1,0 0,-1 1,1-1,0 1,0-1,-1 1,1-1,0 0,0 1,0-1,-1 1,1-1,0 1,0-1,0 1,0-1,0 1,0-1,0 1,0-1,0 1,0-1,1 0,-1 1,0-1,0 1,6 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17:53.06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861 0,'-5'6,"1"-1,0 1,1 0,0 0,-5 10,-12 21,5-14,0 1,-10 26,15-29,-1 0,-1-1,-22 30,4-12,-29 49,-15 22,-93 94,139-169,-127 138,68-69,63-79,16-17,0 0,1 0,0 1,0 0,1 0,0 1,1 0,-7 13,11-12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17:55.10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86 0,'-1'10,"0"0,-1 0,0-1,-1 1,0-1,0 1,-1-1,0 0,-1-1,-6 11,5-9,0 0,1 0,0 1,1-1,0 1,1 0,-4 17,0 63,7-81,0 1,1-1,0 0,0 1,1-1,5 16,-6-24,0 0,1 1,0-1,-1 0,1 1,0-1,0 0,0 0,1-1,-1 1,0 0,1-1,-1 1,1-1,-1 0,1 0,-1 0,1 0,0 0,0-1,-1 1,6-1,8 2,0-2,30-2,-24 1,335-3,-266 4,-69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17:55.66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214 0,'-2'33,"-10"59,6-57,-2 44,-7 54,3-54,0-5,7-44,-4 51,-4 34,7-80,-1 54,7-66,-2 0,0 0,-1 0,-1 0,-2-1,-11 34,11-36,1 1,1 0,1 0,-1 32,2-25,-9 48,7-54,2 0,0 0,2 30,1-37,-1 0,0 0,-1 0,0 0,-2 0,1-1,-2 1,-9 24,7-81,6 20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17:58.99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0,'0'5,"1"-1,0 1,0-1,0 1,0-1,1 0,0 1,0-1,0 0,0 0,0-1,1 1,0 0,0-1,0 1,0-1,1 0,-1 0,1 0,0-1,-1 1,7 2,12 6,1 0,47 15,-28-12,10 4,61 12,46 16,3 3,-103-33,72 28,-96-30,-1 1,0 2,-1 1,0 1,52 43,-53-35,-19-17,-1 0,-1 1,12 13,69 100,-82-108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17:59.81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0,'1'4,"1"-1,0 1,0-1,0 1,1-1,-1 0,1 0,-1 0,1 0,0-1,0 1,6 2,5 8,14 14,0-2,1-1,2-2,52 31,143 56,-184-91,-13-7,0 2,-1 0,-1 2,0 1,0 2,23 20,-41-29,-2 1,1-1,-2 2,1-1,-1 0,-1 1,7 19,-6-15,1-1,0 0,18 26,-14-27,0 0,2-1,-1-1,2 0,-1-1,1 0,22 11,9 1,55 18,-82-33,-126-58,79 41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18:18.67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1147 1879,'-2'-9,"1"0,-1 0,-1 0,0 0,0 1,-1-1,-6-11,-5-11,2-1,-1-2,1 0,-10-44,13 42,-1 1,-1-1,-2 2,-2 0,-1 1,-1 1,-44-58,49 73,1-1,0 0,2-1,0 0,1-1,1 0,0 0,2-1,0 0,2 0,0-1,1 1,2-1,0-31,0 34,0 1,-8-36,6 43,0-1,1 0,1 0,0 0,0 0,1 0,1 0,0 0,4-18,-4 28,12-58,-16 31,3 28,-1 0,1 0,-1 1,1-1,0 0,-1 0,1 1,-1-1,0 0,1 1,-1-1,1 1,-1-1,0 1,0-1,1 1,-1-1,0 1,0 0,0-1,1 1,-1 0,0 0,0 0,0 0,-1-1,0 2,0-1,0 1,-1 0,1 0,0 0,0 0,0 0,0 0,1 0,-1 1,0-1,0 0,1 1,-1 0,1-1,-1 1,1 0,0 0,0 0,-2 2,-21 45,22-46,-15 33,-45 65,62-101,0 0,0 1,0-1,0 0,0 1,0-1,0 0,0 1,-1-1,1 0,0 1,0-1,0 0,0 0,-1 1,1-1,0 0,0 0,-1 0,1 1,0-1,0 0,-1 0,1 0,0 0,-1 1,1-1,0 0,-1 0,1 0,0 0,-1 0,1 0,0 0,-1 0,1 0,0 0,-1 0,1 0,0 0,-1 0,1-1,0 1,0 0,-1 0,1 0,-1-1,-4-19,5-29,4 25,1 0,2 0,0 1,12-25,-2 2,-5 4,-2-1,8-70,-16 96,1-18,-2-47,1-13,-2 93,0-1,0 1,0 0,1 0,-1-1,1 1,0 0,-1 0,1-1,0 1,0 0,0 0,1 0,-1 0,0 0,1 1,-1-1,1 0,0 1,0-1,-1 1,4-3,-2 3,0 0,1 0,-1 1,0-1,0 1,1-1,-1 1,0 0,1 0,-1 0,0 1,1-1,5 3,2 0,0 1,0 0,-1 1,0 1,0-1,0 2,0-1,8 9,-6-5,-8-7,1 1,0 0,-1 0,0 0,0 0,0 1,0-1,-1 1,0 0,0 0,0 0,3 8,-7-11,1-1,-1 1,1-1,-1 1,0-1,0 1,0-1,0 1,0-1,0 0,0 1,0-1,0 0,0 0,-1 0,1 0,0 0,-1 0,-2 0,-37 19,23-13,-18 10,-54 16,-6 2,29-10,-1-3,-74 13,27-7,88-23,0 0,-1-2,-34-1,-4 1,37 4,23-5,20-6,37-15,-1-2,-1-2,-1-2,47-34,-54 33,-26 16,0-2,-2 0,1 0,-1-1,-1-1,-1 0,0-1,10-16,-4 6,39-44,-47 62,1-1,0 1,0 1,1 0,0 1,0 0,1 0,-1 1,1 1,0 0,0 0,23-1,14-5,-4 2,-24 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18:20.3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2,'85'-1,"95"3,-175-2,1 1,0 0,0 0,-1 0,1 1,-1 0,1 0,-1 0,0 1,0 0,0 0,0 0,0 1,-1-1,8 8,-11-8,1-1,0 1,-1 0,1 0,-1 0,0 0,0 0,0 0,0 0,0 0,-1 1,0-1,1 0,-1 0,0 0,-1 1,1-1,-1 0,1 0,-1 0,0 1,0-1,0 0,0 0,-1-1,0 1,1 0,-1 0,-2 2,-41 47,38-46,0 1,0 0,1 0,0 1,0 0,1 0,0 1,0-1,-3 11,1 0,5-14,0 0,0 0,0 0,1 1,0-1,0 0,0 8,1-12,1 1,-1-1,0 1,1-1,-1 0,1 1,0-1,-1 0,1 1,0-1,0 0,0 0,0 0,0 0,0 0,0 0,0 0,0 0,0 0,1-1,-1 1,0 0,1-1,-1 1,0-1,1 1,-1-1,1 0,-1 0,0 1,1-1,2 0,24 1,0 0,0-2,0-1,0-1,40-10,-9 2,-5 1,-26 4,1 1,44-1,-44 8,-19-2,-30-12,5 2,2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18:21.2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714 0,'-8'1,"0"1,0-1,1 1,-1 1,1-1,-1 1,1 1,0-1,0 1,0 0,-10 9,-2 2,1 1,-26 29,-16 26,31-35,-2 0,-51 43,-85 86,85-79,23-15,41-47,13-18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18:22.92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133 3,'129'-2,"139"5,-265-3,-1 0,0 0,0 0,0 0,0 1,0-1,0 1,0-1,0 1,0 0,0 0,-1-1,1 1,0 1,0-1,-1 0,1 0,-1 1,1-1,-1 1,1-1,-1 1,0 0,0-1,0 1,0 0,0 0,0 0,0 0,-1 0,1 0,-1 0,1 0,-1 0,0 4,0-2,-1 0,1 0,-1 0,0-1,0 1,-1 0,1 0,-1-1,0 1,0-1,0 1,-1-1,1 0,-1 0,1 0,-1 0,-6 4,-58 37,52-36,0 0,1 2,0 0,1 0,-1 1,2 1,0 0,0 0,-11 18,19-22,1 0,0 1,0-1,1 1,0-1,0 1,1 0,-1 12,5 79,0-41,-2-51,-1 1,0-1,-1 0,0 1,-1-1,1 0,-2 0,-3 10,5-15,-1 0,0 1,0-1,-1-1,1 1,-1 0,1 0,-1-1,0 0,0 1,0-1,0 0,0 0,0-1,-1 1,1-1,-1 0,1 0,-1 0,1 0,-6 0,-80 6,65-6,-1 0,-31 7,34-4,3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2:18:25.00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1 792,'1'8,"0"0,0 0,1 0,1 0,-1 0,1-1,0 1,7 9,37 56,88 90,-134-162,0 1,0-1,0 0,0 0,0 0,0 0,0 0,0 0,0-1,0 1,0 0,0-1,1 1,-1 0,0-1,1 1,-1-1,0 0,1 0,-1 1,1-1,1 0,-1-1,-1 1,0-1,1 0,-1 0,0 1,0-1,0 0,0 0,0 0,0 0,0 0,0-1,0 1,0 0,-1 0,1-1,0 1,0-2,3-10,0-1,0 0,2-23,-3 21,15-57,4 2,46-102,-12 33,42-75,-13 34,-61 132,-17 34,0 1,0-1,7-29,-11 25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4:05.76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848 59,'-42'1,"26"0,1 0,0-1,-1 0,1-2,0 1,0-2,0 0,0-1,0 0,-26-13,31 12,1 1,-1 0,-1 1,1 0,0 0,-1 1,0 1,-14-1,-95 4,52 1,37-3,0 1,0 2,-46 9,71-11,-2 1,1-1,0 1,0 0,0 1,0 0,0 0,-7 5,11-6,1 0,-1 1,1 0,0-1,0 1,0 0,1 0,-1 0,1 0,-1 0,1 1,0-1,0 0,0 0,1 1,-1-1,1 1,0 5,-1 9,1-11,0 0,0 0,-1 0,0 0,-1 0,1-1,-1 1,0 0,-1-1,0 1,-5 8,4-9,1 0,0 0,0 0,0 0,1 1,0-1,0 1,0 0,1-1,0 1,1 0,0 0,0 0,0-1,0 1,1 0,0 0,1-1,3 12,4 3,1 0,1-1,1 0,20 26,8 14,-37-56,0 0,1-1,-1 1,0-1,1 0,0 0,0 0,0-1,0 1,0-1,1 0,-1 0,1-1,-1 1,1-1,-1 0,1 0,0 0,5-1,16 2,1-2,35-3,-15 0,51 4,68-4,-149 1,-1-2,0 0,0-1,0-1,26-13,10-4,-46 22,-1-1,1-1,-1 1,0-1,0 0,0 0,0 0,0-1,-1 0,0 0,1 0,-1 0,6-10,-7 7,0 0,0 0,-1-1,0 1,0-1,-1 1,0-1,0 0,-1 1,0-11,-1-40,0 21,1 0,8-62,-7 97,-1 0,1 0,-1 0,0 0,0 0,0 0,0 0,-1 0,1 0,0 0,-1 0,1 0,-1 1,0-1,0 0,0 0,0 0,0 1,0-1,0 0,0 1,-3-3,1 2,0 0,0 0,0 0,0 0,-1 1,1-1,-1 1,1 0,-1 0,1 0,-6 0,-12-2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4:20.00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1092 111,'-981'0,"976"0,0 0,0 0,0 0,0 1,0 0,1 0,-1 0,0 0,0 1,1 0,-1 0,1 0,0 1,-1-1,-3 4,5-2,0-1,0 1,0 0,1 0,-1 0,1 0,0 1,0-1,1 0,-1 1,1-1,0 1,0 0,1-1,-1 1,1 5,-2 56,10 84,16-16,-23-126,0 1,0-1,1 1,0-1,0 0,1 1,0-1,0 0,1-1,0 1,1-1,-1 1,1-1,1-1,-1 1,1-1,1 0,-1 0,1-1,0 0,0 0,0 0,1-1,-1 0,1-1,12 4,74 27,-73-25,1 0,-1-2,1 0,1-2,0 0,35 2,789-9,-827 1,-1-1,37-9,-35 7,0 0,27-1,-16 2,46-9,-3 0,63-13,-98 16,0 2,1 1,44 0,21 8,132-4,-166-10,-53 7,1 2,28-2,493 3,-261 4,-257-4,0-2,0 0,0-2,-1 0,1-2,-2 0,25-13,31-11,-72 29,1 0,-1 0,1 0,-1-1,0 1,0-1,-1-1,1 1,-1-1,0 1,0-1,-1-1,1 1,-1 0,4-10,26-36,-23 41,-2 0,1-1,-1 0,-1 0,0-1,-1 0,0 0,-1 0,0-1,-1 0,0 0,-1 0,-1 0,2-25,-4 5,-3-147,3 178,0-1,-1 1,1-1,-1 1,1-1,-1 1,0 0,0 0,0-1,0 1,0 0,0 0,-1 0,1 0,-1 0,1 0,-1 0,0 1,0-1,-3-2,1 2,1 1,-1 0,0-1,1 1,-1 1,0-1,0 0,1 1,-1 0,0 0,0 0,-4 1,-11 3,0 0,0 1,0 1,-20 10,31-12,-6 0,0 1,0-2,-16 3,17-4,0 0,0 1,0 1,-15 6,0 1,0-2,-1-1,0-1,-51 5,39-7,-23 3,-35 6,36-5,49-8,0 0,1 2,0-1,-1 2,1-1,-19 10,11-4,0 0,-1-1,0-1,0-1,-1-1,-42 3,-141-7,1 0,61 24,-399-22,277-6,251 4,-1-2,1 0,0-1,0 0,0-1,0-1,0 0,0-1,1-1,0 0,0-1,-15-10,-129-64,143 73,-1 2,0-1,-1 2,1 1,-1 0,-29-3,-43-11,72 13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4:26.98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28 0,'-1'20,"-1"-1,-9 37,6-35,1 0,-1 27,6 0,3-1,1 1,3-1,19 67,-23-90,-1 1,-1-1,-1 43,-1-61,0 17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4:28.12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853 0,'-4'2,"1"0,0 1,0-1,0 1,0 0,1-1,-1 1,1 1,-1-1,1 0,0 0,-2 5,-6 7,-104 141,90-124,-26 43,0 0,43-63,-1 1,2 0,-7 14,9-16,-1 0,0-1,-1 0,0 0,-13 16,10-15,2 0,-1 1,1 0,-8 20,-6 9,10-24,-2-1,0-1,0 0,-2 0,-26 20,-5 6,23-20,10-9,0 1,0 0,1 0,-10 16,-14 17,27-37,1 0,0 1,-11 20,-1 10,9-17,-1 0,-26 37,25-45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4:30.62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 0,'-2'95,"4"102,-1-194,-1 0,1-1,0 1,0 0,0-1,0 1,0 0,0-1,1 1,-1-1,1 0,0 1,0-1,0 0,0 0,0 0,0 0,0-1,1 1,-1 0,1-1,-1 0,1 0,0 0,-1 0,1 0,0 0,0 0,-1-1,7 1,10 0,1 0,-1-1,33-4,-16 2,415 0,-429 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4:31.85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0,'2'35,"1"-1,3 0,0 0,2 0,2-1,18 45,-10-23,10 59,-14-52,-8-20,-1 0,-2 0,-2 0,-4 50,0 10,1-67,-12 64,2-23,2-24,4-29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4:33.75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81 0,'-1'1,"-1"-1,1 1,0-1,0 1,0-1,0 1,0 0,0 0,0-1,0 1,0 0,0 0,0 0,1 0,-1 0,0 0,1 0,-1 0,1 1,-1-1,1 0,-1 0,1 0,0 1,0-1,-1 0,1 2,-5 41,5-39,1 156,-3 25,-24-52,0 13,25-135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4:34.8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25,'900'0,"-893"0,-4 1,0-1,1 0,-1 0,0 0,1 0,-1-1,0 1,1-1,-1 0,0 0,0 0,0 0,0-1,4-1,-7 2,0 1,0 0,0-1,0 1,0-1,0 1,0 0,0-1,0 1,0 0,0-1,0 1,-1 0,1-1,0 1,0 0,0-1,0 1,0 0,-1 0,1-1,0 1,0 0,-1-1,1 1,0 0,0 0,-1 0,1-1,0 1,-1 0,1 0,0 0,-1 0,1 0,0-1,-1 1,1 0,0 0,-1 0,1 0,0 0,-1 0,1 0,-1 0,-12-3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4:37.66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0,'477'0,"-464"0,-1 1,1 0,-1 0,1 2,-1-1,0 1,0 1,15 7,-26-11,0 0,-1 1,1-1,0 0,-1 1,1-1,-1 1,1-1,-1 0,1 1,-1-1,1 1,-1 0,1-1,-1 1,0-1,1 1,-1 0,0-1,1 1,-1 0,0-1,0 1,0 0,0-1,0 1,0 0,0 0,0-1,0 1,0 0,-16 21,-38 13,47-32,-22 14,-75 47,-114 90,194-137,16-13,1 1,0 0,0 0,1 1,0 0,0 0,0 0,0 1,1 0,-8 13,11-17,0 1,1-1,-1 1,1-1,-1 1,1-1,0 1,1 0,-1 0,0-1,1 1,0 0,0 0,0 0,1 5,1-7,-1 0,0 0,1 0,-1 0,1 0,0 0,0 0,0 0,0 0,0-1,0 1,0-1,0 0,0 0,1 1,-1-2,1 1,-1 0,1 0,-1-1,1 1,-1-1,6 0,40 5,1-3,70-5,-11-1,-83 4,-2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4:39.18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702 0,'-2'1,"0"-1,0 1,0-1,0 1,0 0,0 0,0 0,0 0,0 0,1 0,-1 0,0 1,1-1,-1 0,1 1,-3 3,-23 35,12-18,-30 42,-63 116,24-35,-3-27,15-23,58-73,1 1,1 1,1-1,1 2,2 0,-7 27,12-36,-1-1,-1 1,0-1,-2 0,1 0,-2-1,0 0,0 0,-13 14,1 8,19-33,0 0,-1 0,1 0,0 0,-1 0,0 0,1 0,-1 0,0-1,-1 1,1-1,0 1,-1-1,1 0,-1 0,0 0,0-1,-3 3,-5-4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4:40.46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30 0,'-1'1,"-1"-1,1 1,0-1,0 1,0-1,0 1,0 0,0-1,0 1,0 0,0 0,0 0,0 0,1 0,-1 0,0 0,1 0,-1 0,1 0,-1 1,1-1,-1 0,1 0,0 0,0 1,-1-1,1 2,-5 40,5-38,-1 13,-1-3,2 0,0 1,0-1,4 19,-4-30,1-1,0 1,0-1,0 1,0-1,1 0,0 1,-1-1,1 0,0 0,0 0,1-1,-1 1,1 0,-1-1,1 0,0 1,0-1,0 0,0 0,0-1,0 1,6 1,17 3,1-2,0 0,0-2,0-1,0-1,39-5,21 1,148 4,-236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4:42.5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31 0,'-1'1,"-1"-1,1 0,0 1,0 0,0-1,0 1,0 0,0-1,0 1,0 0,0 0,0 0,0 0,0 0,1 0,-1 0,0 0,1 0,-1 0,1 0,-1 0,1 1,-1-1,1 0,0 0,0 1,0 1,-5 40,4-38,-2 426,6-223,-3-185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4:46.01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54,'37'0,"0"1,0-1,0-3,64-11,-72 8,50-2,24-5,-81 9,0 1,29 0,-29 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4:47.62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0,'4'0,"7"0,5 0,5 0,3 0,2 0,1 0,1 0,0 0,-1 0,0 0,0 0,0 0,-1 0,1 0,-1 0,1 0,-5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4:50.81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1,'425'0,"-422"0,1 0,-1-1,0 2,0-1,1 0,-1 1,0-1,0 1,0 0,0 0,0 0,0 0,0 1,0-1,0 1,0 0,-1-1,1 2,2 1,-4-1,1 0,-1 0,0 0,0 1,0-1,0 0,-1 1,1-1,-1 0,0 1,0-1,0 1,0-1,0 0,-1 1,0-1,0 0,-1 4,-2 11,-1 1,-1-1,-1 0,-13 24,16-34,-1-1,0 1,-1-2,1 1,-1-1,-1 1,1-2,-1 1,0-1,0 0,-16 8,-32 15,-57 39,111-66,1-1,0 0,-1 0,1 0,0 0,-1 0,1 0,0 1,-1-1,1 0,0 0,0 0,-1 1,1-1,0 0,0 0,-1 1,1-1,0 0,0 1,0-1,-1 0,1 1,0-1,0 0,0 1,0-1,0 0,0 1,0-1,0 0,0 1,0-1,0 1,0-1,0 0,0 1,0-1,0 0,0 1,17 5,32-5,-45-1,82-2,100 3,-182-1,-1 0,0 1,1-1,-1 1,1 0,-1 0,0 0,0 0,0 0,1 1,-1-1,0 1,-1 0,1 0,0 0,-1 1,1-1,-1 0,1 1,-1 0,0 0,0-1,-1 1,1 0,0 0,-1 1,2 4,-2-3,-1-1,1 1,-1 0,0 0,0-1,-1 1,1 0,-1-1,0 1,0 0,-1-1,1 1,-1-1,0 0,-1 1,1-1,0 0,-1 0,-5 5,-5 4,0 0,-2 0,1-2,-19 12,14-11,1 2,-21 19,30-25,-1 0,0-1,-1 0,0-1,0 0,0-1,-1 0,-13 3,-4 3,12-4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4:53.35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547 0,'-1'26,"-1"-1,-1 1,-1-1,-1 0,-2-1,0 1,-1-1,-2 0,-22 39,-6 21,-10 17,10-17,3-4,-24 46,49-107,2 0,0 1,-5 21,9-26,-1 1,0-1,-1 0,-1 0,-1-1,-13 21,4-9,0 1,2 0,0 1,-15 47,-22 44,44-105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4:56.31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 0,'-2'95,"4"102,0-192,-1 0,0-1,1 1,0-1,0 0,0 1,1-1,-1 0,1 0,0-1,0 1,1-1,-1 1,1-1,-1 0,1 0,0 0,0-1,0 0,1 1,-1-2,1 1,-1 0,7 1,7 2,1 0,-1-1,1 0,34 0,208-6,-261 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4:59.95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162 0,'0'558,"0"-551,-1 0,0 1,0-1,0 0,-1 1,0-1,0 0,-1 0,0 0,-6 11,-2-3,0 0,-24 24,20-23,1 1,-15 21,26-32,0-1,1 0,-1 1,1 0,0-1,0 1,1 0,0 0,0 0,0 0,1 0,0 8,2 4,0 1,9 28,-4-17,-3-10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5:40.55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1134,'2'9,"0"-1,0 1,1-1,0 0,0 0,1 0,5 8,4 11,0 0,1-2,1 0,25 33,-23-35,0 0,-2 2,15 33,-27-50,1 0,0-1,0 1,0-1,8 10,-11-16,0 0,0 0,0 0,0 0,0 0,0 0,0-1,0 1,0 0,0 0,1-1,-1 1,0-1,0 1,1-1,-1 0,0 1,1-1,-1 0,0 0,1 0,-1 0,0 0,1 0,-1 0,0-1,1 1,-1 0,0-1,0 1,1-1,-1 1,0-1,0 0,0 1,0-1,0 0,0 0,0 0,0 0,0 0,0 0,1-2,12-15,-1 0,0-1,10-23,29-41,175-184,-219 258,0-1,0 0,-1 0,-1 0,0-1,0 0,-1 0,0-1,-1 1,3-15,0-11,6-74,-12 101,22-170,-20 152,2 0,1 1,1 0,2 0,0 1,18-35,-14 33,-1-1,-1 0,-2 0,12-61,-8 12,-8 52,0 0,0-29,-4 33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7:22.4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40 0,'0'5,"-4"5,-2 7,-4-1,-1 2,2-2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7:33.89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797 0,'-8'1,"0"0,-1 1,1 0,-14 5,-25 5,-1-5,-46 13,58-11,-2-1,-68 4,79-9,0 0,-27 7,3 0,-57 14,104-22,0-1,0 1,0 0,-1 0,2 0,-1 0,0 1,0 0,1 0,-1 0,1 0,0 0,0 0,0 1,1 0,-1 0,1-1,0 1,0 1,0-1,1 0,-1 0,1 1,0-1,0 0,0 7,-2 15,1 0,1 0,3 37,-1-30,-1-10,0 0,-2 0,-1 0,-6 28,3-22,2 1,2 1,0-1,2 0,2 0,0 0,2 0,1 0,2 0,1-1,1 0,19 42,5 32,-13-36,-9-25,-8-30,0-1,0 1,1-1,8 16,-10-24,0 1,0-1,0-1,1 1,-1 0,1 0,-1-1,1 0,0 1,0-1,0 0,0 0,1-1,-1 1,0-1,1 1,-1-1,1 0,3 0,26 3,-1-2,1-2,46-4,10 0,-75 4,1-1,-1 0,0-1,0 0,-1-2,1 1,-1-2,1 0,12-6,53-15,-65 22,0 1,-1-1,1-1,-1-1,0 0,20-13,-27 13,-1 0,0-1,0 0,-1 0,1 0,-2 0,1 0,-1-1,0 0,0 0,-1 0,0 0,1-10,18-49,-12 46,0-1,-1 0,-1 0,-1-1,4-38,-5 5,-2-67,-2 108,1 0,0 0,1 0,0 0,2 0,6-15,-5 15,-1 0,-1-1,0 0,-1 0,2-23,8-112,0-17,-12 165,-1-1,0 1,0 0,0 0,-1-1,1 1,-1 0,0 0,0 0,0 0,0 0,0 0,-1 0,1 0,-1 0,0 1,0-1,0 1,0-1,0 1,-5-4,2 4,0-1,-1 1,0 0,1 1,-1-1,0 1,0 0,0 0,1 1,-1 0,-7 0,-35 0,-147 6,153 4,25-5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7:39.50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1485,'1'-20,"1"0,9-35,-7 34,0 0,1-26,-4-354,-3 191,4 189,0-1,11-41,-2 11,15-80,-24 123,0 0,0 0,1 0,0 0,1 1,0-1,0 1,0 0,1 0,1 0,-1 1,1 0,1 0,-1 1,1-1,0 1,0 1,1-1,10-4,148-50,-141 53,1 1,1 2,-1 0,44 1,355 4,-363-7,-59 6,0-1,0 1,0-1,0 0,0 0,0 0,0 0,0-1,0 1,0-1,-1 0,1 1,-1-1,1-1,-1 1,0 0,3-3,-5 4,0 0,1 0,-1 1,0-1,1 0,-1 0,0 0,0 0,0 1,0-1,0 0,0 0,0 0,0 0,0 1,0-1,0 0,0 0,-1 0,1 0,0 1,-1-1,1 0,0 0,-1 1,1-1,-2-1,-23-11,-32 4,40 9,-1-2,1 0,-1-1,1 0,0-2,0 0,-19-8,14 6,19 6,0 0,0 1,0-1,0 0,0 0,0-1,0 1,0-1,0 1,1-1,-1 0,0 0,-3-4,7 6,-1-1,0 0,0 1,0-1,1 0,-1 1,0-1,0 0,1 1,-1-1,1 1,-1-1,1 1,-1-1,1 1,-1-1,1 1,-1-1,1 1,-1 0,1-1,0 1,-1 0,1-1,-1 1,1 0,0 0,-1 0,1 0,0 0,0-1,-1 1,1 1,0-1,-1 0,2 0,30-3,-31 3,42-2,0 1,48 7,-75-4,0 1,0 0,0 2,-1-1,1 2,-1 0,0 1,24 16,-36-21,0 0,0 0,0 1,0-1,0 1,-1-1,1 1,-1 0,0 0,0 1,0-1,0 0,-1 1,1-1,-1 1,0-1,0 1,0-1,0 1,-1 0,1 0,-1-1,0 1,0 0,-1 0,1-1,-1 1,0 0,0-1,0 1,-2 4,0-2,1 0,-2 0,1 0,-1-1,0 1,0-1,0 0,-1 0,0 0,0-1,0 0,0 0,-1 0,1 0,-1-1,-11 5,-17 3,15-5,-1 1,1 0,1 2,-1 0,1 1,-16 12,33-21,0 0,-1 0,1 0,0 0,0 0,0 0,-1 0,1-1,0 1,-1 0,1-1,-1 1,1-1,-1 0,1 1,-1-1,1 0,-1 0,1 0,-1 0,1 0,-3-1,3 1,0-1,-1 0,1 0,0 0,0 0,0 0,0-1,1 1,-1 0,0 0,0-1,1 1,-1 0,1-1,-1 1,1 0,-1-1,1-2,-2-12,1 0,0 0,3-25,-1 22,1-144,-1 140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8:24.306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824 29,'1'3,"-1"0,-1 0,1 0,0 0,-1 0,1 0,-1 0,0 0,0 0,0-1,0 1,-1 0,1-1,-1 1,0-1,1 1,-1-1,0 0,0 0,-1 0,1 0,0 0,-1 0,1-1,-1 1,1-1,-6 2,-5 1,-1 0,1-1,0-1,-1-1,-14 1,-33 5,-190 59,120-38,-1-1,125-26,1 0,-1 0,1 1,-1 0,1 0,0 0,0 1,0 0,0 0,-8 6,11-6,0 0,0 1,0-1,1 0,-1 1,1 0,0-1,1 1,-1 0,0 0,1 0,0 0,0 0,0 0,1 1,-1-1,1 6,1 153,2-58,-4-100,1 1,0-1,0 0,0 0,1 0,0 1,0-1,0 0,1 0,0 0,-1-1,2 1,-1 0,1-1,-1 1,1-1,0 0,1 0,-1 0,1 0,0-1,0 1,0-1,0 0,1 0,-1 0,1-1,-1 0,1 0,0 0,0 0,0-1,0 0,0 0,0 0,1-1,-1 1,10-2,349 1,-143-3,-206 5,0-1,0 2,0 0,0 1,25 10,-22-8,0 0,0-1,24 3,41 5,-53-7,-1-1,40 1,-19-7,-15 0,-1 2,1 1,61 11,-68-8,50 4,-49-7,47 9,-30-4,0-1,1-3,-1-2,49-5,12 1,-97 3,0 0,0-1,0 0,0 0,-1-1,1-1,-1 0,1 0,14-7,-19 7,0 0,-1-1,1 1,-1-1,1 0,-1 0,0-1,-1 1,1-1,-1 0,0 0,0 0,0 0,-1 0,0-1,0 1,2-10,0 3,0 0,1 0,0 0,0 0,2 1,-1 0,16-19,-15 21,1-6,-1-1,-1 0,0 0,-1-1,0 0,-2 1,0-1,0-1,-1-23,-1-1,-1 20,1-1,4-24,-3 39,-1 1,2-1,-1 0,1 1,0-1,1 1,0 0,0 0,9-11,-9 12,1 0,-1-1,-1 0,1 0,-1 0,0 0,-1-1,0 1,0-1,-1 1,1-1,-1-8,-1 13,0 0,1 0,-1 0,-1 0,1 0,0 0,-1 0,0 0,1 0,-1 0,0 0,-1 1,1-1,0 0,-1 1,1-1,-1 1,0-1,0 1,0 0,0 0,0 0,-1 0,1 0,-1 0,1 1,-1-1,0 1,1 0,-1-1,0 1,-5-1,-75-10,-1 4,-138 3,191 4,-60-12,58 8,-45-3,-596 6,328 4,323-2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05:58:31.372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0 932,'113'-99,"-106"94,0-1,0 1,0 0,1 1,-1 0,12-4,-10 4,0-1,0 1,0-2,13-9,-4-1,0 1,1 0,1 2,26-14,-37 21,-1 1,0-1,0 0,-1-1,0 0,0 0,7-10,-6 7,1 1,0 0,0 0,11-8,1 1,-2-1,0 0,-1-2,-1 0,20-29,-21 27,1 0,1 0,0 2,41-33,-47 45,0 0,0 1,0 1,1-1,0 2,0 0,1 1,-1 0,24-1,14 1,67 6,-34-1,418-2,-497 0,0 0,0 0,1-1,-1 1,0-1,0-1,-1 1,1-1,6-2,-10 3,0 0,0 1,0-1,0 0,0 0,0 0,0 0,-1 0,1 0,0 0,0 0,-1 0,1 0,-1-1,1 1,-1 0,1 0,-1-1,0 1,0 0,1 0,-1-1,0 1,0 0,0-1,0 1,-1 0,1 0,0-1,-1 1,1 0,0 0,-1-1,0 1,1 0,-1 0,0 0,1 0,-1 0,-2-2,-11-18,0 0,-2 1,0 1,-1 1,-1 0,-34-25,50 42,0-1,0 1,1 0,-1-1,0 1,1-1,-1 0,1 1,-1-1,1 0,0 0,-2-2,9 2,12 14,97 88,-34-28,-52-49,-15-12,0 1,0 0,-1 0,0 2,-2-1,14 20,-24-31,0-1,0 1,0-1,-1 1,1 0,0-1,-1 1,1 0,-1-1,0 1,1 0,-1 0,0 0,0-1,0 1,0 0,-1 0,1-1,0 1,-1 0,1 0,-1-1,0 1,1 0,-1-1,0 1,0-1,0 1,0-1,0 1,0-1,-1 0,1 0,0 1,-1-1,1 0,-1 0,1 0,-1-1,0 1,-2 1,-10 4,0-1,-1 0,1-1,-18 3,8-2,-126 32,148-36,0-1,0 1,-1-1,1 1,0-1,-1 0,1 0,0 0,0 0,-1 0,1-1,0 1,0 0,-1-1,1 0,0 0,0 0,0 0,0 0,0 0,0 0,0 0,-3-3,3 0,0 1,0 0,0-1,0 1,0-1,1 1,-1-1,1 0,0 0,0 0,1 1,-1-8,0-5,1 0,1 0,1 0,0 0,1 1,5-17,47-153,-48 169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13:52:46.43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163 1,'0'38,"1"-4,0 0,-3 0,0 0,-3 0,-1-1,-18 61,15-69,6-14,-1-1,-1 1,1-1,-1 0,-1 0,0 0,-14 16,12-15,1 0,0 0,0 1,1 0,1 0,0 1,1 0,0-1,1 1,0 0,1 1,1-1,0 0,0 1,2-1,-1 0,6 26,-2-27,1 0,0 0,0 0,1 0,1-1,0 0,0-1,1 1,16 15,-2-5,1-1,0-1,28 16,20 5,-49-28,-1 0,26 20,-40-27,0 1,0 1,-1-1,0 1,0 1,-1-1,0 1,0-1,7 18,-3-2,3 6,22 42,121 226,-138-255,20 78,-24-73,25 61,-18-60,-2 1,22 94,-24-67,-4-28,-3 1,-1 1,1 69,-9-80,1-1,13 71,-9-75,-2 0,-1 54,-3-55,2 0,10 62,-4-51,-3-1,-1 1,-4 59,4 59,10-90,-8-53,-1 0,1 30,-4-25,-3 217,-3-213,-1 1,-19 55,3-13,2-16,14-43,1 0,1 0,0 1,-3 17,-6 46,7-46,2 0,-2 43,5-47,0 1,-1-1,-9 39,-4 43,3-8,-15 62,22-130,1 0,1 0,3 42,1-42,-2 0,-1 0,-9 46,-17 53,25-110,0-1,1 1,2 0,1 22,0-24,-1 1,-1 0,0 0,-5 21,6-40,0 0,-1 0,1 0,0 0,0 0,0 0,-1-1,1 1,0 0,-1 0,1 0,0 0,-1-1,1 1,-1 0,0-1,1 1,-1 0,0-1,1 1,-1-1,0 1,1-1,-1 1,0-1,0 1,0-1,1 0,-3 1,1-1,1-1,-1 1,1-1,-1 1,1-1,-1 0,1 0,0 0,-1 1,1-1,0 0,0-1,-1 1,-1-2,-3-5,-1-1,1 1,-9-18,-19-44,6 14,-40-115,54 147,9 23,6 17,20 102,-16-79,2 0,2 0,20 57,-27-92,0-1,0 1,0-1,1 1,0-1,-1 0,1 0,0 0,0-1,1 1,-1-1,0 0,1 0,0 0,-1 0,1 0,0-1,0 0,0 0,0 0,0 0,0 0,0-1,0 0,0 0,0 0,0 0,5-2,15 0,0-2,-1-1,37-13,-47 14,168-61,-160 56,0-1,-1-2,-1 0,0-1,0 0,22-23,-12 10,2 1,60-37,-71 49,0 1,1 1,1 1,0 1,30-9,-30 13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6:58:59.0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13:46:35.36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1779 1,'-12'1,"1"0,0 1,-1 0,-10 5,-41 5,-71 2,-54 1,165-14,0 2,-39 8,13-1,-75 19,35-6,-44 17,2-1,87-28,27-6,-1-1,-35 4,-41 6,24-2,2-3,2 0,-84 1,57-16,92 6,0 1,0-1,0 1,0-1,0 1,0-1,0 1,0 0,0-1,0 1,0 0,1 0,-1 0,0 0,0 0,1 0,-1 0,1 0,-1 0,1 0,-1 0,1 0,0 0,0 0,-1 0,1 0,0 0,0 1,0 0,0 41,1-33,5 628,-7-397,1-230,2 0,-1 0,1 0,1 0,0 0,1 0,0-1,0 1,1-1,1 0,0-1,12 17,-14-18,0 0,0 0,-1 1,0-1,-1 1,0-1,2 12,-3-10,1-1,0 0,1 0,0 0,5 10,-7-16,1 0,1 0,-1 0,0 0,1 0,-1-1,1 1,0-1,0 1,0-1,0 0,0 0,1-1,-1 1,1-1,-1 1,5 0,7 1,-1-1,1 0,0-1,-1 0,16-2,-14 0,-1 1,1 1,-1 0,23 5,10 3,1-2,-1-3,1-1,80-7,-16 1,467 3,-558-2,0-1,0-1,0 0,-1-2,38-15,38-10,-67 24,81-22,-101 26,0-1,0 0,-1-1,1 0,-1 0,0-1,-1 0,11-10,-13 7,-1 1,0-1,0-1,-1 1,0-1,-1 0,0 1,-1-1,0-1,0 1,-1-13,4-5,0-21,-1 0,-6-80,3-43,6 124,2 0,21-66,-1 5,-5 23,-16 62,-1 0,-1 0,-1-1,-1 0,0-29,-3 31,-2 0,-1 0,-8-40,8 55,-1-1,0 1,0 0,-1-1,0 2,-1-1,1 0,-1 1,-1 0,1 0,-1 1,-12-11,13 14,4 2,-1 0,0-1,0 1,1 0,-1 0,0-1,1 1,0-1,-1 1,1-1,0 0,0 0,0 1,0-1,0 0,0 0,0 0,1 0,-1 0,0-4,5-1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13:46:39.16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1,'2'14,"1"0,0 0,1 0,0-1,1 1,1-1,12 21,-4-7,6 10,3-2,41 52,-39-54,107 115,-85-100,44 60,-25-22,59 87,-121-167,1-1,-1 0,1 0,0 0,0 0,1-1,0 0,-1 0,1-1,1 1,-1-1,0-1,1 1,-1-1,1 0,0-1,9 2,4 0,0-1,1-1,-1-1,34-4,-9-3,-1-3,52-18,-63 16,-27 9,1 0,1 0,-1 1,0 0,1 0,-1 1,1 0,-1 0,1 0,0 1,-1 1,1-1,12 4,-16-3,0 0,0 0,0 0,0 0,0-1,0 1,0-1,0 0,0 0,0 0,0-1,0 0,0 0,6-1,-8 0,0 0,0 0,0 0,0 0,0 0,0 0,-1 0,1-1,-1 1,1-1,-1 1,0-1,0 0,0 1,0-1,-1 0,1 0,-1 1,0-1,0 0,0-5,1-4,1-86,-2 91,-1 1,1 0,-1-1,0 1,-1 0,0 0,0 0,0 0,0 0,-1 0,0 1,-6-8,1 7,0 0,-1 1,1 1,-1 0,0 0,-1 0,1 1,-1 1,1-1,-1 2,-11-2,13 2,43 4,63-4,-28-1,25 0,102 5,-188-3,0 1,0 0,0 1,0 0,0 1,0 0,-1 0,13 7,-18-8,0 0,0 1,0-1,0 1,0 0,0 0,-1 0,0 0,1 0,-1 1,0-1,-1 1,1-1,0 1,-1 0,0 0,0 0,0 0,-1-1,1 1,-1 5,0 3,0 0,-1-1,0 1,-1-1,-1 1,0-1,0 0,-9 19,1-8,-1 1,0-2,-17 22,-16 2,7-9,38-35,-1 0,1 0,-1 0,0 0,1 0,-1-1,0 1,0 0,1 0,-1 0,0-1,0 1,0-1,0 1,0 0,0-1,0 0,0 1,0-1,0 0,0 1,0-1,-1 0,1 0,0 0,0 0,0 0,0 0,0 0,0 0,0-1,0 1,-1 0,1-1,0 1,0 0,0-1,0 0,0 1,1-1,-1 1,0-1,0 0,0 0,0 1,1-1,-1 0,0 0,1 0,-1 0,1 0,-1 0,1 0,-1 0,1 0,0 0,0 0,-1-2,-4-12,0-1,0 0,-2-21,3 13,-42-93,37 84,3 1,0-1,2 0,1-45,2 69,1 0,0 0,1 0,0 0,0 0,1 0,0 0,1 0,0 1,0-1,1 1,9-15,-4 10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13:46:44.40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1,'2'0,"0"0,0 0,0 1,0-1,0 1,0-1,0 1,0 0,0 0,0-1,0 2,0-1,-1 0,1 0,0 0,-1 1,1-1,-1 1,0-1,1 1,-1 0,0-1,0 1,0 0,0 0,0 0,0 0,0 2,3 9,-1 0,-1-1,2 25,3 9,31 90,-37-129,0 0,1-1,0 1,0 0,0 0,1-1,0 0,1 1,-1-1,1-1,1 1,-1 0,1-1,-1 0,2 0,-1 0,0-1,1 0,0 0,0 0,0-1,0 0,11 4,-11-5,0 0,0-1,1 0,-1 0,1 0,-1-1,1 0,11-1,-13-1,-1 1,1-1,0 0,-1-1,1 1,-1-1,0 0,0 0,0 0,-1 0,1-1,3-4,17-12,-19 17,-1 0,0 0,0 0,0-1,0 0,-1 0,1 0,4-7,-8 10,0 1,0-1,0 1,0-1,0 0,-1 1,1-1,0 1,0-1,-1 1,1-1,0 0,0 1,-1-1,1 1,-1 0,1-1,0 1,-1-1,1 1,-1 0,1-1,-1 1,1 0,-1-1,1 1,-1 0,0 0,1 0,-1-1,1 1,-1 0,0 0,1 0,-1 0,0 0,-29-4,22 3,2 0,0 0,1-1,-1 0,0 0,1 0,-1-1,1 0,-1 0,1 0,0-1,-5-4,9 7,0 0,0-1,-1 1,2 0,-1 0,0 0,0-1,0 1,0 0,1-1,-1 1,1-1,-1 1,1-1,-1 1,1-1,0 1,0-1,0 0,0 1,0-1,0 1,0-1,1 1,-1-1,0 1,1-1,-1 1,1-1,0 1,-1 0,1-1,0 1,0 0,0-1,0 1,0 0,0 0,0 0,1 0,-1 0,0 0,0 0,1 1,-1-1,1 0,1 0,13-10,-1 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13:47:27.95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46 293,'-3'155,"6"168,0-310,-1 0,2 0,0 0,0 0,1-1,1 0,0 0,1 0,0-1,1 0,0 0,10 10,11 18,-21-25,-1 0,0 1,-1-1,-1 1,0 1,-1-1,-1 1,0-1,-1 1,0 21,10 55,-9-71,0 0,-2-1,-1 26,0-24,0 1,5 25,-4-45,0 0,0 1,0-1,1-1,-1 1,1 0,-1 0,1 0,0-1,0 1,1-1,-1 0,0 0,1 1,-1-1,1-1,0 1,0 0,0-1,0 1,0-1,0 0,0 0,0 0,0-1,0 1,7 0,11 1,0-1,0-1,27-3,-20 1,32-1,1 3,-1 2,77 13,-95-9,49 1,-51-5,57 9,67 17,-136-24,0 0,46 0,-46-4,0 2,51 9,-45-5,1-1,-1-2,53-2,-43-2,60 8,-12 4,-45-7,59 14,-74-12,60 3,10 2,-31-2,1-4,128-6,-66-2,-33 1,114 5,-132 9,-55-6,49 2,69 5,26 1,274 7,-284-4,163-2,-260-12,0 3,110 23,-6 1,148-3,-125-15,26 2,-54-3,-115-10,-1 3,85 16,-81-11,-1-1,2-3,73-2,2 0,-13 10,-67-6,49 0,-62-5,49 9,-50-6,52 3,-7-7,165-4,-138-9,47-2,747 15,-880-3,0 0,0-1,0-1,-1-1,0-1,0 0,0-1,29-17,-33 17,1 1,-1 0,1 2,1 0,20-3,85-5,-120 12,188-27,-130 16,120-6,-152 15,1-1,0-2,0-1,-1-1,0-1,36-16,-21 3,-32 15,0 0,0 1,22-7,42-9,-33 9,51-9,-68 16,44-15,-50 13,0 1,1 1,0 1,21-2,68-9,-38 4,-43 6,56-17,-54 13,45-9,-51 14,-1-2,-1 0,1-2,-1-1,0 0,-1-2,23-14,8 1,-44 22,0-1,0-1,0 0,-1 0,9-6,-13 8,0-1,0 0,-1 0,1 0,-1 0,0 0,0 0,0-1,0 1,0-1,-1 1,0-1,1 0,-1 0,0-5,4-33,-2-1,-2 1,-5-46,1-12,3 48,1-7,-3 0,-13-89,8 110,-2 1,-2 0,-1 0,-22-44,19 45,-14-49,20 55,-1 0,-2 1,-16-29,16 35,11 19,-1 1,1-1,-1 1,1 0,-1-1,-1 1,1 0,0 0,-1 0,1 0,-1 1,0-1,0 1,0-1,0 1,0 0,0 0,-1 1,1-1,-1 1,1-1,-1 1,0 0,0 1,1-1,-1 0,-7 1,-261 0,118 3,-1539-3,1679 1,0 1,1 0,-1 1,1 0,0 1,-19 9,-40 11,6-12,-80 5,53-6,50-4,-59 0,-43-10,-160 6,156 22,110-16,-1-1,-76 3,-673-12,757-1,-1-1,2-2,-47-12,46 8,0 3,0 0,-49-1,34 7,-19 1,-130-16,-23-12,167 22,0 1,-65 5,-58-3,103-11,54 9,-1 0,-30-2,12 5,-24 0,-74-12,81 4,-9-2,0 2,-80 0,119 9,0-1,-1-1,-45-10,24 5,0 2,0 1,0 3,-50 5,-10-1,-476-3,551-2,-58-10,58 6,-57-2,31 8,-10 0,-121-15,4 1,16 1,119 8,-66 2,-9 0,52-10,52 9,1 0,-28-1,-265 5,146 1,151 0,1 1,-1 1,1 0,0 1,0 0,0 1,-22 12,18-9,0-1,0 0,-33 7,35-12,1 1,0 1,0 0,0 1,0 1,1 0,0 1,0 1,1 0,0 0,-13 12,13-12,0-1,0-1,0 0,-1-1,0 0,0-1,-1-1,1 0,-26 1,-47 12,60-8,2 0,0 0,-1-2,0-1,-40 2,44-5,-1 0,-25 7,25-4,-47 3,53-7,-6-1,-46 7,62-5,-1 0,0 0,0 1,1-1,0 2,-1-1,1 1,1 0,-11 8,11-7,-1-1,1 0,-1 0,0-1,0 0,-8 3,7-3,71-1,-40-2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13:47:30.94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1 979,'1'-11,"0"1,1-1,0 1,7-17,1-8,-2 10,1 1,2 1,0 0,1 0,28-37,9-4,14-24,-57 79,1 1,0 0,0 0,1 1,-1 0,2 1,-1-1,1 1,0 1,0 0,1 0,11-3,-7 1,0 0,-1 0,0-1,19-15,-24 16,1 1,-1 0,1 1,1 0,-1 1,0 0,1 0,14-3,89-15,-64 15,-7 1,47-1,-48 5,52-9,76-16,-134 22,0 1,1 1,56 5,-47-1,-63-16,-18-4,-165-87,162 85,-44-32,29 18,53 35,1 0,0 0,-1 0,1 0,0-1,-1 1,1 0,0 0,0 0,-1 0,1 0,0 0,-1-1,1 1,0 0,0 0,-1 0,1-1,0 1,0 0,0 0,-1-1,1 1,0 0,0 0,0-1,0 1,0 0,0-1,-1 1,1 0,0-1,0 1,0 0,0 0,0-1,0 1,0 0,0-1,0 1,0 0,1-1,-1 1,0 0,0-1,0 1,19-5,28 8,-15 7,-1 2,0 2,0 0,-2 2,40 28,-58-36,0 1,-1-1,0 2,0-1,-1 1,-1 1,11 15,-19-24,1 0,-1 1,1-1,-1 0,0 0,0 0,0 1,0-1,0 0,0 0,-1 1,1-1,-1 0,0 0,1 0,-1 0,0 0,0 0,-1 0,1 0,0 0,0-1,-1 1,1 0,-1-1,0 1,1-1,-1 0,0 1,-3 0,-8 9,-1-2,-24 13,36-21,-1 1,-1 0,1 0,0 0,0 0,0 1,0 0,0-1,1 1,-1 0,1 0,0 1,0-1,0 0,0 1,1-1,-3 7,1 1,1 1,0 0,0 24,-5 23,6-51,0-1,-1 0,0 0,0 0,-1-1,0 1,0 0,-1-1,1 0,-1 0,-1 0,1 0,-1-1,0 1,0-1,-1 0,1-1,-1 0,0 0,-1 0,1 0,-10 3,-52 20,75-36,-1 1,1 0,16-14,-6 12,0 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13:48:35.345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1 1,'2'0,"1"1,-1-1,1 1,-1 0,0-1,1 1,-1 0,0 1,0-1,0 0,0 1,0-1,0 1,0-1,0 1,0 0,1 2,27 39,-21-28,16 22,-4-3,2-1,44 47,-60-72,1 0,1-1,-1 0,1 0,0-1,1 0,0-1,-1 0,2 0,-1-1,0-1,1 0,0 0,13 1,60 7,-38-5,56 2,1037-9,-1106 2,59 12,-59-7,58 2,57-10,108 4,-154 10,-61-6,53 2,-79-8,33 0,-1 2,71 11,-68-5,83 1,12 1,-27 0,196-8,-149-4,1026 2,-1160-2,57-10,-55 7,53-3,-63 6,0-1,-1-1,1-1,-1-1,36-14,-36 11,1 2,-1 0,1 1,0 2,36-3,-48 6,-3 2,-1-1,1-1,-1 0,1 0,13-3,-18 2,0 1,0-1,0 1,-1-1,1 0,-1 0,1 0,-1-1,0 1,0 0,0-1,0 1,0-1,0 0,-1 0,0 0,2-4,2-5,-1-1,0 1,-1-1,0 0,-1 0,-1 0,0 0,0-1,-2 1,1 0,-2 0,0 0,-6-21,2 17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13:48:38.527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1 1,'-1'29,"2"0,2 0,0-1,2 1,13 42,82 195,2-46,-89-195,1-1,1 0,1-1,24 27,67 74,-91-102,14 20,1-1,3-1,61 57,-61-72,2-2,66 34,-8-6,-53-29,-1-2,2-1,1-3,0-1,1-2,0-3,1-1,0-2,0-2,72-1,-94-4,-13 1,-1-1,0 0,1-1,-1 0,13-3,-20 3,0 0,1 0,-1 0,0 0,0 0,0 0,0-1,0 1,0-1,0 0,0 1,0-1,-1 0,1 0,-1 0,1 0,-1 0,0-1,0 1,0 0,0 0,0-1,-1 1,2-6,0-8,0 0,-1 0,0-1,-2 1,0-1,0 1,-8-30,0 15,-2 0,-28-57,27 66,10 19,11 14,-8-10,14 19,2-1,-1 0,2-2,1 0,27 20,-42-35,-1 1,0-1,0 1,0 0,0 0,0 0,0 0,-1 1,1-1,-1 1,0 0,0-1,-1 1,1 0,-1 0,0 0,0 0,0 0,0 0,-1 1,1-1,-1 0,0 0,-1 0,1 1,-1-1,0 0,0 0,-1 5,-1-1,0 0,0 0,0-1,-1 1,0-1,-1 0,1 0,-1 0,-1-1,1 0,-1 0,0 0,-1-1,-6 6,-9 2,-106 61,113-67,-1-1,1 0,-1-1,0 0,0-1,-30 2,44-5,0-1,0 0,0 0,0 0,1 0,-1 0,0 0,0 0,0 0,1-1,-1 1,0-1,0 1,1-1,-1 0,0 0,1 1,-1-1,1 0,-1-1,1 1,-1 0,1 0,0-1,0 1,-1 0,1-1,0 1,0-1,1 0,-1 1,0-1,0 0,1 1,-1-1,1 0,0 0,-1 0,1-2,0-7,1 0,0 0,1 0,0 0,5-16,1-7,-6 6,0 0,-3-32,0 33,1-1,4-28,-4 55,1 0,-1 0,1 0,-1 0,1 0,0 0,0 0,-1 0,1 0,0 0,0 1,0-1,0 0,0 1,0-1,0 1,0-1,0 1,0-1,0 1,0 0,1-1,-1 1,0 0,1 0,41-4,-20 2,59-6,-68 8,0 0,0-2,-1 1,1-1,0-1,-1-1,0 0,24-10,-24 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13:48:58.474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112 1,'-1'6,"0"-1,-1 1,1 0,-1-1,0 0,0 1,-1-1,0 0,-4 7,-16 36,18-15,1 0,2 0,1 1,1-1,6 37,7 0,-8-51,-1 0,1 32,-2-7,-3 0,-1 0,-3 0,-11 55,13-90,-4 14,4-24,1-14,3-94,-4-76,-3 153,-16-61,13 65,2 0,-6-55,10 55,0 9,1-1,0 0,2 0,0 1,7-35,-7 54,-1-1,1 0,-1 1,0-1,1 0,-1 1,1-1,0 1,-1-1,1 1,-1 0,1-1,0 1,-1-1,1 1,0 0,0 0,-1-1,1 1,0 0,0 0,-1 0,1 0,0 0,0 0,-1 0,1 0,0 0,0 0,-1 0,1 1,0-1,0 0,-1 0,1 1,0-1,-1 0,1 1,0-1,0 2,36 21,-27-16,10 5,0-1,1 0,1-1,-1-2,2 0,38 8,-46-13,-1 1,1 0,-1 1,0 1,-1 0,1 1,-1 0,0 1,22 18,-27-19,1 0,-1-1,1 0,0 0,0-1,1-1,-1 1,1-2,12 4,-19-6,3 0,0 1,0-1,-1 1,1 0,-1 0,9 6,-16-7,0 0,0 1,0-1,-1 0,1 0,0 0,0 0,0-1,-1 1,1 0,0-1,-4 1,-3 1,-5 3,1 1,-1 0,1 1,-16 12,-29 15,42-25,1 1,0 1,0 0,1 1,1 1,0 0,0 1,-13 20,3-7,20-22,-1-1,1 0,-1 1,0-2,0 1,0 0,-1-1,0 0,1 0,-1 0,0-1,0 1,0-1,-1 0,1-1,0 1,-1-1,1 0,-11 0,11-1,-3 0,0 1,1-1,-1 1,1 1,0-1,-1 1,1 1,-7 2,11-1,7-1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2T13:52:41.79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244 10,'-1'5,"0"1,0-1,0 0,-1 1,0-1,0 0,0 0,0 0,-1-1,0 1,0 0,-7 6,-51 54,43-48,-83 94,98-109,-22 31,25-33,-1 1,1-1,0 1,0-1,0 0,-1 1,1-1,0 1,0-1,0 0,0 1,0-1,0 1,0-1,0 1,0-1,0 0,0 1,0-1,0 1,0-1,0 0,1 1,-1-1,0 1,0-1,0 0,1 1,-1 0,23-1,-14-2,0-1,0-1,0 0,0 0,0-1,-1 0,0 0,13-12,-10 8,0 1,0 1,0 0,14-6,188-94,-66 29,-119 59,-25 16,1 0,-1 1,1-1,0 1,0-1,0 1,0 0,0 1,1-1,4-1,-7 4,-1 0,1-1,0 1,0 0,0 0,-1 0,1 0,-1 1,1-1,-1 0,1 1,-1-1,0 1,1-1,-1 1,0-1,0 1,1 2,19 38,-18-37,20 39,2-2,34 46,-32-52,-2 2,37 74,-52-89,2 0,0-1,2 0,18 22,-26-38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1CB42-D47B-CE44-8DEE-D3A42889BE6E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18A63-2409-0241-8255-D95D06F65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490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A284C-79A3-AE45-A29D-322D8EC7B22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281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 space a technicality needed for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39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292EF-1FDB-8354-5DEC-8BB93897F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7F52F4-AA59-3359-41F7-1982508CA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12414-4FA5-360D-6338-C9041918B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 space a technicality needed for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512AF-29DE-537F-995A-2B3D312BD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26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 space a technicality needed for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25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 space a technicality needed for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42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 space a technicality needed for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878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 space a technicality needed for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66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other one was ¼…..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4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 space a technicality needed for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39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 space a technicality needed for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181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 space a technicality needed for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29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 space a technicality needed for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256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Enter probability theory to save the day!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49CFC-72C6-1043-86B8-55262802C37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541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Enter probability theory to save the day!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49CFC-72C6-1043-86B8-55262802C37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1078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 probability theory to save the day!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49CFC-72C6-1043-86B8-55262802C37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6717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32685-8BAD-4C42-A7AC-6DEFBEE7F43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534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people to fill in these pieces.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9CADE-469F-1B4A-8D92-FC5661BF312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538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</a:t>
            </a:r>
            <a:r>
              <a:rPr lang="en-US" baseline="0" dirty="0"/>
              <a:t> understand the psych literature, this is essential to understand...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A284C-79A3-AE45-A29D-322D8EC7B22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8299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AFFA879-6DB8-8543-942D-1896C951E9C7}" type="slidenum">
              <a:rPr lang="en-US" sz="1200"/>
              <a:pPr/>
              <a:t>28</a:t>
            </a:fld>
            <a:endParaRPr lang="en-US" sz="12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Harder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than physics!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3461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FBA83A-6341-8B49-8B29-27B8F9BF641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384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2CFDC1-6139-4C7D-A273-5938D927896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315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</a:t>
            </a:r>
            <a:r>
              <a:rPr lang="en-US" baseline="0" dirty="0"/>
              <a:t> is witness; hypothesis is cab being blue…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A5D8FC-E596-E34E-83F5-25FF5AC30F6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876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Arrow is correct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A5D8FC-E596-E34E-83F5-25FF5AC30F6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052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F81B92-C351-0D43-B92F-970F3716AD88}" type="slidenum">
              <a:rPr lang="en-US"/>
              <a:pPr/>
              <a:t>34</a:t>
            </a:fld>
            <a:endParaRPr lang="en-US"/>
          </a:p>
        </p:txBody>
      </p:sp>
      <p:sp>
        <p:nvSpPr>
          <p:cNvPr id="982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82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Danny won </a:t>
            </a:r>
            <a:r>
              <a:rPr lang="en-US" dirty="0" err="1"/>
              <a:t>nobel</a:t>
            </a:r>
            <a:r>
              <a:rPr lang="en-US" dirty="0"/>
              <a:t> prize based on their work together on prospect theory</a:t>
            </a:r>
            <a:r>
              <a:rPr lang="en-US" baseline="0" dirty="0"/>
              <a:t>. One of my late advisors spoke of Tversky as the most intelligent man he had ever met in his life.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2669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2CFDC1-6139-4C7D-A273-5938D927896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3859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32685-8BAD-4C42-A7AC-6DEFBEE7F43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2395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</a:t>
            </a:r>
            <a:r>
              <a:rPr lang="en-US" baseline="0" dirty="0"/>
              <a:t> is witness; hypothesis is cab being blue…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A5D8FC-E596-E34E-83F5-25FF5AC30F6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761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0DB4F1-57CA-2143-B1D1-9BA2B936574E}" type="slidenum">
              <a:rPr lang="en-US"/>
              <a:pPr/>
              <a:t>43</a:t>
            </a:fld>
            <a:endParaRPr lang="en-US"/>
          </a:p>
        </p:txBody>
      </p:sp>
      <p:sp>
        <p:nvSpPr>
          <p:cNvPr id="109977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099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Ask class how does this fit with </a:t>
            </a:r>
            <a:r>
              <a:rPr lang="en-US" dirty="0" err="1"/>
              <a:t>hyp</a:t>
            </a:r>
            <a:r>
              <a:rPr lang="en-US" dirty="0"/>
              <a:t>. space</a:t>
            </a:r>
            <a:r>
              <a:rPr lang="en-US" baseline="0" dirty="0"/>
              <a:t> &amp; prior?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425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36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3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171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49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85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638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46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37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6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501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79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15393-3CCC-4343-B59B-737CD1DF1100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13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8" Type="http://schemas.openxmlformats.org/officeDocument/2006/relationships/customXml" Target="../ink/ink3.xml"/><Relationship Id="rId3" Type="http://schemas.openxmlformats.org/officeDocument/2006/relationships/slideLayout" Target="../slideLayouts/slideLayout2.xml"/><Relationship Id="rId21" Type="http://schemas.openxmlformats.org/officeDocument/2006/relationships/customXml" Target="../ink/ink5.xml"/><Relationship Id="rId17" Type="http://schemas.openxmlformats.org/officeDocument/2006/relationships/customXml" Target="../ink/ink2.xml"/><Relationship Id="rId12" Type="http://schemas.openxmlformats.org/officeDocument/2006/relationships/image" Target="../media/image15.png"/><Relationship Id="rId2" Type="http://schemas.openxmlformats.org/officeDocument/2006/relationships/tags" Target="../tags/tag2.xml"/><Relationship Id="rId16" Type="http://schemas.openxmlformats.org/officeDocument/2006/relationships/image" Target="../media/image3.png"/><Relationship Id="rId20" Type="http://schemas.openxmlformats.org/officeDocument/2006/relationships/image" Target="../media/image16.png"/><Relationship Id="rId1" Type="http://schemas.openxmlformats.org/officeDocument/2006/relationships/tags" Target="../tags/tag1.xml"/><Relationship Id="rId5" Type="http://schemas.openxmlformats.org/officeDocument/2006/relationships/customXml" Target="../ink/ink1.xml"/><Relationship Id="rId15" Type="http://schemas.openxmlformats.org/officeDocument/2006/relationships/image" Target="../media/image2.png"/><Relationship Id="rId10" Type="http://schemas.openxmlformats.org/officeDocument/2006/relationships/image" Target="../media/image14.png"/><Relationship Id="rId19" Type="http://schemas.openxmlformats.org/officeDocument/2006/relationships/customXml" Target="../ink/ink4.xml"/><Relationship Id="rId4" Type="http://schemas.openxmlformats.org/officeDocument/2006/relationships/notesSlide" Target="../notesSlides/notesSlide2.xml"/><Relationship Id="rId14" Type="http://schemas.openxmlformats.org/officeDocument/2006/relationships/image" Target="../media/image7.png"/><Relationship Id="rId22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9.xml"/><Relationship Id="rId1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21" Type="http://schemas.openxmlformats.org/officeDocument/2006/relationships/customXml" Target="../ink/ink13.xml"/><Relationship Id="rId7" Type="http://schemas.openxmlformats.org/officeDocument/2006/relationships/customXml" Target="../ink/ink6.xml"/><Relationship Id="rId12" Type="http://schemas.openxmlformats.org/officeDocument/2006/relationships/image" Target="../media/image9.png"/><Relationship Id="rId17" Type="http://schemas.openxmlformats.org/officeDocument/2006/relationships/customXml" Target="../ink/ink11.xml"/><Relationship Id="rId2" Type="http://schemas.openxmlformats.org/officeDocument/2006/relationships/tags" Target="../tags/tag4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11" Type="http://schemas.openxmlformats.org/officeDocument/2006/relationships/customXml" Target="../ink/ink8.xml"/><Relationship Id="rId5" Type="http://schemas.openxmlformats.org/officeDocument/2006/relationships/image" Target="../media/image4.png"/><Relationship Id="rId15" Type="http://schemas.openxmlformats.org/officeDocument/2006/relationships/customXml" Target="../ink/ink10.xml"/><Relationship Id="rId10" Type="http://schemas.openxmlformats.org/officeDocument/2006/relationships/image" Target="../media/image8.png"/><Relationship Id="rId19" Type="http://schemas.openxmlformats.org/officeDocument/2006/relationships/customXml" Target="../ink/ink12.xml"/><Relationship Id="rId4" Type="http://schemas.openxmlformats.org/officeDocument/2006/relationships/notesSlide" Target="../notesSlides/notesSlide3.xml"/><Relationship Id="rId9" Type="http://schemas.openxmlformats.org/officeDocument/2006/relationships/customXml" Target="../ink/ink7.xml"/><Relationship Id="rId14" Type="http://schemas.openxmlformats.org/officeDocument/2006/relationships/image" Target="../media/image10.png"/><Relationship Id="rId22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png"/><Relationship Id="rId18" Type="http://schemas.openxmlformats.org/officeDocument/2006/relationships/image" Target="../media/image24.png"/><Relationship Id="rId3" Type="http://schemas.openxmlformats.org/officeDocument/2006/relationships/customXml" Target="../ink/ink15.xml"/><Relationship Id="rId21" Type="http://schemas.openxmlformats.org/officeDocument/2006/relationships/customXml" Target="../ink/ink22.xml"/><Relationship Id="rId7" Type="http://schemas.openxmlformats.org/officeDocument/2006/relationships/customXml" Target="../ink/ink16.xml"/><Relationship Id="rId12" Type="http://schemas.openxmlformats.org/officeDocument/2006/relationships/customXml" Target="../ink/ink18.xml"/><Relationship Id="rId17" Type="http://schemas.openxmlformats.org/officeDocument/2006/relationships/customXml" Target="../ink/ink20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3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20.png"/><Relationship Id="rId10" Type="http://schemas.openxmlformats.org/officeDocument/2006/relationships/customXml" Target="../ink/ink17.xml"/><Relationship Id="rId19" Type="http://schemas.openxmlformats.org/officeDocument/2006/relationships/customXml" Target="../ink/ink21.xml"/><Relationship Id="rId9" Type="http://schemas.openxmlformats.org/officeDocument/2006/relationships/image" Target="../media/image19.png"/><Relationship Id="rId14" Type="http://schemas.openxmlformats.org/officeDocument/2006/relationships/customXml" Target="../ink/ink19.xml"/><Relationship Id="rId22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customXml" Target="../ink/ink26.xml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2.png"/><Relationship Id="rId12" Type="http://schemas.openxmlformats.org/officeDocument/2006/relationships/image" Target="../media/image30.png"/><Relationship Id="rId2" Type="http://schemas.openxmlformats.org/officeDocument/2006/relationships/tags" Target="../tags/tag6.xml"/><Relationship Id="rId16" Type="http://schemas.openxmlformats.org/officeDocument/2006/relationships/customXml" Target="../ink/ink28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11" Type="http://schemas.openxmlformats.org/officeDocument/2006/relationships/customXml" Target="../ink/ink25.xml"/><Relationship Id="rId5" Type="http://schemas.openxmlformats.org/officeDocument/2006/relationships/customXml" Target="../ink/ink23.xml"/><Relationship Id="rId15" Type="http://schemas.openxmlformats.org/officeDocument/2006/relationships/customXml" Target="../ink/ink27.xml"/><Relationship Id="rId10" Type="http://schemas.openxmlformats.org/officeDocument/2006/relationships/image" Target="../media/image29.png"/><Relationship Id="rId4" Type="http://schemas.openxmlformats.org/officeDocument/2006/relationships/notesSlide" Target="../notesSlides/notesSlide6.xml"/><Relationship Id="rId9" Type="http://schemas.openxmlformats.org/officeDocument/2006/relationships/customXml" Target="../ink/ink24.xml"/><Relationship Id="rId1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13" Type="http://schemas.openxmlformats.org/officeDocument/2006/relationships/customXml" Target="../ink/ink31.xml"/><Relationship Id="rId18" Type="http://schemas.openxmlformats.org/officeDocument/2006/relationships/customXml" Target="../ink/ink34.xml"/><Relationship Id="rId26" Type="http://schemas.openxmlformats.org/officeDocument/2006/relationships/image" Target="../media/image37.png"/><Relationship Id="rId3" Type="http://schemas.openxmlformats.org/officeDocument/2006/relationships/tags" Target="../tags/tag9.xml"/><Relationship Id="rId21" Type="http://schemas.openxmlformats.org/officeDocument/2006/relationships/image" Target="../media/image35.png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2.png"/><Relationship Id="rId17" Type="http://schemas.openxmlformats.org/officeDocument/2006/relationships/image" Target="../media/image28.png"/><Relationship Id="rId25" Type="http://schemas.openxmlformats.org/officeDocument/2006/relationships/customXml" Target="../ink/ink38.xml"/><Relationship Id="rId2" Type="http://schemas.openxmlformats.org/officeDocument/2006/relationships/tags" Target="../tags/tag8.xml"/><Relationship Id="rId16" Type="http://schemas.openxmlformats.org/officeDocument/2006/relationships/customXml" Target="../ink/ink33.xml"/><Relationship Id="rId20" Type="http://schemas.openxmlformats.org/officeDocument/2006/relationships/customXml" Target="../ink/ink35.xml"/><Relationship Id="rId29" Type="http://schemas.openxmlformats.org/officeDocument/2006/relationships/image" Target="../media/image39.png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customXml" Target="../ink/ink30.xml"/><Relationship Id="rId24" Type="http://schemas.openxmlformats.org/officeDocument/2006/relationships/customXml" Target="../ink/ink37.xml"/><Relationship Id="rId5" Type="http://schemas.openxmlformats.org/officeDocument/2006/relationships/tags" Target="../tags/tag11.xml"/><Relationship Id="rId15" Type="http://schemas.openxmlformats.org/officeDocument/2006/relationships/customXml" Target="../ink/ink32.xml"/><Relationship Id="rId23" Type="http://schemas.openxmlformats.org/officeDocument/2006/relationships/image" Target="../media/image36.png"/><Relationship Id="rId28" Type="http://schemas.openxmlformats.org/officeDocument/2006/relationships/image" Target="../media/image38.png"/><Relationship Id="rId10" Type="http://schemas.openxmlformats.org/officeDocument/2006/relationships/image" Target="../media/image7.png"/><Relationship Id="rId19" Type="http://schemas.openxmlformats.org/officeDocument/2006/relationships/image" Target="../media/image34.png"/><Relationship Id="rId31" Type="http://schemas.openxmlformats.org/officeDocument/2006/relationships/image" Target="../media/image41.png"/><Relationship Id="rId4" Type="http://schemas.openxmlformats.org/officeDocument/2006/relationships/tags" Target="../tags/tag10.xml"/><Relationship Id="rId9" Type="http://schemas.openxmlformats.org/officeDocument/2006/relationships/customXml" Target="../ink/ink29.xml"/><Relationship Id="rId14" Type="http://schemas.openxmlformats.org/officeDocument/2006/relationships/image" Target="../media/image31.png"/><Relationship Id="rId22" Type="http://schemas.openxmlformats.org/officeDocument/2006/relationships/customXml" Target="../ink/ink36.xml"/><Relationship Id="rId27" Type="http://schemas.openxmlformats.org/officeDocument/2006/relationships/image" Target="../media/image33.png"/><Relationship Id="rId30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customXml" Target="../ink/ink43.xml"/><Relationship Id="rId18" Type="http://schemas.openxmlformats.org/officeDocument/2006/relationships/image" Target="../media/image49.png"/><Relationship Id="rId3" Type="http://schemas.openxmlformats.org/officeDocument/2006/relationships/notesSlide" Target="../notesSlides/notesSlide8.xml"/><Relationship Id="rId21" Type="http://schemas.openxmlformats.org/officeDocument/2006/relationships/customXml" Target="../ink/ink47.xml"/><Relationship Id="rId34" Type="http://schemas.openxmlformats.org/officeDocument/2006/relationships/image" Target="../media/image52.png"/><Relationship Id="rId7" Type="http://schemas.openxmlformats.org/officeDocument/2006/relationships/customXml" Target="../ink/ink40.xml"/><Relationship Id="rId12" Type="http://schemas.openxmlformats.org/officeDocument/2006/relationships/image" Target="../media/image46.png"/><Relationship Id="rId17" Type="http://schemas.openxmlformats.org/officeDocument/2006/relationships/customXml" Target="../ink/ink45.xml"/><Relationship Id="rId25" Type="http://schemas.openxmlformats.org/officeDocument/2006/relationships/customXml" Target="../ink/ink49.xml"/><Relationship Id="rId33" Type="http://schemas.openxmlformats.org/officeDocument/2006/relationships/customXml" Target="../ink/ink5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8.png"/><Relationship Id="rId20" Type="http://schemas.openxmlformats.org/officeDocument/2006/relationships/image" Target="../media/image50.png"/><Relationship Id="rId29" Type="http://schemas.openxmlformats.org/officeDocument/2006/relationships/customXml" Target="../ink/ink50.xml"/><Relationship Id="rId1" Type="http://schemas.openxmlformats.org/officeDocument/2006/relationships/tags" Target="../tags/tag13.xml"/><Relationship Id="rId6" Type="http://schemas.openxmlformats.org/officeDocument/2006/relationships/image" Target="../media/image42.png"/><Relationship Id="rId11" Type="http://schemas.openxmlformats.org/officeDocument/2006/relationships/customXml" Target="../ink/ink42.xml"/><Relationship Id="rId24" Type="http://schemas.openxmlformats.org/officeDocument/2006/relationships/image" Target="../media/image51.png"/><Relationship Id="rId32" Type="http://schemas.openxmlformats.org/officeDocument/2006/relationships/image" Target="../media/image56.png"/><Relationship Id="rId5" Type="http://schemas.openxmlformats.org/officeDocument/2006/relationships/image" Target="../media/image32.png"/><Relationship Id="rId15" Type="http://schemas.openxmlformats.org/officeDocument/2006/relationships/customXml" Target="../ink/ink44.xml"/><Relationship Id="rId23" Type="http://schemas.openxmlformats.org/officeDocument/2006/relationships/customXml" Target="../ink/ink48.xml"/><Relationship Id="rId28" Type="http://schemas.openxmlformats.org/officeDocument/2006/relationships/image" Target="../media/image54.png"/><Relationship Id="rId10" Type="http://schemas.openxmlformats.org/officeDocument/2006/relationships/image" Target="../media/image45.png"/><Relationship Id="rId19" Type="http://schemas.openxmlformats.org/officeDocument/2006/relationships/customXml" Target="../ink/ink46.xml"/><Relationship Id="rId31" Type="http://schemas.openxmlformats.org/officeDocument/2006/relationships/customXml" Target="../ink/ink51.xml"/><Relationship Id="rId4" Type="http://schemas.openxmlformats.org/officeDocument/2006/relationships/customXml" Target="../ink/ink39.xml"/><Relationship Id="rId9" Type="http://schemas.openxmlformats.org/officeDocument/2006/relationships/customXml" Target="../ink/ink41.xml"/><Relationship Id="rId14" Type="http://schemas.openxmlformats.org/officeDocument/2006/relationships/image" Target="../media/image47.png"/><Relationship Id="rId22" Type="http://schemas.openxmlformats.org/officeDocument/2006/relationships/image" Target="../media/image43.png"/><Relationship Id="rId30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18" Type="http://schemas.openxmlformats.org/officeDocument/2006/relationships/customXml" Target="../ink/ink54.xml"/><Relationship Id="rId3" Type="http://schemas.openxmlformats.org/officeDocument/2006/relationships/tags" Target="../tags/tag16.xml"/><Relationship Id="rId21" Type="http://schemas.openxmlformats.org/officeDocument/2006/relationships/image" Target="../media/image610.png"/><Relationship Id="rId17" Type="http://schemas.openxmlformats.org/officeDocument/2006/relationships/image" Target="../media/image57.png"/><Relationship Id="rId2" Type="http://schemas.openxmlformats.org/officeDocument/2006/relationships/tags" Target="../tags/tag15.xml"/><Relationship Id="rId16" Type="http://schemas.openxmlformats.org/officeDocument/2006/relationships/image" Target="../media/image22.png"/><Relationship Id="rId20" Type="http://schemas.openxmlformats.org/officeDocument/2006/relationships/customXml" Target="../ink/ink55.xml"/><Relationship Id="rId1" Type="http://schemas.openxmlformats.org/officeDocument/2006/relationships/tags" Target="../tags/tag14.xml"/><Relationship Id="rId6" Type="http://schemas.openxmlformats.org/officeDocument/2006/relationships/customXml" Target="../ink/ink53.xml"/><Relationship Id="rId5" Type="http://schemas.openxmlformats.org/officeDocument/2006/relationships/notesSlide" Target="../notesSlides/notesSlide9.xml"/><Relationship Id="rId15" Type="http://schemas.openxmlformats.org/officeDocument/2006/relationships/image" Target="../media/image53.png"/><Relationship Id="rId23" Type="http://schemas.openxmlformats.org/officeDocument/2006/relationships/image" Target="../media/image80.png"/><Relationship Id="rId19" Type="http://schemas.openxmlformats.org/officeDocument/2006/relationships/image" Target="../media/image510.png"/><Relationship Id="rId4" Type="http://schemas.openxmlformats.org/officeDocument/2006/relationships/slideLayout" Target="../slideLayouts/slideLayout2.xml"/><Relationship Id="rId14" Type="http://schemas.openxmlformats.org/officeDocument/2006/relationships/image" Target="../media/image71.png"/><Relationship Id="rId22" Type="http://schemas.openxmlformats.org/officeDocument/2006/relationships/customXml" Target="../ink/ink56.xml"/></Relationships>
</file>

<file path=ppt/slides/_rels/slide11.xml.rels><?xml version="1.0" encoding="UTF-8" standalone="yes"?>
<Relationships xmlns="http://schemas.openxmlformats.org/package/2006/relationships"><Relationship Id="rId18" Type="http://schemas.openxmlformats.org/officeDocument/2006/relationships/image" Target="../media/image610.png"/><Relationship Id="rId26" Type="http://schemas.openxmlformats.org/officeDocument/2006/relationships/image" Target="../media/image130.png"/><Relationship Id="rId39" Type="http://schemas.openxmlformats.org/officeDocument/2006/relationships/customXml" Target="../ink/ink69.xml"/><Relationship Id="rId21" Type="http://schemas.openxmlformats.org/officeDocument/2006/relationships/image" Target="../media/image58.png"/><Relationship Id="rId34" Type="http://schemas.openxmlformats.org/officeDocument/2006/relationships/image" Target="../media/image170.png"/><Relationship Id="rId42" Type="http://schemas.openxmlformats.org/officeDocument/2006/relationships/image" Target="../media/image210.png"/><Relationship Id="rId47" Type="http://schemas.openxmlformats.org/officeDocument/2006/relationships/customXml" Target="../ink/ink73.xml"/><Relationship Id="rId50" Type="http://schemas.openxmlformats.org/officeDocument/2006/relationships/image" Target="../media/image250.png"/><Relationship Id="rId55" Type="http://schemas.openxmlformats.org/officeDocument/2006/relationships/customXml" Target="../ink/ink77.xml"/><Relationship Id="rId7" Type="http://schemas.openxmlformats.org/officeDocument/2006/relationships/notesSlide" Target="../notesSlides/notesSlide10.xml"/><Relationship Id="rId2" Type="http://schemas.openxmlformats.org/officeDocument/2006/relationships/tags" Target="../tags/tag18.xml"/><Relationship Id="rId16" Type="http://schemas.openxmlformats.org/officeDocument/2006/relationships/customXml" Target="../ink/ink59.xml"/><Relationship Id="rId29" Type="http://schemas.openxmlformats.org/officeDocument/2006/relationships/customXml" Target="../ink/ink64.xml"/><Relationship Id="rId24" Type="http://schemas.openxmlformats.org/officeDocument/2006/relationships/image" Target="../media/image61.png"/><Relationship Id="rId32" Type="http://schemas.openxmlformats.org/officeDocument/2006/relationships/image" Target="../media/image160.png"/><Relationship Id="rId37" Type="http://schemas.openxmlformats.org/officeDocument/2006/relationships/customXml" Target="../ink/ink68.xml"/><Relationship Id="rId40" Type="http://schemas.openxmlformats.org/officeDocument/2006/relationships/image" Target="../media/image200.png"/><Relationship Id="rId45" Type="http://schemas.openxmlformats.org/officeDocument/2006/relationships/customXml" Target="../ink/ink72.xml"/><Relationship Id="rId53" Type="http://schemas.openxmlformats.org/officeDocument/2006/relationships/customXml" Target="../ink/ink76.xml"/><Relationship Id="rId58" Type="http://schemas.openxmlformats.org/officeDocument/2006/relationships/image" Target="../media/image290.png"/><Relationship Id="rId5" Type="http://schemas.openxmlformats.org/officeDocument/2006/relationships/tags" Target="../tags/tag21.xml"/><Relationship Id="rId19" Type="http://schemas.openxmlformats.org/officeDocument/2006/relationships/customXml" Target="../ink/ink61.xml"/><Relationship Id="rId4" Type="http://schemas.openxmlformats.org/officeDocument/2006/relationships/tags" Target="../tags/tag20.xml"/><Relationship Id="rId9" Type="http://schemas.openxmlformats.org/officeDocument/2006/relationships/image" Target="../media/image510.png"/><Relationship Id="rId14" Type="http://schemas.openxmlformats.org/officeDocument/2006/relationships/image" Target="../media/image71.png"/><Relationship Id="rId22" Type="http://schemas.openxmlformats.org/officeDocument/2006/relationships/image" Target="../media/image59.png"/><Relationship Id="rId27" Type="http://schemas.openxmlformats.org/officeDocument/2006/relationships/customXml" Target="../ink/ink63.xml"/><Relationship Id="rId30" Type="http://schemas.openxmlformats.org/officeDocument/2006/relationships/image" Target="../media/image150.png"/><Relationship Id="rId35" Type="http://schemas.openxmlformats.org/officeDocument/2006/relationships/customXml" Target="../ink/ink67.xml"/><Relationship Id="rId43" Type="http://schemas.openxmlformats.org/officeDocument/2006/relationships/customXml" Target="../ink/ink71.xml"/><Relationship Id="rId48" Type="http://schemas.openxmlformats.org/officeDocument/2006/relationships/image" Target="../media/image240.png"/><Relationship Id="rId56" Type="http://schemas.openxmlformats.org/officeDocument/2006/relationships/image" Target="../media/image280.png"/><Relationship Id="rId8" Type="http://schemas.openxmlformats.org/officeDocument/2006/relationships/customXml" Target="../ink/ink57.xml"/><Relationship Id="rId51" Type="http://schemas.openxmlformats.org/officeDocument/2006/relationships/customXml" Target="../ink/ink75.xml"/><Relationship Id="rId3" Type="http://schemas.openxmlformats.org/officeDocument/2006/relationships/tags" Target="../tags/tag19.xml"/><Relationship Id="rId17" Type="http://schemas.openxmlformats.org/officeDocument/2006/relationships/customXml" Target="../ink/ink60.xml"/><Relationship Id="rId25" Type="http://schemas.openxmlformats.org/officeDocument/2006/relationships/customXml" Target="../ink/ink62.xml"/><Relationship Id="rId33" Type="http://schemas.openxmlformats.org/officeDocument/2006/relationships/customXml" Target="../ink/ink66.xml"/><Relationship Id="rId38" Type="http://schemas.openxmlformats.org/officeDocument/2006/relationships/image" Target="../media/image190.png"/><Relationship Id="rId46" Type="http://schemas.openxmlformats.org/officeDocument/2006/relationships/image" Target="../media/image230.png"/><Relationship Id="rId59" Type="http://schemas.openxmlformats.org/officeDocument/2006/relationships/customXml" Target="../ink/ink79.xml"/><Relationship Id="rId20" Type="http://schemas.openxmlformats.org/officeDocument/2006/relationships/image" Target="../media/image80.png"/><Relationship Id="rId41" Type="http://schemas.openxmlformats.org/officeDocument/2006/relationships/customXml" Target="../ink/ink70.xml"/><Relationship Id="rId54" Type="http://schemas.openxmlformats.org/officeDocument/2006/relationships/image" Target="../media/image270.png"/><Relationship Id="rId1" Type="http://schemas.openxmlformats.org/officeDocument/2006/relationships/tags" Target="../tags/tag17.xml"/><Relationship Id="rId6" Type="http://schemas.openxmlformats.org/officeDocument/2006/relationships/slideLayout" Target="../slideLayouts/slideLayout2.xml"/><Relationship Id="rId15" Type="http://schemas.openxmlformats.org/officeDocument/2006/relationships/image" Target="../media/image57.png"/><Relationship Id="rId23" Type="http://schemas.openxmlformats.org/officeDocument/2006/relationships/image" Target="../media/image60.png"/><Relationship Id="rId28" Type="http://schemas.openxmlformats.org/officeDocument/2006/relationships/image" Target="../media/image140.png"/><Relationship Id="rId36" Type="http://schemas.openxmlformats.org/officeDocument/2006/relationships/image" Target="../media/image180.png"/><Relationship Id="rId49" Type="http://schemas.openxmlformats.org/officeDocument/2006/relationships/customXml" Target="../ink/ink74.xml"/><Relationship Id="rId57" Type="http://schemas.openxmlformats.org/officeDocument/2006/relationships/customXml" Target="../ink/ink78.xml"/><Relationship Id="rId10" Type="http://schemas.openxmlformats.org/officeDocument/2006/relationships/customXml" Target="../ink/ink58.xml"/><Relationship Id="rId31" Type="http://schemas.openxmlformats.org/officeDocument/2006/relationships/customXml" Target="../ink/ink65.xml"/><Relationship Id="rId44" Type="http://schemas.openxmlformats.org/officeDocument/2006/relationships/image" Target="../media/image220.png"/><Relationship Id="rId52" Type="http://schemas.openxmlformats.org/officeDocument/2006/relationships/image" Target="../media/image260.png"/><Relationship Id="rId60" Type="http://schemas.openxmlformats.org/officeDocument/2006/relationships/image" Target="../media/image300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3.xml"/><Relationship Id="rId18" Type="http://schemas.openxmlformats.org/officeDocument/2006/relationships/image" Target="../media/image380.png"/><Relationship Id="rId26" Type="http://schemas.openxmlformats.org/officeDocument/2006/relationships/image" Target="../media/image420.png"/><Relationship Id="rId39" Type="http://schemas.openxmlformats.org/officeDocument/2006/relationships/customXml" Target="../ink/ink96.xml"/><Relationship Id="rId21" Type="http://schemas.openxmlformats.org/officeDocument/2006/relationships/customXml" Target="../ink/ink87.xml"/><Relationship Id="rId34" Type="http://schemas.openxmlformats.org/officeDocument/2006/relationships/image" Target="../media/image460.png"/><Relationship Id="rId42" Type="http://schemas.openxmlformats.org/officeDocument/2006/relationships/image" Target="../media/image500.png"/><Relationship Id="rId47" Type="http://schemas.openxmlformats.org/officeDocument/2006/relationships/customXml" Target="../ink/ink100.xml"/><Relationship Id="rId50" Type="http://schemas.openxmlformats.org/officeDocument/2006/relationships/image" Target="../media/image540.png"/><Relationship Id="rId7" Type="http://schemas.openxmlformats.org/officeDocument/2006/relationships/customXml" Target="../ink/ink80.xml"/><Relationship Id="rId2" Type="http://schemas.openxmlformats.org/officeDocument/2006/relationships/tags" Target="../tags/tag23.xml"/><Relationship Id="rId16" Type="http://schemas.openxmlformats.org/officeDocument/2006/relationships/image" Target="../media/image370.png"/><Relationship Id="rId29" Type="http://schemas.openxmlformats.org/officeDocument/2006/relationships/customXml" Target="../ink/ink91.xml"/><Relationship Id="rId11" Type="http://schemas.openxmlformats.org/officeDocument/2006/relationships/customXml" Target="../ink/ink82.xml"/><Relationship Id="rId24" Type="http://schemas.openxmlformats.org/officeDocument/2006/relationships/image" Target="../media/image410.png"/><Relationship Id="rId32" Type="http://schemas.openxmlformats.org/officeDocument/2006/relationships/image" Target="../media/image450.png"/><Relationship Id="rId37" Type="http://schemas.openxmlformats.org/officeDocument/2006/relationships/customXml" Target="../ink/ink95.xml"/><Relationship Id="rId40" Type="http://schemas.openxmlformats.org/officeDocument/2006/relationships/image" Target="../media/image490.png"/><Relationship Id="rId45" Type="http://schemas.openxmlformats.org/officeDocument/2006/relationships/customXml" Target="../ink/ink99.xml"/><Relationship Id="rId53" Type="http://schemas.openxmlformats.org/officeDocument/2006/relationships/customXml" Target="../ink/ink103.xml"/><Relationship Id="rId5" Type="http://schemas.openxmlformats.org/officeDocument/2006/relationships/image" Target="../media/image62.png"/><Relationship Id="rId10" Type="http://schemas.openxmlformats.org/officeDocument/2006/relationships/image" Target="../media/image340.png"/><Relationship Id="rId19" Type="http://schemas.openxmlformats.org/officeDocument/2006/relationships/customXml" Target="../ink/ink86.xml"/><Relationship Id="rId31" Type="http://schemas.openxmlformats.org/officeDocument/2006/relationships/customXml" Target="../ink/ink92.xml"/><Relationship Id="rId44" Type="http://schemas.openxmlformats.org/officeDocument/2006/relationships/image" Target="../media/image511.png"/><Relationship Id="rId52" Type="http://schemas.openxmlformats.org/officeDocument/2006/relationships/image" Target="../media/image550.png"/><Relationship Id="rId4" Type="http://schemas.openxmlformats.org/officeDocument/2006/relationships/notesSlide" Target="../notesSlides/notesSlide11.xml"/><Relationship Id="rId9" Type="http://schemas.openxmlformats.org/officeDocument/2006/relationships/customXml" Target="../ink/ink81.xml"/><Relationship Id="rId14" Type="http://schemas.openxmlformats.org/officeDocument/2006/relationships/image" Target="../media/image360.png"/><Relationship Id="rId22" Type="http://schemas.openxmlformats.org/officeDocument/2006/relationships/image" Target="../media/image400.png"/><Relationship Id="rId27" Type="http://schemas.openxmlformats.org/officeDocument/2006/relationships/customXml" Target="../ink/ink90.xml"/><Relationship Id="rId30" Type="http://schemas.openxmlformats.org/officeDocument/2006/relationships/image" Target="../media/image440.png"/><Relationship Id="rId35" Type="http://schemas.openxmlformats.org/officeDocument/2006/relationships/customXml" Target="../ink/ink94.xml"/><Relationship Id="rId43" Type="http://schemas.openxmlformats.org/officeDocument/2006/relationships/customXml" Target="../ink/ink98.xml"/><Relationship Id="rId48" Type="http://schemas.openxmlformats.org/officeDocument/2006/relationships/image" Target="../media/image530.png"/><Relationship Id="rId8" Type="http://schemas.openxmlformats.org/officeDocument/2006/relationships/image" Target="../media/image330.png"/><Relationship Id="rId51" Type="http://schemas.openxmlformats.org/officeDocument/2006/relationships/customXml" Target="../ink/ink102.xml"/><Relationship Id="rId3" Type="http://schemas.openxmlformats.org/officeDocument/2006/relationships/slideLayout" Target="../slideLayouts/slideLayout2.xml"/><Relationship Id="rId12" Type="http://schemas.openxmlformats.org/officeDocument/2006/relationships/image" Target="../media/image350.png"/><Relationship Id="rId17" Type="http://schemas.openxmlformats.org/officeDocument/2006/relationships/customXml" Target="../ink/ink85.xml"/><Relationship Id="rId25" Type="http://schemas.openxmlformats.org/officeDocument/2006/relationships/customXml" Target="../ink/ink89.xml"/><Relationship Id="rId33" Type="http://schemas.openxmlformats.org/officeDocument/2006/relationships/customXml" Target="../ink/ink93.xml"/><Relationship Id="rId38" Type="http://schemas.openxmlformats.org/officeDocument/2006/relationships/image" Target="../media/image480.png"/><Relationship Id="rId46" Type="http://schemas.openxmlformats.org/officeDocument/2006/relationships/image" Target="../media/image520.png"/><Relationship Id="rId20" Type="http://schemas.openxmlformats.org/officeDocument/2006/relationships/image" Target="../media/image390.png"/><Relationship Id="rId41" Type="http://schemas.openxmlformats.org/officeDocument/2006/relationships/customXml" Target="../ink/ink97.xml"/><Relationship Id="rId54" Type="http://schemas.openxmlformats.org/officeDocument/2006/relationships/image" Target="../media/image560.png"/><Relationship Id="rId1" Type="http://schemas.openxmlformats.org/officeDocument/2006/relationships/tags" Target="../tags/tag22.xml"/><Relationship Id="rId6" Type="http://schemas.openxmlformats.org/officeDocument/2006/relationships/image" Target="../media/image63.png"/><Relationship Id="rId15" Type="http://schemas.openxmlformats.org/officeDocument/2006/relationships/customXml" Target="../ink/ink84.xml"/><Relationship Id="rId23" Type="http://schemas.openxmlformats.org/officeDocument/2006/relationships/customXml" Target="../ink/ink88.xml"/><Relationship Id="rId28" Type="http://schemas.openxmlformats.org/officeDocument/2006/relationships/image" Target="../media/image430.png"/><Relationship Id="rId36" Type="http://schemas.openxmlformats.org/officeDocument/2006/relationships/image" Target="../media/image470.png"/><Relationship Id="rId49" Type="http://schemas.openxmlformats.org/officeDocument/2006/relationships/customXml" Target="../ink/ink10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13" Type="http://schemas.openxmlformats.org/officeDocument/2006/relationships/image" Target="../media/image590.png"/><Relationship Id="rId18" Type="http://schemas.openxmlformats.org/officeDocument/2006/relationships/image" Target="../media/image65.png"/><Relationship Id="rId26" Type="http://schemas.openxmlformats.org/officeDocument/2006/relationships/image" Target="../media/image66.png"/><Relationship Id="rId3" Type="http://schemas.openxmlformats.org/officeDocument/2006/relationships/tags" Target="../tags/tag26.xml"/><Relationship Id="rId21" Type="http://schemas.openxmlformats.org/officeDocument/2006/relationships/customXml" Target="../ink/ink110.xml"/><Relationship Id="rId7" Type="http://schemas.openxmlformats.org/officeDocument/2006/relationships/customXml" Target="../ink/ink104.xml"/><Relationship Id="rId12" Type="http://schemas.openxmlformats.org/officeDocument/2006/relationships/customXml" Target="../ink/ink106.xml"/><Relationship Id="rId17" Type="http://schemas.openxmlformats.org/officeDocument/2006/relationships/image" Target="../media/image611.png"/><Relationship Id="rId25" Type="http://schemas.openxmlformats.org/officeDocument/2006/relationships/customXml" Target="../ink/ink112.xml"/><Relationship Id="rId2" Type="http://schemas.openxmlformats.org/officeDocument/2006/relationships/tags" Target="../tags/tag25.xml"/><Relationship Id="rId16" Type="http://schemas.openxmlformats.org/officeDocument/2006/relationships/customXml" Target="../ink/ink108.xml"/><Relationship Id="rId20" Type="http://schemas.openxmlformats.org/officeDocument/2006/relationships/image" Target="../media/image630.png"/><Relationship Id="rId29" Type="http://schemas.openxmlformats.org/officeDocument/2006/relationships/image" Target="../media/image68.png"/><Relationship Id="rId1" Type="http://schemas.openxmlformats.org/officeDocument/2006/relationships/tags" Target="../tags/tag24.xml"/><Relationship Id="rId6" Type="http://schemas.openxmlformats.org/officeDocument/2006/relationships/notesSlide" Target="../notesSlides/notesSlide12.xml"/><Relationship Id="rId11" Type="http://schemas.openxmlformats.org/officeDocument/2006/relationships/image" Target="../media/image64.png"/><Relationship Id="rId24" Type="http://schemas.openxmlformats.org/officeDocument/2006/relationships/image" Target="../media/image650.png"/><Relationship Id="rId32" Type="http://schemas.openxmlformats.org/officeDocument/2006/relationships/image" Target="../media/image70.png"/><Relationship Id="rId5" Type="http://schemas.openxmlformats.org/officeDocument/2006/relationships/slideLayout" Target="../slideLayouts/slideLayout2.xml"/><Relationship Id="rId15" Type="http://schemas.openxmlformats.org/officeDocument/2006/relationships/image" Target="../media/image600.png"/><Relationship Id="rId23" Type="http://schemas.openxmlformats.org/officeDocument/2006/relationships/customXml" Target="../ink/ink111.xml"/><Relationship Id="rId28" Type="http://schemas.openxmlformats.org/officeDocument/2006/relationships/image" Target="../media/image67.png"/><Relationship Id="rId10" Type="http://schemas.openxmlformats.org/officeDocument/2006/relationships/image" Target="../media/image71.png"/><Relationship Id="rId19" Type="http://schemas.openxmlformats.org/officeDocument/2006/relationships/customXml" Target="../ink/ink109.xml"/><Relationship Id="rId31" Type="http://schemas.openxmlformats.org/officeDocument/2006/relationships/image" Target="../media/image69.png"/><Relationship Id="rId4" Type="http://schemas.openxmlformats.org/officeDocument/2006/relationships/tags" Target="../tags/tag27.xml"/><Relationship Id="rId9" Type="http://schemas.openxmlformats.org/officeDocument/2006/relationships/customXml" Target="../ink/ink105.xml"/><Relationship Id="rId14" Type="http://schemas.openxmlformats.org/officeDocument/2006/relationships/customXml" Target="../ink/ink107.xml"/><Relationship Id="rId22" Type="http://schemas.openxmlformats.org/officeDocument/2006/relationships/image" Target="../media/image640.png"/><Relationship Id="rId27" Type="http://schemas.openxmlformats.org/officeDocument/2006/relationships/customXml" Target="../ink/ink113.xml"/><Relationship Id="rId30" Type="http://schemas.openxmlformats.org/officeDocument/2006/relationships/customXml" Target="../ink/ink1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7" Type="http://schemas.openxmlformats.org/officeDocument/2006/relationships/image" Target="../media/image77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emf"/><Relationship Id="rId5" Type="http://schemas.openxmlformats.org/officeDocument/2006/relationships/image" Target="../media/image75.emf"/><Relationship Id="rId4" Type="http://schemas.openxmlformats.org/officeDocument/2006/relationships/image" Target="../media/image74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3" Type="http://schemas.openxmlformats.org/officeDocument/2006/relationships/image" Target="../media/image78.emf"/><Relationship Id="rId7" Type="http://schemas.openxmlformats.org/officeDocument/2006/relationships/image" Target="../media/image76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emf"/><Relationship Id="rId5" Type="http://schemas.openxmlformats.org/officeDocument/2006/relationships/image" Target="../media/image80.emf"/><Relationship Id="rId4" Type="http://schemas.openxmlformats.org/officeDocument/2006/relationships/image" Target="../media/image79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3" Type="http://schemas.openxmlformats.org/officeDocument/2006/relationships/image" Target="../media/image78.emf"/><Relationship Id="rId7" Type="http://schemas.openxmlformats.org/officeDocument/2006/relationships/image" Target="../media/image76.emf"/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emf"/><Relationship Id="rId5" Type="http://schemas.openxmlformats.org/officeDocument/2006/relationships/image" Target="../media/image80.emf"/><Relationship Id="rId4" Type="http://schemas.openxmlformats.org/officeDocument/2006/relationships/image" Target="../media/image79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3" Type="http://schemas.openxmlformats.org/officeDocument/2006/relationships/image" Target="../media/image78.emf"/><Relationship Id="rId7" Type="http://schemas.openxmlformats.org/officeDocument/2006/relationships/image" Target="../media/image76.emf"/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emf"/><Relationship Id="rId5" Type="http://schemas.openxmlformats.org/officeDocument/2006/relationships/image" Target="../media/image80.emf"/><Relationship Id="rId4" Type="http://schemas.openxmlformats.org/officeDocument/2006/relationships/image" Target="../media/image79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3" Type="http://schemas.openxmlformats.org/officeDocument/2006/relationships/image" Target="../media/image78.emf"/><Relationship Id="rId7" Type="http://schemas.openxmlformats.org/officeDocument/2006/relationships/image" Target="../media/image76.emf"/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emf"/><Relationship Id="rId5" Type="http://schemas.openxmlformats.org/officeDocument/2006/relationships/image" Target="../media/image80.emf"/><Relationship Id="rId4" Type="http://schemas.openxmlformats.org/officeDocument/2006/relationships/image" Target="../media/image79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3" Type="http://schemas.openxmlformats.org/officeDocument/2006/relationships/image" Target="../media/image78.emf"/><Relationship Id="rId7" Type="http://schemas.openxmlformats.org/officeDocument/2006/relationships/image" Target="../media/image76.emf"/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emf"/><Relationship Id="rId5" Type="http://schemas.openxmlformats.org/officeDocument/2006/relationships/image" Target="../media/image80.emf"/><Relationship Id="rId4" Type="http://schemas.openxmlformats.org/officeDocument/2006/relationships/image" Target="../media/image79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png"/><Relationship Id="rId4" Type="http://schemas.openxmlformats.org/officeDocument/2006/relationships/image" Target="../media/image86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emf"/><Relationship Id="rId5" Type="http://schemas.openxmlformats.org/officeDocument/2006/relationships/image" Target="../media/image92.emf"/><Relationship Id="rId4" Type="http://schemas.openxmlformats.org/officeDocument/2006/relationships/image" Target="../media/image91.e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794" y="1721194"/>
            <a:ext cx="8998890" cy="1470025"/>
          </a:xfrm>
        </p:spPr>
        <p:txBody>
          <a:bodyPr/>
          <a:lstStyle/>
          <a:p>
            <a:r>
              <a:rPr lang="en-US" dirty="0"/>
              <a:t>Basic Bayes and Judgment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3229125" y="4086470"/>
            <a:ext cx="5914875" cy="264754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PSYCH/COMP SCI/BMI 841: Computational Cognitive Science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Joseph Austerweil</a:t>
            </a:r>
          </a:p>
          <a:p>
            <a:r>
              <a:rPr lang="en-US" dirty="0">
                <a:solidFill>
                  <a:schemeClr val="tx1"/>
                </a:solidFill>
              </a:rPr>
              <a:t>January 23, 2025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10" y="3946986"/>
            <a:ext cx="3344993" cy="264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25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209BD-DF49-E3EA-9518-FE75A925A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053" y="224204"/>
            <a:ext cx="8765931" cy="6409592"/>
          </a:xfrm>
        </p:spPr>
        <p:txBody>
          <a:bodyPr/>
          <a:lstStyle/>
          <a:p>
            <a:r>
              <a:rPr lang="en-US" dirty="0"/>
              <a:t>Foundations in probability</a:t>
            </a:r>
          </a:p>
          <a:p>
            <a:pPr lvl="1"/>
            <a:r>
              <a:rPr lang="en-US" dirty="0"/>
              <a:t>Definitions: Set, outcome set/space, size, event, event set/space, random variables, and probability.</a:t>
            </a:r>
          </a:p>
          <a:p>
            <a:pPr lvl="1"/>
            <a:r>
              <a:rPr lang="en-US" dirty="0"/>
              <a:t>More on probability</a:t>
            </a:r>
          </a:p>
          <a:p>
            <a:pPr lvl="1"/>
            <a:r>
              <a:rPr lang="en-US" dirty="0"/>
              <a:t>Joint probability </a:t>
            </a:r>
          </a:p>
          <a:p>
            <a:pPr lvl="1"/>
            <a:r>
              <a:rPr lang="en-US" dirty="0"/>
              <a:t>Conditional probability as set restriction</a:t>
            </a:r>
          </a:p>
          <a:p>
            <a:pPr lvl="1"/>
            <a:r>
              <a:rPr lang="en-US" dirty="0"/>
              <a:t>Traditional definition of conditional probability</a:t>
            </a:r>
          </a:p>
          <a:p>
            <a:pPr lvl="1"/>
            <a:r>
              <a:rPr lang="en-US" dirty="0"/>
              <a:t>Marginalization and proving Bayes rule</a:t>
            </a:r>
          </a:p>
          <a:p>
            <a:r>
              <a:rPr lang="en-US" dirty="0"/>
              <a:t>Intuitive Bayes</a:t>
            </a:r>
          </a:p>
          <a:p>
            <a:r>
              <a:rPr lang="en-US" dirty="0"/>
              <a:t>Human judgment and heuristics and biases</a:t>
            </a:r>
          </a:p>
          <a:p>
            <a:r>
              <a:rPr lang="en-US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4124744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7ED5-4A3E-6D41-ABC1-AFCF4FBA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618"/>
            <a:ext cx="8229600" cy="742632"/>
          </a:xfrm>
        </p:spPr>
        <p:txBody>
          <a:bodyPr>
            <a:normAutofit fontScale="90000"/>
          </a:bodyPr>
          <a:lstStyle/>
          <a:p>
            <a:r>
              <a:rPr lang="en-US" dirty="0"/>
              <a:t>Foundations of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ACE42-6F10-4349-B656-33F6DAE25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337" y="857250"/>
            <a:ext cx="8595913" cy="5886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</a:t>
            </a:r>
            <a:r>
              <a:rPr lang="en-US" b="1" dirty="0"/>
              <a:t> set </a:t>
            </a:r>
            <a:r>
              <a:rPr lang="en-US" dirty="0"/>
              <a:t>is an </a:t>
            </a:r>
            <a:r>
              <a:rPr lang="en-US" b="1" dirty="0"/>
              <a:t>unordered collection of items and its elements are unique.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So, {{HH, HT}, {HH, HT}, {TT}} = {{HH, HT}, {TT}}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Outcomes are either </a:t>
            </a:r>
            <a:r>
              <a:rPr lang="en-US" b="1" dirty="0"/>
              <a:t>in </a:t>
            </a:r>
            <a:r>
              <a:rPr lang="en-US" dirty="0"/>
              <a:t>or </a:t>
            </a:r>
            <a:r>
              <a:rPr lang="en-US" b="1" dirty="0"/>
              <a:t>out</a:t>
            </a:r>
            <a:r>
              <a:rPr lang="en-US" dirty="0"/>
              <a:t> of a set.</a:t>
            </a:r>
          </a:p>
          <a:p>
            <a:pPr marL="0" indent="0">
              <a:buNone/>
            </a:pPr>
            <a:endParaRPr lang="en-US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14:cNvPr>
              <p14:cNvContentPartPr/>
              <p14:nvPr/>
            </p14:nvContentPartPr>
            <p14:xfrm>
              <a:off x="-573938" y="3050444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582938" y="304144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044ECDF-8341-6F53-EB95-F0779E4E5A3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913879" y="4034681"/>
            <a:ext cx="3346216" cy="343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23E269-A70D-85B7-5A46-8D45EAA9546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784362" y="4034680"/>
            <a:ext cx="3288696" cy="34304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D2BF2CE-A48A-8B9F-E292-078F45D60EF9}"/>
              </a:ext>
            </a:extLst>
          </p:cNvPr>
          <p:cNvGrpSpPr/>
          <p:nvPr/>
        </p:nvGrpSpPr>
        <p:grpSpPr>
          <a:xfrm>
            <a:off x="1113905" y="3997375"/>
            <a:ext cx="1777430" cy="1583831"/>
            <a:chOff x="1363287" y="4828648"/>
            <a:chExt cx="1777430" cy="158383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CDB9882-8D18-384E-90EF-0CBDB6A5B07E}"/>
                    </a:ext>
                  </a:extLst>
                </p14:cNvPr>
                <p14:cNvContentPartPr/>
                <p14:nvPr/>
              </p14:nvContentPartPr>
              <p14:xfrm>
                <a:off x="1809562" y="4828648"/>
                <a:ext cx="442440" cy="402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8F21407-8FC3-431F-B984-1845E1B1724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00562" y="4819648"/>
                  <a:ext cx="46008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DBBFFA5-F8AD-296C-2A16-2D0DB2207EE9}"/>
                    </a:ext>
                  </a:extLst>
                </p14:cNvPr>
                <p14:cNvContentPartPr/>
                <p14:nvPr/>
              </p14:nvContentPartPr>
              <p14:xfrm>
                <a:off x="1817122" y="5218888"/>
                <a:ext cx="542160" cy="573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E0905DC-E4CE-431F-8F1E-B970BEED14B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08482" y="5210248"/>
                  <a:ext cx="559800" cy="59148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DA00D1A-2834-62FA-D957-7839CFDA136F}"/>
                </a:ext>
              </a:extLst>
            </p:cNvPr>
            <p:cNvSpPr txBox="1"/>
            <p:nvPr/>
          </p:nvSpPr>
          <p:spPr>
            <a:xfrm>
              <a:off x="1363287" y="6043147"/>
              <a:ext cx="177743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“in” operator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B77906D-97C3-8526-0C01-88CE439E180F}"/>
              </a:ext>
            </a:extLst>
          </p:cNvPr>
          <p:cNvGrpSpPr/>
          <p:nvPr/>
        </p:nvGrpSpPr>
        <p:grpSpPr>
          <a:xfrm>
            <a:off x="4852504" y="3959935"/>
            <a:ext cx="2182491" cy="1620963"/>
            <a:chOff x="5101886" y="4791208"/>
            <a:chExt cx="2182491" cy="162096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B9A3A99-EE21-5922-5EC2-0B996FF4427B}"/>
                    </a:ext>
                  </a:extLst>
                </p14:cNvPr>
                <p14:cNvContentPartPr/>
                <p14:nvPr/>
              </p14:nvContentPartPr>
              <p14:xfrm>
                <a:off x="5525842" y="4791208"/>
                <a:ext cx="414720" cy="397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2ED6861-C881-4E91-84AB-BD4D4CA7F1C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516842" y="4782568"/>
                  <a:ext cx="43236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8C0608A-E176-1FED-8D47-DA2C1724C932}"/>
                    </a:ext>
                  </a:extLst>
                </p14:cNvPr>
                <p14:cNvContentPartPr/>
                <p14:nvPr/>
              </p14:nvContentPartPr>
              <p14:xfrm>
                <a:off x="5524762" y="5208448"/>
                <a:ext cx="465840" cy="586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4573151-A2F7-4CFC-B652-78FA9D1FBD8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515762" y="5199448"/>
                  <a:ext cx="483480" cy="6044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3F08F80-C1B0-4167-3A14-1DE843701F96}"/>
                </a:ext>
              </a:extLst>
            </p:cNvPr>
            <p:cNvSpPr txBox="1"/>
            <p:nvPr/>
          </p:nvSpPr>
          <p:spPr>
            <a:xfrm>
              <a:off x="5101886" y="6042839"/>
              <a:ext cx="2182491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“not in” operator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142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1EA97-861C-02BA-78E9-6BE4CFF8D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E513B-E971-CDDF-6ED0-399703BA8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618"/>
            <a:ext cx="8229600" cy="742632"/>
          </a:xfrm>
        </p:spPr>
        <p:txBody>
          <a:bodyPr>
            <a:normAutofit fontScale="90000"/>
          </a:bodyPr>
          <a:lstStyle/>
          <a:p>
            <a:r>
              <a:rPr lang="en-US" dirty="0"/>
              <a:t>Foundations of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D3D9B-E46D-5ED1-57B4-599889D85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337" y="857250"/>
            <a:ext cx="8595913" cy="5886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Outcome set/space</a:t>
            </a:r>
            <a:r>
              <a:rPr lang="en-US" dirty="0"/>
              <a:t>: Set/space of possible outcomes for all variables</a:t>
            </a:r>
          </a:p>
          <a:p>
            <a:pPr marL="0" indent="0">
              <a:buNone/>
            </a:pPr>
            <a:r>
              <a:rPr lang="en-US" b="1" dirty="0"/>
              <a:t>	E.g., For an outcome set of two coin flips:</a:t>
            </a:r>
          </a:p>
          <a:p>
            <a:pPr marL="0" indent="0">
              <a:buNone/>
            </a:pPr>
            <a:r>
              <a:rPr lang="en-US" b="1" dirty="0"/>
              <a:t>				 </a:t>
            </a:r>
            <a:r>
              <a:rPr lang="en-US" i="1" dirty="0"/>
              <a:t>S</a:t>
            </a:r>
            <a:r>
              <a:rPr lang="en-US" b="1" dirty="0"/>
              <a:t> </a:t>
            </a:r>
            <a:r>
              <a:rPr lang="en-US" dirty="0"/>
              <a:t>= {HH, HT, TH, TT}</a:t>
            </a:r>
          </a:p>
          <a:p>
            <a:pPr marL="0" indent="0">
              <a:buNone/>
            </a:pPr>
            <a:r>
              <a:rPr lang="en-US" dirty="0"/>
              <a:t>	is the </a:t>
            </a:r>
            <a:r>
              <a:rPr lang="en-US" b="1" dirty="0"/>
              <a:t>cardinality </a:t>
            </a:r>
            <a:r>
              <a:rPr lang="en-US" dirty="0"/>
              <a:t>or </a:t>
            </a:r>
            <a:r>
              <a:rPr lang="en-US" b="1" dirty="0"/>
              <a:t>size</a:t>
            </a:r>
            <a:r>
              <a:rPr lang="en-US" b="1" i="1" dirty="0"/>
              <a:t> </a:t>
            </a:r>
            <a:r>
              <a:rPr lang="en-US" dirty="0"/>
              <a:t>of a set.</a:t>
            </a:r>
          </a:p>
          <a:p>
            <a:pPr marL="0" indent="0">
              <a:buNone/>
            </a:pPr>
            <a:r>
              <a:rPr lang="en-US" dirty="0"/>
              <a:t>	E.g.,               because there are 4 elements.</a:t>
            </a:r>
          </a:p>
          <a:p>
            <a:pPr marL="0" indent="0">
              <a:buNone/>
            </a:pPr>
            <a:r>
              <a:rPr lang="en-US" b="1" dirty="0"/>
              <a:t>Event</a:t>
            </a:r>
            <a:r>
              <a:rPr lang="en-US" dirty="0"/>
              <a:t>: a set of outcomes.</a:t>
            </a:r>
          </a:p>
          <a:p>
            <a:pPr marL="0" indent="0">
              <a:buNone/>
            </a:pPr>
            <a:r>
              <a:rPr lang="en-US" dirty="0"/>
              <a:t>	E.g., “at least one head”  = {HH, HT, TH}</a:t>
            </a:r>
          </a:p>
          <a:p>
            <a:pPr marL="0" indent="0">
              <a:buNone/>
            </a:pPr>
            <a:r>
              <a:rPr lang="en-US" b="1" dirty="0"/>
              <a:t>Event space</a:t>
            </a:r>
            <a:r>
              <a:rPr lang="en-US" dirty="0"/>
              <a:t>: Set/space of events</a:t>
            </a:r>
          </a:p>
          <a:p>
            <a:pPr marL="0" indent="0">
              <a:buNone/>
            </a:pPr>
            <a:r>
              <a:rPr lang="en-US" b="1" dirty="0"/>
              <a:t>	E.g., </a:t>
            </a:r>
            <a:r>
              <a:rPr lang="en-US" i="1" dirty="0"/>
              <a:t>E</a:t>
            </a:r>
            <a:r>
              <a:rPr lang="en-US" dirty="0"/>
              <a:t> = </a:t>
            </a:r>
            <a:r>
              <a:rPr lang="en-US" sz="2800" dirty="0"/>
              <a:t>{ {HH, HT}, {HH, HT, TH}, {HH}, {} }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0FFE10-E6C3-FF2F-6FD4-677BEA24163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09843" y="3225419"/>
            <a:ext cx="424229" cy="407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B3CD11-3347-34C9-23C5-8A219DC1BFF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647590" y="3819373"/>
            <a:ext cx="1054862" cy="36322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FF5933C-DD7C-F647-F165-EEBDA607E084}"/>
              </a:ext>
            </a:extLst>
          </p:cNvPr>
          <p:cNvGrpSpPr/>
          <p:nvPr/>
        </p:nvGrpSpPr>
        <p:grpSpPr>
          <a:xfrm>
            <a:off x="2797565" y="2521201"/>
            <a:ext cx="5423453" cy="664344"/>
            <a:chOff x="2900684" y="2534924"/>
            <a:chExt cx="5423453" cy="664344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C68C8A4-90D4-0A94-DE66-90C207AE67B1}"/>
                    </a:ext>
                  </a:extLst>
                </p14:cNvPr>
                <p14:cNvContentPartPr/>
                <p14:nvPr/>
              </p14:nvContentPartPr>
              <p14:xfrm>
                <a:off x="2900684" y="2534924"/>
                <a:ext cx="342720" cy="578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C68C8A4-90D4-0A94-DE66-90C207AE67B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891693" y="2525924"/>
                  <a:ext cx="360341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F0CF841-46E9-2FEB-D65C-F2CEC62C7FF9}"/>
                    </a:ext>
                  </a:extLst>
                </p14:cNvPr>
                <p14:cNvContentPartPr/>
                <p14:nvPr/>
              </p14:nvContentPartPr>
              <p14:xfrm>
                <a:off x="5283896" y="2581240"/>
                <a:ext cx="494736" cy="568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F0CF841-46E9-2FEB-D65C-F2CEC62C7FF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74901" y="2572240"/>
                  <a:ext cx="512367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633754F-80C0-56F3-519C-30EDAF9E7F8E}"/>
                    </a:ext>
                  </a:extLst>
                </p14:cNvPr>
                <p14:cNvContentPartPr/>
                <p14:nvPr/>
              </p14:nvContentPartPr>
              <p14:xfrm>
                <a:off x="5773534" y="2630671"/>
                <a:ext cx="1172160" cy="298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633754F-80C0-56F3-519C-30EDAF9E7F8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764534" y="2621671"/>
                  <a:ext cx="1189800" cy="31608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B02C2AB-CBCD-E02B-D53A-5176C313B878}"/>
                </a:ext>
              </a:extLst>
            </p:cNvPr>
            <p:cNvSpPr txBox="1"/>
            <p:nvPr/>
          </p:nvSpPr>
          <p:spPr>
            <a:xfrm>
              <a:off x="7018679" y="2552937"/>
              <a:ext cx="1305458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Start and end a set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DE9F8F8-03E4-EEC8-850F-2C02F5088FE0}"/>
                  </a:ext>
                </a:extLst>
              </p14:cNvPr>
              <p14:cNvContentPartPr/>
              <p14:nvPr/>
            </p14:nvContentPartPr>
            <p14:xfrm>
              <a:off x="-573938" y="3050444"/>
              <a:ext cx="3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DE9F8F8-03E4-EEC8-850F-2C02F5088FE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582938" y="3041444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4E8D2258-EAE8-4C90-A13D-B9D7A6997AF7}"/>
              </a:ext>
            </a:extLst>
          </p:cNvPr>
          <p:cNvGrpSpPr/>
          <p:nvPr/>
        </p:nvGrpSpPr>
        <p:grpSpPr>
          <a:xfrm>
            <a:off x="6477175" y="5278038"/>
            <a:ext cx="2419275" cy="1334870"/>
            <a:chOff x="7526820" y="5264454"/>
            <a:chExt cx="2419275" cy="133487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E33A075-1195-2959-8AD7-C345E547056B}"/>
                    </a:ext>
                  </a:extLst>
                </p14:cNvPr>
                <p14:cNvContentPartPr/>
                <p14:nvPr/>
              </p14:nvContentPartPr>
              <p14:xfrm>
                <a:off x="7526820" y="6045644"/>
                <a:ext cx="365400" cy="553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E33A075-1195-2959-8AD7-C345E547056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517829" y="6036644"/>
                  <a:ext cx="383023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410C1CB-81D9-4833-6C0D-F006332DF6FD}"/>
                    </a:ext>
                  </a:extLst>
                </p14:cNvPr>
                <p14:cNvContentPartPr/>
                <p14:nvPr/>
              </p14:nvContentPartPr>
              <p14:xfrm>
                <a:off x="7797304" y="5697164"/>
                <a:ext cx="779196" cy="354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410C1CB-81D9-4833-6C0D-F006332DF6F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788306" y="5688164"/>
                  <a:ext cx="796831" cy="3722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BE4744C-E993-AEB5-455C-13E99E913F9D}"/>
                </a:ext>
              </a:extLst>
            </p:cNvPr>
            <p:cNvSpPr txBox="1"/>
            <p:nvPr/>
          </p:nvSpPr>
          <p:spPr>
            <a:xfrm>
              <a:off x="8640637" y="5264454"/>
              <a:ext cx="1305458" cy="120032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Empty or null set</a:t>
              </a:r>
            </a:p>
            <a:p>
              <a:r>
                <a:rPr lang="en-US" dirty="0">
                  <a:solidFill>
                    <a:srgbClr val="FF0000"/>
                  </a:solidFill>
                </a:rPr>
                <a:t>(set with no items)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0811FDA-0FD4-8AEE-5649-4556C04A8BAA}"/>
              </a:ext>
            </a:extLst>
          </p:cNvPr>
          <p:cNvGrpSpPr/>
          <p:nvPr/>
        </p:nvGrpSpPr>
        <p:grpSpPr>
          <a:xfrm>
            <a:off x="8516575" y="5464922"/>
            <a:ext cx="159840" cy="413280"/>
            <a:chOff x="8042275" y="4767678"/>
            <a:chExt cx="159840" cy="41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7F68806-A24D-99A3-DDFA-2E02BF51577E}"/>
                    </a:ext>
                  </a:extLst>
                </p14:cNvPr>
                <p14:cNvContentPartPr/>
                <p14:nvPr/>
              </p14:nvContentPartPr>
              <p14:xfrm>
                <a:off x="8042275" y="4897278"/>
                <a:ext cx="159840" cy="186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7F68806-A24D-99A3-DDFA-2E02BF51577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033275" y="4888278"/>
                  <a:ext cx="1774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D26403D-BF7A-640C-4DAF-A7102FE9A37F}"/>
                    </a:ext>
                  </a:extLst>
                </p14:cNvPr>
                <p14:cNvContentPartPr/>
                <p14:nvPr/>
              </p14:nvContentPartPr>
              <p14:xfrm>
                <a:off x="8073955" y="4767678"/>
                <a:ext cx="109080" cy="413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D26403D-BF7A-640C-4DAF-A7102FE9A37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064955" y="4758678"/>
                  <a:ext cx="126720" cy="430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03753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7ED5-4A3E-6D41-ABC1-AFCF4FBA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618"/>
            <a:ext cx="8229600" cy="742632"/>
          </a:xfrm>
        </p:spPr>
        <p:txBody>
          <a:bodyPr>
            <a:normAutofit fontScale="90000"/>
          </a:bodyPr>
          <a:lstStyle/>
          <a:p>
            <a:r>
              <a:rPr lang="en-US" dirty="0"/>
              <a:t>Foundations of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ACE42-6F10-4349-B656-33F6DAE25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57250"/>
            <a:ext cx="8401050" cy="5886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Event set/space</a:t>
            </a:r>
            <a:r>
              <a:rPr lang="en-US" dirty="0"/>
              <a:t>: Set/space of events</a:t>
            </a:r>
          </a:p>
          <a:p>
            <a:pPr marL="0" indent="0">
              <a:buNone/>
            </a:pPr>
            <a:r>
              <a:rPr lang="en-US" b="1" dirty="0"/>
              <a:t>	E.g., </a:t>
            </a:r>
            <a:r>
              <a:rPr lang="en-US" i="1" dirty="0"/>
              <a:t>E</a:t>
            </a:r>
            <a:r>
              <a:rPr lang="en-US" dirty="0"/>
              <a:t> = </a:t>
            </a:r>
            <a:r>
              <a:rPr lang="en-US" sz="2800" dirty="0"/>
              <a:t>{ {HH, HT}, {HH, HT, TH}, {HH}, {} }</a:t>
            </a:r>
          </a:p>
          <a:p>
            <a:pPr marL="0" indent="0">
              <a:buNone/>
            </a:pPr>
            <a:r>
              <a:rPr lang="en-US" sz="2800" b="1" dirty="0"/>
              <a:t>	  For finite outcome sets</a:t>
            </a:r>
            <a:r>
              <a:rPr lang="en-US" sz="2800" dirty="0"/>
              <a:t>, all possible events is 				often the event space.</a:t>
            </a:r>
          </a:p>
          <a:p>
            <a:pPr marL="0" indent="0">
              <a:buNone/>
            </a:pPr>
            <a:r>
              <a:rPr lang="en-US" sz="2800" b="1" dirty="0"/>
              <a:t>	   </a:t>
            </a:r>
            <a:r>
              <a:rPr lang="en-US" sz="2800" i="1" dirty="0"/>
              <a:t> E </a:t>
            </a:r>
            <a:r>
              <a:rPr lang="en-US" sz="2800" dirty="0"/>
              <a:t>=</a:t>
            </a:r>
            <a:r>
              <a:rPr lang="en-US" sz="2800" i="1" dirty="0"/>
              <a:t> </a:t>
            </a:r>
            <a:r>
              <a:rPr lang="en-US" sz="2800" dirty="0"/>
              <a:t>{ {}, {HH}, {HT}, {TH}, {TT}, {HH, HT}, {HH, TH}, 				{HH, TT}, {HT, TH}, {HT, TT}, {TH, TT}, </a:t>
            </a:r>
          </a:p>
          <a:p>
            <a:pPr marL="0" indent="0">
              <a:buNone/>
            </a:pPr>
            <a:r>
              <a:rPr lang="en-US" sz="2800" dirty="0"/>
              <a:t>			  	{HH, HT, TH}, {HH, HT, TT}, {HH, TH, TT}, </a:t>
            </a:r>
          </a:p>
          <a:p>
            <a:pPr marL="0" indent="0">
              <a:buNone/>
            </a:pPr>
            <a:r>
              <a:rPr lang="en-US" sz="2800" dirty="0"/>
              <a:t>				{HT, TH, TT}, {HH, HT, TH, TT} }</a:t>
            </a:r>
          </a:p>
          <a:p>
            <a:pPr marL="0" indent="0">
              <a:buNone/>
            </a:pPr>
            <a:r>
              <a:rPr lang="en-US" sz="2800" b="1" dirty="0"/>
              <a:t>	For continuous outcomes</a:t>
            </a:r>
            <a:r>
              <a:rPr lang="en-US" sz="2800" dirty="0"/>
              <a:t>,  the word “space” is 	typically used instead of set. The math gets trickier. </a:t>
            </a:r>
          </a:p>
          <a:p>
            <a:pPr marL="0" indent="0">
              <a:buNone/>
            </a:pPr>
            <a:r>
              <a:rPr lang="en-US" sz="2800" dirty="0"/>
              <a:t>		We will discuss this more next week.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14:cNvPr>
              <p14:cNvContentPartPr/>
              <p14:nvPr/>
            </p14:nvContentPartPr>
            <p14:xfrm>
              <a:off x="-573938" y="3050444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82938" y="304144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914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7ED5-4A3E-6D41-ABC1-AFCF4FBA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618"/>
            <a:ext cx="8229600" cy="742632"/>
          </a:xfrm>
        </p:spPr>
        <p:txBody>
          <a:bodyPr>
            <a:normAutofit fontScale="90000"/>
          </a:bodyPr>
          <a:lstStyle/>
          <a:p>
            <a:r>
              <a:rPr lang="en-US" dirty="0"/>
              <a:t>Foundations of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ACE42-6F10-4349-B656-33F6DAE25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57251"/>
            <a:ext cx="8401050" cy="47797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random variable </a:t>
            </a:r>
            <a:r>
              <a:rPr lang="en-US" dirty="0"/>
              <a:t>is a </a:t>
            </a:r>
            <a:r>
              <a:rPr lang="en-US" b="1" dirty="0"/>
              <a:t>function </a:t>
            </a:r>
            <a:r>
              <a:rPr lang="en-US" dirty="0"/>
              <a:t>from the </a:t>
            </a:r>
            <a:r>
              <a:rPr lang="en-US" b="1" dirty="0"/>
              <a:t>sample space</a:t>
            </a:r>
            <a:r>
              <a:rPr lang="en-US" dirty="0"/>
              <a:t> to (an) </a:t>
            </a:r>
            <a:r>
              <a:rPr lang="en-US" b="1" dirty="0"/>
              <a:t>event space.</a:t>
            </a:r>
          </a:p>
          <a:p>
            <a:pPr marL="0" indent="0">
              <a:buNone/>
            </a:pPr>
            <a:r>
              <a:rPr lang="en-US" sz="2800" b="1" dirty="0"/>
              <a:t>	</a:t>
            </a:r>
            <a:r>
              <a:rPr lang="en-US" sz="2800" dirty="0"/>
              <a:t>E.g., Let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800" dirty="0"/>
              <a:t>be at least one of two coinflips is Heads.</a:t>
            </a:r>
          </a:p>
          <a:p>
            <a:pPr marL="0" indent="0">
              <a:buNone/>
            </a:pPr>
            <a:r>
              <a:rPr lang="en-US" sz="2800" dirty="0"/>
              <a:t>	It takes an outcome (e.g., HT) and puts it in its event 	space. What is the event space here?</a:t>
            </a:r>
          </a:p>
          <a:p>
            <a:pPr marL="0" indent="0">
              <a:buNone/>
            </a:pPr>
            <a:r>
              <a:rPr lang="en-US" sz="2800" dirty="0"/>
              <a:t>		{True, False} = {T, F}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2800" dirty="0"/>
              <a:t>Definition: A </a:t>
            </a:r>
            <a:r>
              <a:rPr lang="en-US" sz="2800" b="1" dirty="0"/>
              <a:t>probability </a:t>
            </a:r>
            <a:r>
              <a:rPr lang="en-US" sz="2800" dirty="0"/>
              <a:t>counts the number of outcomes that fall into one value as opposed to the number of possible outcomes.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14:cNvPr>
              <p14:cNvContentPartPr/>
              <p14:nvPr/>
            </p14:nvContentPartPr>
            <p14:xfrm>
              <a:off x="-573938" y="3050444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82938" y="304144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85D7741C-FDC1-4C19-B629-22FC64B4E9D0}"/>
              </a:ext>
            </a:extLst>
          </p:cNvPr>
          <p:cNvSpPr txBox="1"/>
          <p:nvPr/>
        </p:nvSpPr>
        <p:spPr>
          <a:xfrm>
            <a:off x="5839834" y="5733669"/>
            <a:ext cx="1412694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HH		HT</a:t>
            </a:r>
          </a:p>
          <a:p>
            <a:r>
              <a:rPr lang="en-US" dirty="0"/>
              <a:t>TH		TT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20D8312-8B14-48F2-8D13-4EC208D5F625}"/>
              </a:ext>
            </a:extLst>
          </p:cNvPr>
          <p:cNvGrpSpPr/>
          <p:nvPr/>
        </p:nvGrpSpPr>
        <p:grpSpPr>
          <a:xfrm>
            <a:off x="5847775" y="5780991"/>
            <a:ext cx="1306440" cy="533520"/>
            <a:chOff x="5753371" y="5883396"/>
            <a:chExt cx="1306440" cy="53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317AFAA-3814-47E9-8DDD-D925984AA700}"/>
                    </a:ext>
                  </a:extLst>
                </p14:cNvPr>
                <p14:cNvContentPartPr/>
                <p14:nvPr/>
              </p14:nvContentPartPr>
              <p14:xfrm>
                <a:off x="5753371" y="5883396"/>
                <a:ext cx="504000" cy="281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317AFAA-3814-47E9-8DDD-D925984AA70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744371" y="5874396"/>
                  <a:ext cx="5216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061CDF7-2152-4C68-B6CB-C74941789568}"/>
                    </a:ext>
                  </a:extLst>
                </p14:cNvPr>
                <p14:cNvContentPartPr/>
                <p14:nvPr/>
              </p14:nvContentPartPr>
              <p14:xfrm>
                <a:off x="6639331" y="5892036"/>
                <a:ext cx="420480" cy="225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061CDF7-2152-4C68-B6CB-C7494178956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630691" y="5883396"/>
                  <a:ext cx="4381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642644B-867C-474E-A1CC-61A8AB22761B}"/>
                    </a:ext>
                  </a:extLst>
                </p14:cNvPr>
                <p14:cNvContentPartPr/>
                <p14:nvPr/>
              </p14:nvContentPartPr>
              <p14:xfrm>
                <a:off x="5828971" y="6163836"/>
                <a:ext cx="414720" cy="253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642644B-867C-474E-A1CC-61A8AB22761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819971" y="6154836"/>
                  <a:ext cx="432360" cy="27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544CD7F-2CAC-4879-97DE-7E9D262EDB51}"/>
              </a:ext>
            </a:extLst>
          </p:cNvPr>
          <p:cNvGrpSpPr/>
          <p:nvPr/>
        </p:nvGrpSpPr>
        <p:grpSpPr>
          <a:xfrm>
            <a:off x="7411811" y="5505765"/>
            <a:ext cx="1248480" cy="1073160"/>
            <a:chOff x="7581570" y="5562270"/>
            <a:chExt cx="1248480" cy="107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3BFB7AA-194D-47E6-959B-2C6DD3E4C424}"/>
                    </a:ext>
                  </a:extLst>
                </p14:cNvPr>
                <p14:cNvContentPartPr/>
                <p14:nvPr/>
              </p14:nvContentPartPr>
              <p14:xfrm>
                <a:off x="7581570" y="5637870"/>
                <a:ext cx="420840" cy="506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3BFB7AA-194D-47E6-959B-2C6DD3E4C42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572930" y="5629230"/>
                  <a:ext cx="43848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420A814-1AB3-43EE-AF61-9DA7E52110C9}"/>
                    </a:ext>
                  </a:extLst>
                </p14:cNvPr>
                <p14:cNvContentPartPr/>
                <p14:nvPr/>
              </p14:nvContentPartPr>
              <p14:xfrm>
                <a:off x="7752570" y="5562270"/>
                <a:ext cx="696240" cy="863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420A814-1AB3-43EE-AF61-9DA7E52110C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743930" y="5553270"/>
                  <a:ext cx="713880" cy="88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8A289A4-0652-4461-B27D-A406839C7E2A}"/>
                    </a:ext>
                  </a:extLst>
                </p14:cNvPr>
                <p14:cNvContentPartPr/>
                <p14:nvPr/>
              </p14:nvContentPartPr>
              <p14:xfrm>
                <a:off x="8267370" y="5905350"/>
                <a:ext cx="527400" cy="249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8A289A4-0652-4461-B27D-A406839C7E2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258730" y="5896350"/>
                  <a:ext cx="5450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34BFF3B-6A72-4CD6-B80E-AC555B7BEF36}"/>
                    </a:ext>
                  </a:extLst>
                </p14:cNvPr>
                <p14:cNvContentPartPr/>
                <p14:nvPr/>
              </p14:nvContentPartPr>
              <p14:xfrm>
                <a:off x="8705490" y="5743350"/>
                <a:ext cx="124560" cy="892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34BFF3B-6A72-4CD6-B80E-AC555B7BEF3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696850" y="5734350"/>
                  <a:ext cx="142200" cy="909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08729AA-7262-6854-A157-C2061AB599FC}"/>
              </a:ext>
            </a:extLst>
          </p:cNvPr>
          <p:cNvSpPr txBox="1"/>
          <p:nvPr/>
        </p:nvSpPr>
        <p:spPr>
          <a:xfrm>
            <a:off x="450410" y="5599132"/>
            <a:ext cx="5140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is the probability that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True</a:t>
            </a:r>
            <a:r>
              <a:rPr lang="en-US" sz="2400" dirty="0"/>
              <a:t>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True)</a:t>
            </a:r>
            <a:r>
              <a:rPr lang="en-US" sz="2400" dirty="0"/>
              <a:t>, or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/>
              <a:t>or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</a:p>
        </p:txBody>
      </p:sp>
    </p:spTree>
    <p:extLst>
      <p:ext uri="{BB962C8B-B14F-4D97-AF65-F5344CB8AC3E}">
        <p14:creationId xmlns:p14="http://schemas.microsoft.com/office/powerpoint/2010/main" val="381260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1E6CDB3E-FBEB-480D-88EE-5EE3B0AA1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57250"/>
            <a:ext cx="8401050" cy="588613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First definition: A </a:t>
            </a:r>
            <a:r>
              <a:rPr lang="en-US" sz="2800" b="1" dirty="0"/>
              <a:t>probability </a:t>
            </a:r>
            <a:r>
              <a:rPr lang="en-US" sz="2800" dirty="0"/>
              <a:t>counts the number of outcomes that fall into one value as opposed to the number of possible outcomes.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What is the probability that the first coin is heads?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567ED5-4A3E-6D41-ABC1-AFCF4FBA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618"/>
            <a:ext cx="8229600" cy="742632"/>
          </a:xfrm>
        </p:spPr>
        <p:txBody>
          <a:bodyPr>
            <a:normAutofit fontScale="90000"/>
          </a:bodyPr>
          <a:lstStyle/>
          <a:p>
            <a:r>
              <a:rPr lang="en-US" dirty="0"/>
              <a:t>Foundations of Probability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14:cNvPr>
              <p14:cNvContentPartPr/>
              <p14:nvPr/>
            </p14:nvContentPartPr>
            <p14:xfrm>
              <a:off x="-573938" y="3050444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82938" y="304144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1A1D8D91-B2CC-471E-A9EE-D8990720419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60070" y="2413264"/>
            <a:ext cx="5316494" cy="6375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F79138-03CA-4184-9EEC-0B8FD677231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71220" y="3923030"/>
            <a:ext cx="6784000" cy="544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F313E43-956E-4D76-9E87-D31D0FA17D08}"/>
                  </a:ext>
                </a:extLst>
              </p14:cNvPr>
              <p14:cNvContentPartPr/>
              <p14:nvPr/>
            </p14:nvContentPartPr>
            <p14:xfrm>
              <a:off x="7897680" y="3754260"/>
              <a:ext cx="629280" cy="5011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F313E43-956E-4D76-9E87-D31D0FA17D0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89040" y="3745620"/>
                <a:ext cx="646920" cy="51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41C6978-E827-463D-B57A-8CFE0CAEC257}"/>
                  </a:ext>
                </a:extLst>
              </p14:cNvPr>
              <p14:cNvContentPartPr/>
              <p14:nvPr/>
            </p14:nvContentPartPr>
            <p14:xfrm>
              <a:off x="-57600" y="1366740"/>
              <a:ext cx="360" cy="46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41C6978-E827-463D-B57A-8CFE0CAEC25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-66240" y="1357740"/>
                <a:ext cx="180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F55C33C-61EE-40EE-B25E-DD7402B6CACA}"/>
                  </a:ext>
                </a:extLst>
              </p14:cNvPr>
              <p14:cNvContentPartPr/>
              <p14:nvPr/>
            </p14:nvContentPartPr>
            <p14:xfrm>
              <a:off x="7005960" y="3680100"/>
              <a:ext cx="1188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F55C33C-61EE-40EE-B25E-DD7402B6CAC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97320" y="3671460"/>
                <a:ext cx="295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6909483-D7D6-49B0-8F5A-F5DE75CFB067}"/>
                  </a:ext>
                </a:extLst>
              </p14:cNvPr>
              <p14:cNvContentPartPr/>
              <p14:nvPr/>
            </p14:nvContentPartPr>
            <p14:xfrm>
              <a:off x="7177680" y="3405780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6909483-D7D6-49B0-8F5A-F5DE75CFB0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68680" y="339714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E8BB044-D52C-442A-B35A-2A0E68295082}"/>
                  </a:ext>
                </a:extLst>
              </p14:cNvPr>
              <p14:cNvContentPartPr/>
              <p14:nvPr/>
            </p14:nvContentPartPr>
            <p14:xfrm>
              <a:off x="7394760" y="3577500"/>
              <a:ext cx="1188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E8BB044-D52C-442A-B35A-2A0E6829508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386120" y="3568500"/>
                <a:ext cx="2952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F1C25CAD-C838-4C80-AD0F-1B5A10F0AFEE}"/>
              </a:ext>
            </a:extLst>
          </p:cNvPr>
          <p:cNvSpPr/>
          <p:nvPr/>
        </p:nvSpPr>
        <p:spPr>
          <a:xfrm>
            <a:off x="3097763" y="3790235"/>
            <a:ext cx="5429197" cy="8482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DF38F8-6CA4-46E0-85E1-E614F2601D16}"/>
              </a:ext>
            </a:extLst>
          </p:cNvPr>
          <p:cNvSpPr/>
          <p:nvPr/>
        </p:nvSpPr>
        <p:spPr>
          <a:xfrm>
            <a:off x="6144584" y="3687635"/>
            <a:ext cx="2382376" cy="8482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44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1E6CDB3E-FBEB-480D-88EE-5EE3B0AA1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57250"/>
            <a:ext cx="8401050" cy="5886132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Joint probability</a:t>
            </a:r>
            <a:r>
              <a:rPr lang="en-US" sz="2800" dirty="0"/>
              <a:t>: What is the probability of two (or more) random variables have particular values (or satisfy some condition) for the same outcome?</a:t>
            </a:r>
          </a:p>
          <a:p>
            <a:pPr marL="0" indent="0">
              <a:buNone/>
            </a:pPr>
            <a:r>
              <a:rPr lang="en-US" sz="2800" dirty="0"/>
              <a:t>	E.g., what is the probability that the first coin is heads 	and the second coin is tails?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567ED5-4A3E-6D41-ABC1-AFCF4FBA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618"/>
            <a:ext cx="8229600" cy="742632"/>
          </a:xfrm>
        </p:spPr>
        <p:txBody>
          <a:bodyPr>
            <a:normAutofit fontScale="90000"/>
          </a:bodyPr>
          <a:lstStyle/>
          <a:p>
            <a:r>
              <a:rPr lang="en-US" dirty="0"/>
              <a:t>Foundations of Probability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14:cNvPr>
              <p14:cNvContentPartPr/>
              <p14:nvPr/>
            </p14:nvContentPartPr>
            <p14:xfrm>
              <a:off x="-573938" y="3050444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582938" y="304144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41C6978-E827-463D-B57A-8CFE0CAEC257}"/>
                  </a:ext>
                </a:extLst>
              </p14:cNvPr>
              <p14:cNvContentPartPr/>
              <p14:nvPr/>
            </p14:nvContentPartPr>
            <p14:xfrm>
              <a:off x="-57600" y="1366740"/>
              <a:ext cx="360" cy="46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41C6978-E827-463D-B57A-8CFE0CAEC25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-66600" y="1358383"/>
                <a:ext cx="18000" cy="210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F55C33C-61EE-40EE-B25E-DD7402B6CACA}"/>
                  </a:ext>
                </a:extLst>
              </p14:cNvPr>
              <p14:cNvContentPartPr/>
              <p14:nvPr/>
            </p14:nvContentPartPr>
            <p14:xfrm>
              <a:off x="7005960" y="3680100"/>
              <a:ext cx="1188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F55C33C-61EE-40EE-B25E-DD7402B6CAC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96960" y="3671100"/>
                <a:ext cx="295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6909483-D7D6-49B0-8F5A-F5DE75CFB067}"/>
                  </a:ext>
                </a:extLst>
              </p14:cNvPr>
              <p14:cNvContentPartPr/>
              <p14:nvPr/>
            </p14:nvContentPartPr>
            <p14:xfrm>
              <a:off x="7177680" y="3405780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6909483-D7D6-49B0-8F5A-F5DE75CFB06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168680" y="33967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E8BB044-D52C-442A-B35A-2A0E68295082}"/>
                  </a:ext>
                </a:extLst>
              </p14:cNvPr>
              <p14:cNvContentPartPr/>
              <p14:nvPr/>
            </p14:nvContentPartPr>
            <p14:xfrm>
              <a:off x="7394760" y="3577500"/>
              <a:ext cx="1188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E8BB044-D52C-442A-B35A-2A0E6829508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385760" y="3568500"/>
                <a:ext cx="2952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4A2C34C-AF15-4D5C-BD5A-B9C2A4B7867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443244" y="3301762"/>
            <a:ext cx="5219047" cy="254476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6BB5B40D-C3C7-43B8-AEB3-8D89B059E53E}"/>
              </a:ext>
            </a:extLst>
          </p:cNvPr>
          <p:cNvGrpSpPr/>
          <p:nvPr/>
        </p:nvGrpSpPr>
        <p:grpSpPr>
          <a:xfrm>
            <a:off x="5266440" y="3003300"/>
            <a:ext cx="3648900" cy="897725"/>
            <a:chOff x="5266440" y="3003300"/>
            <a:chExt cx="3648900" cy="89772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855A030-03C0-4C1C-8FFA-1092B55F6A15}"/>
                    </a:ext>
                  </a:extLst>
                </p14:cNvPr>
                <p14:cNvContentPartPr/>
                <p14:nvPr/>
              </p14:nvContentPartPr>
              <p14:xfrm>
                <a:off x="5266440" y="3179700"/>
                <a:ext cx="347400" cy="411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855A030-03C0-4C1C-8FFA-1092B55F6A1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257800" y="3170700"/>
                  <a:ext cx="36504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711618D-5A84-438F-8173-E72DC3A2391B}"/>
                    </a:ext>
                  </a:extLst>
                </p14:cNvPr>
                <p14:cNvContentPartPr/>
                <p14:nvPr/>
              </p14:nvContentPartPr>
              <p14:xfrm>
                <a:off x="5611680" y="3003300"/>
                <a:ext cx="1493640" cy="208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711618D-5A84-438F-8173-E72DC3A2391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03040" y="2994300"/>
                  <a:ext cx="1511280" cy="2264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769EE1-F1BF-4527-A415-4E905368B5A5}"/>
                </a:ext>
              </a:extLst>
            </p:cNvPr>
            <p:cNvSpPr txBox="1"/>
            <p:nvPr/>
          </p:nvSpPr>
          <p:spPr>
            <a:xfrm>
              <a:off x="6704779" y="3254694"/>
              <a:ext cx="2210561" cy="646331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“Intersects” or “AND”</a:t>
              </a:r>
            </a:p>
            <a:p>
              <a:r>
                <a:rPr lang="en-US" dirty="0">
                  <a:solidFill>
                    <a:srgbClr val="FF0000"/>
                  </a:solidFill>
                </a:rPr>
                <a:t>(what’s in both sets)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7856CBB-5A89-4E04-95B3-B804FB4520E9}"/>
              </a:ext>
            </a:extLst>
          </p:cNvPr>
          <p:cNvGrpSpPr/>
          <p:nvPr/>
        </p:nvGrpSpPr>
        <p:grpSpPr>
          <a:xfrm>
            <a:off x="1775973" y="3584700"/>
            <a:ext cx="2743200" cy="812160"/>
            <a:chOff x="1691280" y="3531420"/>
            <a:chExt cx="2743200" cy="81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FE28970-57F4-49E2-80D7-1D563832595C}"/>
                    </a:ext>
                  </a:extLst>
                </p14:cNvPr>
                <p14:cNvContentPartPr/>
                <p14:nvPr/>
              </p14:nvContentPartPr>
              <p14:xfrm>
                <a:off x="1691280" y="3531420"/>
                <a:ext cx="2743200" cy="787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FE28970-57F4-49E2-80D7-1D563832595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82640" y="3522420"/>
                  <a:ext cx="2760840" cy="80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A1310ED-3FC5-479D-AE16-DE941157DB0E}"/>
                    </a:ext>
                  </a:extLst>
                </p14:cNvPr>
                <p14:cNvContentPartPr/>
                <p14:nvPr/>
              </p14:nvContentPartPr>
              <p14:xfrm>
                <a:off x="1954080" y="4343220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A1310ED-3FC5-479D-AE16-DE941157DB0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45440" y="43342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9F99CDD-B7DD-438E-837E-C77A63DDAD95}"/>
                  </a:ext>
                </a:extLst>
              </p14:cNvPr>
              <p14:cNvContentPartPr/>
              <p14:nvPr/>
            </p14:nvContentPartPr>
            <p14:xfrm>
              <a:off x="5363280" y="3554100"/>
              <a:ext cx="442800" cy="561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9F99CDD-B7DD-438E-837E-C77A63DDAD9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354640" y="3545460"/>
                <a:ext cx="460440" cy="579240"/>
              </a:xfrm>
              <a:prstGeom prst="rect">
                <a:avLst/>
              </a:prstGeom>
            </p:spPr>
          </p:pic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8AADE476-3DAA-4E59-8D26-1DEB9DC2D61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2202476" y="4131204"/>
            <a:ext cx="1191619" cy="25447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6A37CF6-D8C8-4BD7-8F1C-9BF4C09FB4F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548660" y="4121430"/>
            <a:ext cx="1095619" cy="25447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11F3247-1961-4611-8841-2BB545F31BA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3878709" y="4110370"/>
            <a:ext cx="241056" cy="26697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3F9F8D2-F125-4334-BD63-FE77F1F7375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5942340" y="4135020"/>
            <a:ext cx="902095" cy="25447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A11ACA2-9C4A-42FD-AE12-41928294F90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1340902" y="4801629"/>
            <a:ext cx="5917148" cy="478248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B8FE89D-21D9-44B8-B547-CF98ABD43414}"/>
              </a:ext>
            </a:extLst>
          </p:cNvPr>
          <p:cNvSpPr/>
          <p:nvPr/>
        </p:nvSpPr>
        <p:spPr>
          <a:xfrm>
            <a:off x="4435197" y="4694482"/>
            <a:ext cx="3235710" cy="8482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47AB505-F19F-4F58-A391-AC9DE00591F3}"/>
              </a:ext>
            </a:extLst>
          </p:cNvPr>
          <p:cNvSpPr/>
          <p:nvPr/>
        </p:nvSpPr>
        <p:spPr>
          <a:xfrm>
            <a:off x="7089607" y="4743931"/>
            <a:ext cx="1365765" cy="8482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5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1E6CDB3E-FBEB-480D-88EE-5EE3B0AA1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57250"/>
            <a:ext cx="8401050" cy="5886132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Conditional probability</a:t>
            </a:r>
            <a:r>
              <a:rPr lang="en-US" sz="2800" dirty="0"/>
              <a:t>: What is the probability of one or more variables having some values given one or more other variables have some other values?</a:t>
            </a:r>
          </a:p>
          <a:p>
            <a:pPr marL="0" indent="0">
              <a:buNone/>
            </a:pPr>
            <a:r>
              <a:rPr lang="en-US" sz="2800" dirty="0"/>
              <a:t>	It is the probability of the first random variable(s) 	when the universe of discourse is the set of outcomes 	that satisfy the second random variable(s).</a:t>
            </a:r>
          </a:p>
          <a:p>
            <a:pPr marL="0" indent="0">
              <a:buNone/>
            </a:pPr>
            <a:r>
              <a:rPr lang="en-US" sz="2800" dirty="0"/>
              <a:t>	E.g., what is the probability of the second coin being 	tails 	  </a:t>
            </a:r>
            <a:r>
              <a:rPr lang="en-US" sz="2800" b="1" dirty="0"/>
              <a:t>given      </a:t>
            </a:r>
            <a:r>
              <a:rPr lang="en-US" sz="2800" dirty="0"/>
              <a:t>the first coin was heads?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567ED5-4A3E-6D41-ABC1-AFCF4FBA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618"/>
            <a:ext cx="8229600" cy="742632"/>
          </a:xfrm>
        </p:spPr>
        <p:txBody>
          <a:bodyPr>
            <a:normAutofit fontScale="90000"/>
          </a:bodyPr>
          <a:lstStyle/>
          <a:p>
            <a:r>
              <a:rPr lang="en-US" dirty="0"/>
              <a:t>Foundations of Probability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41C6978-E827-463D-B57A-8CFE0CAEC257}"/>
                  </a:ext>
                </a:extLst>
              </p14:cNvPr>
              <p14:cNvContentPartPr/>
              <p14:nvPr/>
            </p14:nvContentPartPr>
            <p14:xfrm>
              <a:off x="-57600" y="1366740"/>
              <a:ext cx="360" cy="46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41C6978-E827-463D-B57A-8CFE0CAEC2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66600" y="1358383"/>
                <a:ext cx="18000" cy="2106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D16A14F-620E-44FB-B7B1-C203E7AF341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43710" y="4650453"/>
            <a:ext cx="2822174" cy="3407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7B22BE4-4A8F-49C6-BB76-E1D7D0E9D1D7}"/>
                  </a:ext>
                </a:extLst>
              </p14:cNvPr>
              <p14:cNvContentPartPr/>
              <p14:nvPr/>
            </p14:nvContentPartPr>
            <p14:xfrm>
              <a:off x="6020215" y="3609435"/>
              <a:ext cx="2540520" cy="84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7B22BE4-4A8F-49C6-BB76-E1D7D0E9D1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11215" y="3600435"/>
                <a:ext cx="2558160" cy="10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651774F7-F401-42A3-9488-B1DCD8749E3A}"/>
              </a:ext>
            </a:extLst>
          </p:cNvPr>
          <p:cNvGrpSpPr/>
          <p:nvPr/>
        </p:nvGrpSpPr>
        <p:grpSpPr>
          <a:xfrm>
            <a:off x="903535" y="3692595"/>
            <a:ext cx="7490520" cy="1353960"/>
            <a:chOff x="903535" y="3692595"/>
            <a:chExt cx="7490520" cy="135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9254D1A-F831-4DFB-9EC0-B9D7FAB3EB30}"/>
                    </a:ext>
                  </a:extLst>
                </p14:cNvPr>
                <p14:cNvContentPartPr/>
                <p14:nvPr/>
              </p14:nvContentPartPr>
              <p14:xfrm>
                <a:off x="1446415" y="4560915"/>
                <a:ext cx="1143000" cy="485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9254D1A-F831-4DFB-9EC0-B9D7FAB3EB3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37415" y="4552275"/>
                  <a:ext cx="116064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751461A-C088-4DD3-8490-3550EC958799}"/>
                    </a:ext>
                  </a:extLst>
                </p14:cNvPr>
                <p14:cNvContentPartPr/>
                <p14:nvPr/>
              </p14:nvContentPartPr>
              <p14:xfrm>
                <a:off x="5923375" y="3692595"/>
                <a:ext cx="2470680" cy="416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751461A-C088-4DD3-8490-3550EC95879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14735" y="3683955"/>
                  <a:ext cx="248832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AB7EC79-94FC-4FD4-9BED-9EAF1630DF56}"/>
                    </a:ext>
                  </a:extLst>
                </p14:cNvPr>
                <p14:cNvContentPartPr/>
                <p14:nvPr/>
              </p14:nvContentPartPr>
              <p14:xfrm>
                <a:off x="903535" y="4082115"/>
                <a:ext cx="843120" cy="395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AB7EC79-94FC-4FD4-9BED-9EAF1630DF5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94895" y="4073475"/>
                  <a:ext cx="86076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6CC1714-8F2E-4AF3-BA3E-B0944FF6964D}"/>
                    </a:ext>
                  </a:extLst>
                </p14:cNvPr>
                <p14:cNvContentPartPr/>
                <p14:nvPr/>
              </p14:nvContentPartPr>
              <p14:xfrm>
                <a:off x="1378375" y="4441035"/>
                <a:ext cx="209520" cy="228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6CC1714-8F2E-4AF3-BA3E-B0944FF6964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69735" y="4432035"/>
                  <a:ext cx="227160" cy="24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516A814-99D8-4240-8581-F5B901262477}"/>
              </a:ext>
            </a:extLst>
          </p:cNvPr>
          <p:cNvGrpSpPr/>
          <p:nvPr/>
        </p:nvGrpSpPr>
        <p:grpSpPr>
          <a:xfrm>
            <a:off x="2414189" y="4348395"/>
            <a:ext cx="366185" cy="657919"/>
            <a:chOff x="2424650" y="4347236"/>
            <a:chExt cx="366185" cy="65791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FEBE50B-6DAC-46B9-AA11-D7CF8EECF98C}"/>
                    </a:ext>
                  </a:extLst>
                </p14:cNvPr>
                <p14:cNvContentPartPr/>
                <p14:nvPr/>
              </p14:nvContentPartPr>
              <p14:xfrm>
                <a:off x="2480875" y="4555155"/>
                <a:ext cx="309960" cy="450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FEBE50B-6DAC-46B9-AA11-D7CF8EECF98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472235" y="4546515"/>
                  <a:ext cx="32760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A6F695B-4D68-41CD-8FB7-8B6A95D28703}"/>
                    </a:ext>
                  </a:extLst>
                </p14:cNvPr>
                <p14:cNvContentPartPr/>
                <p14:nvPr/>
              </p14:nvContentPartPr>
              <p14:xfrm>
                <a:off x="2424650" y="4347236"/>
                <a:ext cx="313952" cy="261318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A6F695B-4D68-41CD-8FB7-8B6A95D2870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416009" y="4338597"/>
                  <a:ext cx="331594" cy="27895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D124DB8-0A86-4D34-8B34-AFC5B870EE4C}"/>
              </a:ext>
            </a:extLst>
          </p:cNvPr>
          <p:cNvGrpSpPr/>
          <p:nvPr/>
        </p:nvGrpSpPr>
        <p:grpSpPr>
          <a:xfrm>
            <a:off x="2645640" y="4521315"/>
            <a:ext cx="1940190" cy="525240"/>
            <a:chOff x="2692015" y="4510515"/>
            <a:chExt cx="1594440" cy="43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57A71E6-8321-4287-95D5-13017FFF24F3}"/>
                    </a:ext>
                  </a:extLst>
                </p14:cNvPr>
                <p14:cNvContentPartPr/>
                <p14:nvPr/>
              </p14:nvContentPartPr>
              <p14:xfrm>
                <a:off x="2692015" y="4510515"/>
                <a:ext cx="1513080" cy="431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57A71E6-8321-4287-95D5-13017FFF24F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684617" y="4503119"/>
                  <a:ext cx="1527580" cy="4461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30BCFF5-95AC-488B-9359-6405BB3D64F9}"/>
                    </a:ext>
                  </a:extLst>
                </p14:cNvPr>
                <p14:cNvContentPartPr/>
                <p14:nvPr/>
              </p14:nvContentPartPr>
              <p14:xfrm>
                <a:off x="3988375" y="4534995"/>
                <a:ext cx="298080" cy="111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30BCFF5-95AC-488B-9359-6405BB3D64F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980975" y="4527575"/>
                  <a:ext cx="312584" cy="126144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C013E91-32F6-4B55-85C9-A34E1C617DF6}"/>
              </a:ext>
            </a:extLst>
          </p:cNvPr>
          <p:cNvSpPr txBox="1"/>
          <p:nvPr/>
        </p:nvSpPr>
        <p:spPr>
          <a:xfrm>
            <a:off x="3813644" y="5326310"/>
            <a:ext cx="2360962" cy="107721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/>
              <a:t>HH		HT</a:t>
            </a:r>
          </a:p>
          <a:p>
            <a:r>
              <a:rPr lang="en-US" sz="3200" dirty="0"/>
              <a:t>TH			TT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5DBE39E-8404-491B-88AE-E291FACB4ADA}"/>
                  </a:ext>
                </a:extLst>
              </p14:cNvPr>
              <p14:cNvContentPartPr/>
              <p14:nvPr/>
            </p14:nvContentPartPr>
            <p14:xfrm>
              <a:off x="3850855" y="5317275"/>
              <a:ext cx="2052360" cy="585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5DBE39E-8404-491B-88AE-E291FACB4AD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841855" y="5308275"/>
                <a:ext cx="2070000" cy="60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DD63341-9891-4053-89F7-DDFEE21EC626}"/>
                  </a:ext>
                </a:extLst>
              </p14:cNvPr>
              <p14:cNvContentPartPr/>
              <p14:nvPr/>
            </p14:nvContentPartPr>
            <p14:xfrm>
              <a:off x="5187535" y="5397915"/>
              <a:ext cx="627480" cy="3967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DD63341-9891-4053-89F7-DDFEE21EC62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178535" y="5388915"/>
                <a:ext cx="645120" cy="41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F185CCA2-8ECD-4840-9F75-C44323CF32D3}"/>
              </a:ext>
            </a:extLst>
          </p:cNvPr>
          <p:cNvGrpSpPr/>
          <p:nvPr/>
        </p:nvGrpSpPr>
        <p:grpSpPr>
          <a:xfrm>
            <a:off x="6281935" y="4991236"/>
            <a:ext cx="1923914" cy="732839"/>
            <a:chOff x="6281935" y="4991236"/>
            <a:chExt cx="1923914" cy="73283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20CDD0B-8A87-4F64-80DC-2E48F625E6CA}"/>
                    </a:ext>
                  </a:extLst>
                </p14:cNvPr>
                <p14:cNvContentPartPr/>
                <p14:nvPr/>
              </p14:nvContentPartPr>
              <p14:xfrm>
                <a:off x="6281935" y="5136195"/>
                <a:ext cx="774000" cy="587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20CDD0B-8A87-4F64-80DC-2E48F625E6C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272935" y="5127555"/>
                  <a:ext cx="791640" cy="6055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E06B6C9-31CC-4104-94B6-8B3C577E13CC}"/>
                </a:ext>
              </a:extLst>
            </p:cNvPr>
            <p:cNvSpPr txBox="1"/>
            <p:nvPr/>
          </p:nvSpPr>
          <p:spPr>
            <a:xfrm>
              <a:off x="7158715" y="4991236"/>
              <a:ext cx="10471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1/2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85E05B7-8512-4BDA-B68C-551E509CA65E}"/>
                  </a:ext>
                </a:extLst>
              </p14:cNvPr>
              <p14:cNvContentPartPr/>
              <p14:nvPr/>
            </p14:nvContentPartPr>
            <p14:xfrm>
              <a:off x="3425150" y="4030679"/>
              <a:ext cx="3545640" cy="525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85E05B7-8512-4BDA-B68C-551E509CA65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416150" y="4021673"/>
                <a:ext cx="3563280" cy="54289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727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7ED5-4A3E-6D41-ABC1-AFCF4FBA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618"/>
            <a:ext cx="8229600" cy="742632"/>
          </a:xfrm>
        </p:spPr>
        <p:txBody>
          <a:bodyPr>
            <a:normAutofit fontScale="90000"/>
          </a:bodyPr>
          <a:lstStyle/>
          <a:p>
            <a:r>
              <a:rPr lang="en-US" dirty="0"/>
              <a:t>More on Conditional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ACE42-6F10-4349-B656-33F6DAE25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367" y="857250"/>
            <a:ext cx="8965633" cy="5886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Outcome set/space</a:t>
            </a:r>
            <a:r>
              <a:rPr lang="en-US" dirty="0"/>
              <a:t>: Set/space of possible outcomes for all variables (worlds)</a:t>
            </a:r>
          </a:p>
          <a:p>
            <a:pPr marL="0" indent="0">
              <a:buNone/>
            </a:pPr>
            <a:r>
              <a:rPr lang="en-US" b="1" dirty="0"/>
              <a:t>	E.g., Outcome set for two coin flips:</a:t>
            </a:r>
          </a:p>
          <a:p>
            <a:pPr marL="0" indent="0">
              <a:buNone/>
            </a:pPr>
            <a:r>
              <a:rPr lang="en-US" b="1" dirty="0"/>
              <a:t>				 </a:t>
            </a:r>
            <a:r>
              <a:rPr lang="en-US" i="1" dirty="0"/>
              <a:t>S</a:t>
            </a:r>
            <a:r>
              <a:rPr lang="en-US" b="1" dirty="0"/>
              <a:t> </a:t>
            </a:r>
            <a:r>
              <a:rPr lang="en-US" dirty="0"/>
              <a:t>= {HH, HT, TH, TT}</a:t>
            </a:r>
          </a:p>
          <a:p>
            <a:pPr marL="0" indent="0">
              <a:buNone/>
            </a:pPr>
            <a:r>
              <a:rPr lang="en-US" dirty="0"/>
              <a:t>Remember our variables: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What is the probability that the first coin is heads given there was at least one heads?</a:t>
            </a:r>
          </a:p>
          <a:p>
            <a:pPr marL="0" indent="0">
              <a:buNone/>
            </a:pPr>
            <a:endParaRPr lang="en-US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14:cNvPr>
              <p14:cNvContentPartPr/>
              <p14:nvPr/>
            </p14:nvContentPartPr>
            <p14:xfrm>
              <a:off x="-573938" y="3050444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582938" y="304144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26" name="Picture 25">
            <a:extLst>
              <a:ext uri="{FF2B5EF4-FFF2-40B4-BE49-F238E27FC236}">
                <a16:creationId xmlns:a16="http://schemas.microsoft.com/office/drawing/2014/main" id="{786A820F-04CC-4266-BC30-ABDADEAED3C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57200" y="4551090"/>
            <a:ext cx="4056106" cy="26812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E6158DA-9E7C-46A1-9260-E4BA27ECC39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57200" y="3778363"/>
            <a:ext cx="5316494" cy="6375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279C76-2FD5-4546-B5CA-74C0F362A91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57200" y="6141639"/>
            <a:ext cx="1990504" cy="27426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7B7BD81-0D28-459A-913F-001E60ED17F9}"/>
              </a:ext>
            </a:extLst>
          </p:cNvPr>
          <p:cNvSpPr txBox="1"/>
          <p:nvPr/>
        </p:nvSpPr>
        <p:spPr>
          <a:xfrm>
            <a:off x="2807920" y="5955607"/>
            <a:ext cx="1412694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HH		HT</a:t>
            </a:r>
          </a:p>
          <a:p>
            <a:r>
              <a:rPr lang="en-US" dirty="0"/>
              <a:t>TH		TT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2027E88-B8EE-4BDC-A6F6-306C6A9DDDBD}"/>
                  </a:ext>
                </a:extLst>
              </p14:cNvPr>
              <p14:cNvContentPartPr/>
              <p14:nvPr/>
            </p14:nvContentPartPr>
            <p14:xfrm>
              <a:off x="2822247" y="6019391"/>
              <a:ext cx="1335960" cy="537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2027E88-B8EE-4BDC-A6F6-306C6A9DDDB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813607" y="6010751"/>
                <a:ext cx="1353600" cy="55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952D2E0A-D520-4FAA-BD92-5771050F20D0}"/>
              </a:ext>
            </a:extLst>
          </p:cNvPr>
          <p:cNvGrpSpPr/>
          <p:nvPr/>
        </p:nvGrpSpPr>
        <p:grpSpPr>
          <a:xfrm>
            <a:off x="2765727" y="6009671"/>
            <a:ext cx="1345680" cy="221400"/>
            <a:chOff x="2765727" y="6009671"/>
            <a:chExt cx="1345680" cy="2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706BB5D-CA45-408E-A7CA-E4A2BF7A6614}"/>
                    </a:ext>
                  </a:extLst>
                </p14:cNvPr>
                <p14:cNvContentPartPr/>
                <p14:nvPr/>
              </p14:nvContentPartPr>
              <p14:xfrm>
                <a:off x="2765727" y="6011111"/>
                <a:ext cx="439920" cy="219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706BB5D-CA45-408E-A7CA-E4A2BF7A661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56727" y="6002111"/>
                  <a:ext cx="4575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F00AB18-4EF1-41D6-82CE-43112EB69ECB}"/>
                    </a:ext>
                  </a:extLst>
                </p14:cNvPr>
                <p14:cNvContentPartPr/>
                <p14:nvPr/>
              </p14:nvContentPartPr>
              <p14:xfrm>
                <a:off x="3715047" y="6009671"/>
                <a:ext cx="396360" cy="214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F00AB18-4EF1-41D6-82CE-43112EB69EC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06407" y="6000671"/>
                  <a:ext cx="414000" cy="232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EA6A4CE-4EB0-47F4-8D00-B35FDA08EA0E}"/>
              </a:ext>
            </a:extLst>
          </p:cNvPr>
          <p:cNvSpPr txBox="1"/>
          <p:nvPr/>
        </p:nvSpPr>
        <p:spPr>
          <a:xfrm>
            <a:off x="5065614" y="6117131"/>
            <a:ext cx="2307090" cy="372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158569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3B766B-CF0A-46CC-BFF4-9264612E0A8F}"/>
              </a:ext>
            </a:extLst>
          </p:cNvPr>
          <p:cNvGrpSpPr/>
          <p:nvPr/>
        </p:nvGrpSpPr>
        <p:grpSpPr>
          <a:xfrm>
            <a:off x="262337" y="5043164"/>
            <a:ext cx="1412694" cy="646331"/>
            <a:chOff x="591293" y="4622873"/>
            <a:chExt cx="1412694" cy="64633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DEDE98A-4E8F-4560-A489-9557C0112DEA}"/>
                </a:ext>
              </a:extLst>
            </p:cNvPr>
            <p:cNvSpPr txBox="1"/>
            <p:nvPr/>
          </p:nvSpPr>
          <p:spPr>
            <a:xfrm>
              <a:off x="591293" y="4622873"/>
              <a:ext cx="1412694" cy="64633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HH		HT</a:t>
              </a:r>
            </a:p>
            <a:p>
              <a:r>
                <a:rPr lang="en-US" dirty="0"/>
                <a:t>TH		TT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2143C56-1DB2-43C5-8451-D5F12C022013}"/>
                    </a:ext>
                  </a:extLst>
                </p14:cNvPr>
                <p14:cNvContentPartPr/>
                <p14:nvPr/>
              </p14:nvContentPartPr>
              <p14:xfrm>
                <a:off x="605620" y="4686657"/>
                <a:ext cx="1335960" cy="537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2143C56-1DB2-43C5-8451-D5F12C02201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96980" y="4678017"/>
                  <a:ext cx="1353600" cy="554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3567ED5-4A3E-6D41-ABC1-AFCF4FBA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618"/>
            <a:ext cx="8229600" cy="742632"/>
          </a:xfrm>
        </p:spPr>
        <p:txBody>
          <a:bodyPr>
            <a:normAutofit fontScale="90000"/>
          </a:bodyPr>
          <a:lstStyle/>
          <a:p>
            <a:r>
              <a:rPr lang="en-US" dirty="0"/>
              <a:t>Conditional Probability Redux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ACE42-6F10-4349-B656-33F6DAE25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337" y="857250"/>
            <a:ext cx="8595913" cy="5886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the probability that the first coin is heads given there was at least one heads?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Boring definition of conditional probability*:</a:t>
            </a:r>
          </a:p>
          <a:p>
            <a:pPr marL="0" indent="0">
              <a:buNone/>
            </a:pPr>
            <a:endParaRPr lang="en-US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14:cNvPr>
              <p14:cNvContentPartPr/>
              <p14:nvPr/>
            </p14:nvContentPartPr>
            <p14:xfrm>
              <a:off x="-573938" y="3050444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582938" y="304144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8279C76-2FD5-4546-B5CA-74C0F362A91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498123" y="2255845"/>
            <a:ext cx="1990504" cy="27426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7B7BD81-0D28-459A-913F-001E60ED17F9}"/>
              </a:ext>
            </a:extLst>
          </p:cNvPr>
          <p:cNvSpPr txBox="1"/>
          <p:nvPr/>
        </p:nvSpPr>
        <p:spPr>
          <a:xfrm>
            <a:off x="3848843" y="2069813"/>
            <a:ext cx="1412694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HH		HT</a:t>
            </a:r>
          </a:p>
          <a:p>
            <a:r>
              <a:rPr lang="en-US" dirty="0"/>
              <a:t>TH		TT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2027E88-B8EE-4BDC-A6F6-306C6A9DDDBD}"/>
                  </a:ext>
                </a:extLst>
              </p14:cNvPr>
              <p14:cNvContentPartPr/>
              <p14:nvPr/>
            </p14:nvContentPartPr>
            <p14:xfrm>
              <a:off x="3863170" y="2133597"/>
              <a:ext cx="1335960" cy="537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2027E88-B8EE-4BDC-A6F6-306C6A9DDDB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54530" y="2124957"/>
                <a:ext cx="1353600" cy="55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706BB5D-CA45-408E-A7CA-E4A2BF7A6614}"/>
                  </a:ext>
                </a:extLst>
              </p14:cNvPr>
              <p14:cNvContentPartPr/>
              <p14:nvPr/>
            </p14:nvContentPartPr>
            <p14:xfrm>
              <a:off x="3806650" y="2125317"/>
              <a:ext cx="439920" cy="2199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706BB5D-CA45-408E-A7CA-E4A2BF7A661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797650" y="2116317"/>
                <a:ext cx="45756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F00AB18-4EF1-41D6-82CE-43112EB69ECB}"/>
                  </a:ext>
                </a:extLst>
              </p14:cNvPr>
              <p14:cNvContentPartPr/>
              <p14:nvPr/>
            </p14:nvContentPartPr>
            <p14:xfrm>
              <a:off x="4755970" y="2123877"/>
              <a:ext cx="396360" cy="2149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F00AB18-4EF1-41D6-82CE-43112EB69EC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747330" y="2114877"/>
                <a:ext cx="414000" cy="23256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CEA6A4CE-4EB0-47F4-8D00-B35FDA08EA0E}"/>
              </a:ext>
            </a:extLst>
          </p:cNvPr>
          <p:cNvSpPr txBox="1"/>
          <p:nvPr/>
        </p:nvSpPr>
        <p:spPr>
          <a:xfrm>
            <a:off x="6097452" y="2169405"/>
            <a:ext cx="2307090" cy="372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2/3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8CAEEC-AB16-4956-ACC2-5F960370497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94985" y="3880977"/>
            <a:ext cx="6303170" cy="5603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64D22A-7199-4ED1-B704-1CE98771D65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342739" y="4734410"/>
            <a:ext cx="1203809" cy="254476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655640E4-4EF5-4B06-9198-7EBBB74CA5A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983234" y="5074716"/>
            <a:ext cx="6816801" cy="23472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47B839E-6471-442E-B416-CD8F7BB583C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980714" y="5540611"/>
            <a:ext cx="4312381" cy="25447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1AD8BA7-7601-465B-BBB9-2DEE09BB98D9}"/>
              </a:ext>
            </a:extLst>
          </p:cNvPr>
          <p:cNvSpPr txBox="1"/>
          <p:nvPr/>
        </p:nvSpPr>
        <p:spPr>
          <a:xfrm>
            <a:off x="342739" y="6057900"/>
            <a:ext cx="752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3/4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F7A3618-821A-4B8C-A832-2B390350FD93}"/>
              </a:ext>
            </a:extLst>
          </p:cNvPr>
          <p:cNvGrpSpPr/>
          <p:nvPr/>
        </p:nvGrpSpPr>
        <p:grpSpPr>
          <a:xfrm>
            <a:off x="7457595" y="3847890"/>
            <a:ext cx="1416240" cy="999000"/>
            <a:chOff x="7457595" y="3847890"/>
            <a:chExt cx="1416240" cy="99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31170D5-8F91-4F8B-9CB3-85307EC52E02}"/>
                    </a:ext>
                  </a:extLst>
                </p14:cNvPr>
                <p14:cNvContentPartPr/>
                <p14:nvPr/>
              </p14:nvContentPartPr>
              <p14:xfrm>
                <a:off x="7457595" y="4066770"/>
                <a:ext cx="322920" cy="77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31170D5-8F91-4F8B-9CB3-85307EC52E0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448955" y="4057770"/>
                  <a:ext cx="3405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AE70798-2A69-4486-9ED1-F8A20E97C919}"/>
                    </a:ext>
                  </a:extLst>
                </p14:cNvPr>
                <p14:cNvContentPartPr/>
                <p14:nvPr/>
              </p14:nvContentPartPr>
              <p14:xfrm>
                <a:off x="7495755" y="4228770"/>
                <a:ext cx="32328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AE70798-2A69-4486-9ED1-F8A20E97C91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487115" y="4219770"/>
                  <a:ext cx="340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CDFD3CF-79DB-470B-A6E1-A9D0557D6BEF}"/>
                    </a:ext>
                  </a:extLst>
                </p14:cNvPr>
                <p14:cNvContentPartPr/>
                <p14:nvPr/>
              </p14:nvContentPartPr>
              <p14:xfrm>
                <a:off x="7952955" y="3876330"/>
                <a:ext cx="218880" cy="209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CDFD3CF-79DB-470B-A6E1-A9D0557D6BE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944315" y="3867330"/>
                  <a:ext cx="2365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2F61FB5-D061-486C-889B-980A631831A7}"/>
                    </a:ext>
                  </a:extLst>
                </p14:cNvPr>
                <p14:cNvContentPartPr/>
                <p14:nvPr/>
              </p14:nvContentPartPr>
              <p14:xfrm>
                <a:off x="8232675" y="3857250"/>
                <a:ext cx="158760" cy="221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2F61FB5-D061-486C-889B-980A631831A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224035" y="3848250"/>
                  <a:ext cx="1764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92E6689-00DE-4A2C-B5E8-D3A86990EB36}"/>
                    </a:ext>
                  </a:extLst>
                </p14:cNvPr>
                <p14:cNvContentPartPr/>
                <p14:nvPr/>
              </p14:nvContentPartPr>
              <p14:xfrm>
                <a:off x="8427795" y="3847890"/>
                <a:ext cx="142200" cy="155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92E6689-00DE-4A2C-B5E8-D3A86990EB3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419155" y="3838890"/>
                  <a:ext cx="1598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CC074B9-89F2-4BDA-9672-9E1AB9AF1B26}"/>
                    </a:ext>
                  </a:extLst>
                </p14:cNvPr>
                <p14:cNvContentPartPr/>
                <p14:nvPr/>
              </p14:nvContentPartPr>
              <p14:xfrm>
                <a:off x="8518515" y="3895410"/>
                <a:ext cx="6120" cy="193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CC074B9-89F2-4BDA-9672-9E1AB9AF1B2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09875" y="3886410"/>
                  <a:ext cx="237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7AC5476-0F29-4B9D-8B33-C72D90E6E8C8}"/>
                    </a:ext>
                  </a:extLst>
                </p14:cNvPr>
                <p14:cNvContentPartPr/>
                <p14:nvPr/>
              </p14:nvContentPartPr>
              <p14:xfrm>
                <a:off x="7972035" y="4133370"/>
                <a:ext cx="723240" cy="67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7AC5476-0F29-4B9D-8B33-C72D90E6E8C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963395" y="4124370"/>
                  <a:ext cx="7408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68BB30F-29B8-40BC-B419-8456CAD8377D}"/>
                    </a:ext>
                  </a:extLst>
                </p14:cNvPr>
                <p14:cNvContentPartPr/>
                <p14:nvPr/>
              </p14:nvContentPartPr>
              <p14:xfrm>
                <a:off x="8076795" y="4247490"/>
                <a:ext cx="210600" cy="275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68BB30F-29B8-40BC-B419-8456CAD8377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068155" y="4238490"/>
                  <a:ext cx="2282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D50004D-5245-4A97-8735-6CBBF23C7A29}"/>
                    </a:ext>
                  </a:extLst>
                </p14:cNvPr>
                <p14:cNvContentPartPr/>
                <p14:nvPr/>
              </p14:nvContentPartPr>
              <p14:xfrm>
                <a:off x="8167155" y="4247850"/>
                <a:ext cx="309960" cy="416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D50004D-5245-4A97-8735-6CBBF23C7A2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158515" y="4238850"/>
                  <a:ext cx="32760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27E27F6-744A-43A1-98EC-5BAFA89122CB}"/>
                    </a:ext>
                  </a:extLst>
                </p14:cNvPr>
                <p14:cNvContentPartPr/>
                <p14:nvPr/>
              </p14:nvContentPartPr>
              <p14:xfrm>
                <a:off x="8569995" y="4305090"/>
                <a:ext cx="230040" cy="155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27E27F6-744A-43A1-98EC-5BAFA89122C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560995" y="4296090"/>
                  <a:ext cx="2476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6CDF8D9-7A40-4BF6-9D11-746C0EEF08F9}"/>
                    </a:ext>
                  </a:extLst>
                </p14:cNvPr>
                <p14:cNvContentPartPr/>
                <p14:nvPr/>
              </p14:nvContentPartPr>
              <p14:xfrm>
                <a:off x="8657475" y="4276650"/>
                <a:ext cx="77040" cy="570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6CDF8D9-7A40-4BF6-9D11-746C0EEF08F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48835" y="4267650"/>
                  <a:ext cx="9468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87CE736-869C-4F7F-A150-D87548B4020F}"/>
                    </a:ext>
                  </a:extLst>
                </p14:cNvPr>
                <p14:cNvContentPartPr/>
                <p14:nvPr/>
              </p14:nvContentPartPr>
              <p14:xfrm>
                <a:off x="8314755" y="3857250"/>
                <a:ext cx="482760" cy="259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87CE736-869C-4F7F-A150-D87548B4020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306115" y="3848250"/>
                  <a:ext cx="5004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3BBCFCC-BFA5-4732-A86B-C07682280A77}"/>
                    </a:ext>
                  </a:extLst>
                </p14:cNvPr>
                <p14:cNvContentPartPr/>
                <p14:nvPr/>
              </p14:nvContentPartPr>
              <p14:xfrm>
                <a:off x="8467395" y="4190610"/>
                <a:ext cx="406440" cy="292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3BBCFCC-BFA5-4732-A86B-C07682280A7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458755" y="4181610"/>
                  <a:ext cx="424080" cy="30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ABF88544-84AA-42A1-9EE3-29F35D884A16}"/>
                  </a:ext>
                </a:extLst>
              </p14:cNvPr>
              <p14:cNvContentPartPr/>
              <p14:nvPr/>
            </p14:nvContentPartPr>
            <p14:xfrm>
              <a:off x="7940355" y="3028530"/>
              <a:ext cx="412920" cy="6768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ABF88544-84AA-42A1-9EE3-29F35D884A16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931355" y="3019530"/>
                <a:ext cx="430560" cy="69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298BFDCC-5668-4FAC-8A57-6B29121268DA}"/>
              </a:ext>
            </a:extLst>
          </p:cNvPr>
          <p:cNvGrpSpPr/>
          <p:nvPr/>
        </p:nvGrpSpPr>
        <p:grpSpPr>
          <a:xfrm>
            <a:off x="7676835" y="2419770"/>
            <a:ext cx="1009800" cy="419760"/>
            <a:chOff x="7676835" y="2419770"/>
            <a:chExt cx="1009800" cy="41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7B8D955-5BED-4B3D-8E16-4E3964C667BD}"/>
                    </a:ext>
                  </a:extLst>
                </p14:cNvPr>
                <p14:cNvContentPartPr/>
                <p14:nvPr/>
              </p14:nvContentPartPr>
              <p14:xfrm>
                <a:off x="7676835" y="2666010"/>
                <a:ext cx="271440" cy="135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7B8D955-5BED-4B3D-8E16-4E3964C667B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668195" y="2657370"/>
                  <a:ext cx="2890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09C6E21-FFEA-4C5B-928D-AB996A8239DC}"/>
                    </a:ext>
                  </a:extLst>
                </p14:cNvPr>
                <p14:cNvContentPartPr/>
                <p14:nvPr/>
              </p14:nvContentPartPr>
              <p14:xfrm>
                <a:off x="7848555" y="2590410"/>
                <a:ext cx="257040" cy="249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09C6E21-FFEA-4C5B-928D-AB996A8239D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839915" y="2581410"/>
                  <a:ext cx="2746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E9B2397-2DE9-4C95-AEAB-D47AF283E371}"/>
                    </a:ext>
                  </a:extLst>
                </p14:cNvPr>
                <p14:cNvContentPartPr/>
                <p14:nvPr/>
              </p14:nvContentPartPr>
              <p14:xfrm>
                <a:off x="8134035" y="2589330"/>
                <a:ext cx="209520" cy="248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E9B2397-2DE9-4C95-AEAB-D47AF283E37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125395" y="2580690"/>
                  <a:ext cx="2271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CF02258-1E28-44D5-B803-84C5CBE440C2}"/>
                    </a:ext>
                  </a:extLst>
                </p14:cNvPr>
                <p14:cNvContentPartPr/>
                <p14:nvPr/>
              </p14:nvContentPartPr>
              <p14:xfrm>
                <a:off x="8438595" y="2419770"/>
                <a:ext cx="248040" cy="405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CF02258-1E28-44D5-B803-84C5CBE440C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429955" y="2410770"/>
                  <a:ext cx="265680" cy="422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A19A78CF-67FA-4311-A4DE-E1AAF221AE0C}"/>
              </a:ext>
            </a:extLst>
          </p:cNvPr>
          <p:cNvSpPr/>
          <p:nvPr/>
        </p:nvSpPr>
        <p:spPr>
          <a:xfrm>
            <a:off x="4322770" y="4886802"/>
            <a:ext cx="4535480" cy="6463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DA99F69-4401-4B2A-824F-0CFAE0E22A66}"/>
              </a:ext>
            </a:extLst>
          </p:cNvPr>
          <p:cNvSpPr/>
          <p:nvPr/>
        </p:nvSpPr>
        <p:spPr>
          <a:xfrm>
            <a:off x="7474664" y="4866782"/>
            <a:ext cx="1412694" cy="6463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3E830A9-5756-435A-8436-CCD45C87DFC5}"/>
              </a:ext>
            </a:extLst>
          </p:cNvPr>
          <p:cNvSpPr/>
          <p:nvPr/>
        </p:nvSpPr>
        <p:spPr>
          <a:xfrm>
            <a:off x="5187031" y="5379393"/>
            <a:ext cx="1412694" cy="6463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3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64" grpId="0" animBg="1"/>
      <p:bldP spid="67" grpId="0" animBg="1"/>
      <p:bldP spid="6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ACE42-6F10-4349-B656-33F6DAE25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337" y="857250"/>
            <a:ext cx="8595913" cy="5886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If you have two random variables, </a:t>
            </a:r>
            <a:r>
              <a:rPr lang="en-US" sz="2400" i="1" dirty="0"/>
              <a:t>X</a:t>
            </a:r>
            <a:r>
              <a:rPr lang="en-US" sz="2400" i="1" baseline="-25000" dirty="0"/>
              <a:t>1</a:t>
            </a:r>
            <a:r>
              <a:rPr lang="en-US" sz="2400" dirty="0"/>
              <a:t> and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/>
              <a:t>, and you are interested in the probability of just </a:t>
            </a:r>
            <a:r>
              <a:rPr lang="en-US" sz="2400" i="1" dirty="0"/>
              <a:t>X</a:t>
            </a:r>
            <a:r>
              <a:rPr lang="en-US" sz="2400" i="1" baseline="-25000" dirty="0"/>
              <a:t>1</a:t>
            </a:r>
            <a:r>
              <a:rPr lang="en-US" sz="2400" dirty="0"/>
              <a:t> having a value (True), you can calculate it by adding over the joint probability of </a:t>
            </a:r>
            <a:r>
              <a:rPr lang="en-US" sz="2400" i="1" dirty="0"/>
              <a:t>X</a:t>
            </a:r>
            <a:r>
              <a:rPr lang="en-US" sz="2400" i="1" baseline="-25000" dirty="0"/>
              <a:t>1</a:t>
            </a:r>
            <a:r>
              <a:rPr lang="en-US" sz="2400" dirty="0"/>
              <a:t> having that value and each value of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567ED5-4A3E-6D41-ABC1-AFCF4FBA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618"/>
            <a:ext cx="8229600" cy="742632"/>
          </a:xfrm>
        </p:spPr>
        <p:txBody>
          <a:bodyPr>
            <a:normAutofit fontScale="90000"/>
          </a:bodyPr>
          <a:lstStyle/>
          <a:p>
            <a:r>
              <a:rPr lang="en-US" dirty="0"/>
              <a:t>Marginalization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DAF91C-2351-45D3-BC5E-BDE7F077EFC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87425" y="3195505"/>
            <a:ext cx="4768000" cy="3108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0341C7-C244-40E2-86F5-F8BFF7CFFE7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87425" y="3839792"/>
            <a:ext cx="6198857" cy="254476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315D5D0E-A079-4BC4-94C4-8F290FB73CFC}"/>
              </a:ext>
            </a:extLst>
          </p:cNvPr>
          <p:cNvSpPr txBox="1"/>
          <p:nvPr/>
        </p:nvSpPr>
        <p:spPr>
          <a:xfrm>
            <a:off x="2805512" y="4427698"/>
            <a:ext cx="1412694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HH		HT</a:t>
            </a:r>
          </a:p>
          <a:p>
            <a:r>
              <a:rPr lang="en-US" dirty="0"/>
              <a:t>TH		TT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8888B2-44FB-4E86-82B9-0207CC741AFC}"/>
              </a:ext>
            </a:extLst>
          </p:cNvPr>
          <p:cNvSpPr txBox="1"/>
          <p:nvPr/>
        </p:nvSpPr>
        <p:spPr>
          <a:xfrm>
            <a:off x="5348687" y="4427698"/>
            <a:ext cx="1412694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HH		HT</a:t>
            </a:r>
          </a:p>
          <a:p>
            <a:r>
              <a:rPr lang="en-US" dirty="0"/>
              <a:t>TH		TT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E9995A4-648A-483E-BCF6-69E79C146E9E}"/>
                  </a:ext>
                </a:extLst>
              </p14:cNvPr>
              <p14:cNvContentPartPr/>
              <p14:nvPr/>
            </p14:nvContentPartPr>
            <p14:xfrm>
              <a:off x="2875875" y="4760130"/>
              <a:ext cx="328320" cy="2145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E9995A4-648A-483E-BCF6-69E79C146E9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67235" y="4751490"/>
                <a:ext cx="3459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43C6B43-52C9-4D42-8961-FEFE5F19228D}"/>
                  </a:ext>
                </a:extLst>
              </p14:cNvPr>
              <p14:cNvContentPartPr/>
              <p14:nvPr/>
            </p14:nvContentPartPr>
            <p14:xfrm>
              <a:off x="5350515" y="4465290"/>
              <a:ext cx="1375200" cy="2977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43C6B43-52C9-4D42-8961-FEFE5F19228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41515" y="4456650"/>
                <a:ext cx="1392840" cy="31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0BD3B0C9-D74E-47C2-B070-2779DCFDC33C}"/>
              </a:ext>
            </a:extLst>
          </p:cNvPr>
          <p:cNvGrpSpPr/>
          <p:nvPr/>
        </p:nvGrpSpPr>
        <p:grpSpPr>
          <a:xfrm>
            <a:off x="3114195" y="5371770"/>
            <a:ext cx="707760" cy="452520"/>
            <a:chOff x="3114195" y="5371770"/>
            <a:chExt cx="707760" cy="45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5161943-9034-42DA-9A36-35606E7FA693}"/>
                    </a:ext>
                  </a:extLst>
                </p14:cNvPr>
                <p14:cNvContentPartPr/>
                <p14:nvPr/>
              </p14:nvContentPartPr>
              <p14:xfrm>
                <a:off x="3114195" y="5371770"/>
                <a:ext cx="20160" cy="237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5161943-9034-42DA-9A36-35606E7FA69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105195" y="5362770"/>
                  <a:ext cx="378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E3C928C-A84C-4D8A-A82B-CC852E06DCC6}"/>
                    </a:ext>
                  </a:extLst>
                </p14:cNvPr>
                <p14:cNvContentPartPr/>
                <p14:nvPr/>
              </p14:nvContentPartPr>
              <p14:xfrm>
                <a:off x="3121755" y="5400570"/>
                <a:ext cx="307080" cy="423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E3C928C-A84C-4D8A-A82B-CC852E06DCC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12755" y="5391570"/>
                  <a:ext cx="32472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D7ED617-D195-42D9-A677-64CC34F5C04B}"/>
                    </a:ext>
                  </a:extLst>
                </p14:cNvPr>
                <p14:cNvContentPartPr/>
                <p14:nvPr/>
              </p14:nvContentPartPr>
              <p14:xfrm>
                <a:off x="3542595" y="5467170"/>
                <a:ext cx="247320" cy="127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D7ED617-D195-42D9-A677-64CC34F5C04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33595" y="5458170"/>
                  <a:ext cx="2649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2D8148C-E317-44FB-A238-E16CB7CA88DD}"/>
                    </a:ext>
                  </a:extLst>
                </p14:cNvPr>
                <p14:cNvContentPartPr/>
                <p14:nvPr/>
              </p14:nvContentPartPr>
              <p14:xfrm>
                <a:off x="3771555" y="5400570"/>
                <a:ext cx="50400" cy="417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2D8148C-E317-44FB-A238-E16CB7CA88D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762915" y="5391570"/>
                  <a:ext cx="68040" cy="43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DA302AD-CDA4-4472-A42D-ADCEFF354E0F}"/>
              </a:ext>
            </a:extLst>
          </p:cNvPr>
          <p:cNvGrpSpPr/>
          <p:nvPr/>
        </p:nvGrpSpPr>
        <p:grpSpPr>
          <a:xfrm>
            <a:off x="4809795" y="5409930"/>
            <a:ext cx="345600" cy="258480"/>
            <a:chOff x="4809795" y="5409930"/>
            <a:chExt cx="34560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8AC71CA-8261-46CE-9204-5343BC53D735}"/>
                    </a:ext>
                  </a:extLst>
                </p14:cNvPr>
                <p14:cNvContentPartPr/>
                <p14:nvPr/>
              </p14:nvContentPartPr>
              <p14:xfrm>
                <a:off x="4895115" y="5409930"/>
                <a:ext cx="29160" cy="258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8AC71CA-8261-46CE-9204-5343BC53D73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886475" y="5400930"/>
                  <a:ext cx="468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737575C-1D8F-4C10-8BBE-BB317593E643}"/>
                    </a:ext>
                  </a:extLst>
                </p14:cNvPr>
                <p14:cNvContentPartPr/>
                <p14:nvPr/>
              </p14:nvContentPartPr>
              <p14:xfrm>
                <a:off x="4809795" y="5515410"/>
                <a:ext cx="345600" cy="9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737575C-1D8F-4C10-8BBE-BB317593E64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01155" y="5506770"/>
                  <a:ext cx="36324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47948D7-6FB6-4B4B-8780-5768CEF18824}"/>
              </a:ext>
            </a:extLst>
          </p:cNvPr>
          <p:cNvGrpSpPr/>
          <p:nvPr/>
        </p:nvGrpSpPr>
        <p:grpSpPr>
          <a:xfrm>
            <a:off x="5743275" y="5276730"/>
            <a:ext cx="847440" cy="415440"/>
            <a:chOff x="5743275" y="5276730"/>
            <a:chExt cx="847440" cy="41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5FF8F37-B066-4EFA-9874-87B06704C7F2}"/>
                    </a:ext>
                  </a:extLst>
                </p14:cNvPr>
                <p14:cNvContentPartPr/>
                <p14:nvPr/>
              </p14:nvContentPartPr>
              <p14:xfrm>
                <a:off x="5743275" y="5352690"/>
                <a:ext cx="221760" cy="193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5FF8F37-B066-4EFA-9874-87B06704C7F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734635" y="5343690"/>
                  <a:ext cx="2394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7110234-26D0-4785-847E-2FC85ECCEA4A}"/>
                    </a:ext>
                  </a:extLst>
                </p14:cNvPr>
                <p14:cNvContentPartPr/>
                <p14:nvPr/>
              </p14:nvContentPartPr>
              <p14:xfrm>
                <a:off x="6091035" y="5286090"/>
                <a:ext cx="252720" cy="406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7110234-26D0-4785-847E-2FC85ECCEA4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082035" y="5277090"/>
                  <a:ext cx="27036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E328F84-E118-47F2-9EA6-09B5569C7F80}"/>
                    </a:ext>
                  </a:extLst>
                </p14:cNvPr>
                <p14:cNvContentPartPr/>
                <p14:nvPr/>
              </p14:nvContentPartPr>
              <p14:xfrm>
                <a:off x="6370755" y="5343330"/>
                <a:ext cx="219960" cy="986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E328F84-E118-47F2-9EA6-09B5569C7F8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362115" y="5334330"/>
                  <a:ext cx="2376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3B963B1-788D-47A4-881D-17D29F22606F}"/>
                    </a:ext>
                  </a:extLst>
                </p14:cNvPr>
                <p14:cNvContentPartPr/>
                <p14:nvPr/>
              </p14:nvContentPartPr>
              <p14:xfrm>
                <a:off x="6561195" y="5276730"/>
                <a:ext cx="11160" cy="2660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3B963B1-788D-47A4-881D-17D29F22606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552555" y="5267730"/>
                  <a:ext cx="2880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559C3F3-48A7-41F2-899A-9B950D8DCC01}"/>
              </a:ext>
            </a:extLst>
          </p:cNvPr>
          <p:cNvGrpSpPr/>
          <p:nvPr/>
        </p:nvGrpSpPr>
        <p:grpSpPr>
          <a:xfrm>
            <a:off x="7010115" y="5067210"/>
            <a:ext cx="1199520" cy="469080"/>
            <a:chOff x="7010115" y="5067210"/>
            <a:chExt cx="1199520" cy="46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520F963-073F-4787-886C-A6E16532ACAF}"/>
                    </a:ext>
                  </a:extLst>
                </p14:cNvPr>
                <p14:cNvContentPartPr/>
                <p14:nvPr/>
              </p14:nvContentPartPr>
              <p14:xfrm>
                <a:off x="7010115" y="5362050"/>
                <a:ext cx="208440" cy="20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520F963-073F-4787-886C-A6E16532ACA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01475" y="5353050"/>
                  <a:ext cx="2260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B77547F-0032-4E83-A344-16F95E3191A3}"/>
                    </a:ext>
                  </a:extLst>
                </p14:cNvPr>
                <p14:cNvContentPartPr/>
                <p14:nvPr/>
              </p14:nvContentPartPr>
              <p14:xfrm>
                <a:off x="7066995" y="5429010"/>
                <a:ext cx="151920" cy="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B77547F-0032-4E83-A344-16F95E3191A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058355" y="5420010"/>
                  <a:ext cx="169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9AE4B65-834B-4C1B-9728-E29CCDA109EB}"/>
                    </a:ext>
                  </a:extLst>
                </p14:cNvPr>
                <p14:cNvContentPartPr/>
                <p14:nvPr/>
              </p14:nvContentPartPr>
              <p14:xfrm>
                <a:off x="7419435" y="5123730"/>
                <a:ext cx="219240" cy="273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9AE4B65-834B-4C1B-9728-E29CCDA109E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410795" y="5114730"/>
                  <a:ext cx="2368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3B53D30-B411-4DEA-8D0A-6D9CEAA8C232}"/>
                    </a:ext>
                  </a:extLst>
                </p14:cNvPr>
                <p14:cNvContentPartPr/>
                <p14:nvPr/>
              </p14:nvContentPartPr>
              <p14:xfrm>
                <a:off x="7699155" y="5067210"/>
                <a:ext cx="196920" cy="469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3B53D30-B411-4DEA-8D0A-6D9CEAA8C23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690515" y="5058210"/>
                  <a:ext cx="21456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1702A68-DBC1-4B85-A25E-F7DFC550EBDF}"/>
                    </a:ext>
                  </a:extLst>
                </p14:cNvPr>
                <p14:cNvContentPartPr/>
                <p14:nvPr/>
              </p14:nvContentPartPr>
              <p14:xfrm>
                <a:off x="8038275" y="5105010"/>
                <a:ext cx="171360" cy="144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1702A68-DBC1-4B85-A25E-F7DFC550EBD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029275" y="5096010"/>
                  <a:ext cx="189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CFB96E3-C09A-4DE2-95A7-C86B68096DE2}"/>
                    </a:ext>
                  </a:extLst>
                </p14:cNvPr>
                <p14:cNvContentPartPr/>
                <p14:nvPr/>
              </p14:nvContentPartPr>
              <p14:xfrm>
                <a:off x="8123595" y="5076570"/>
                <a:ext cx="58320" cy="362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CFB96E3-C09A-4DE2-95A7-C86B68096DE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114955" y="5067570"/>
                  <a:ext cx="75960" cy="37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CA7C290D-86CC-48C5-87FD-7E3A50B66F8C}"/>
                  </a:ext>
                </a:extLst>
              </p14:cNvPr>
              <p14:cNvContentPartPr/>
              <p14:nvPr/>
            </p14:nvContentPartPr>
            <p14:xfrm>
              <a:off x="8343465" y="4639860"/>
              <a:ext cx="324720" cy="5644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CA7C290D-86CC-48C5-87FD-7E3A50B66F8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334465" y="4630860"/>
                <a:ext cx="342360" cy="58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869CFA9D-AF92-4D30-BAB0-2415FC036EA8}"/>
                  </a:ext>
                </a:extLst>
              </p14:cNvPr>
              <p14:cNvContentPartPr/>
              <p14:nvPr/>
            </p14:nvContentPartPr>
            <p14:xfrm>
              <a:off x="9510225" y="3028500"/>
              <a:ext cx="14760" cy="298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869CFA9D-AF92-4D30-BAB0-2415FC036EA8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501225" y="3019500"/>
                <a:ext cx="324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4EEBEF85-49C9-4B35-B1FD-4AEBCBF2138C}"/>
                  </a:ext>
                </a:extLst>
              </p14:cNvPr>
              <p14:cNvContentPartPr/>
              <p14:nvPr/>
            </p14:nvContentPartPr>
            <p14:xfrm>
              <a:off x="2513265" y="3085740"/>
              <a:ext cx="373680" cy="4701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4EEBEF85-49C9-4B35-B1FD-4AEBCBF2138C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504265" y="3076740"/>
                <a:ext cx="391320" cy="4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570EDC9-7757-4C80-A972-05C10F4584F7}"/>
                  </a:ext>
                </a:extLst>
              </p14:cNvPr>
              <p14:cNvContentPartPr/>
              <p14:nvPr/>
            </p14:nvContentPartPr>
            <p14:xfrm>
              <a:off x="2600025" y="2551140"/>
              <a:ext cx="430920" cy="53496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570EDC9-7757-4C80-A972-05C10F4584F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591025" y="2542140"/>
                <a:ext cx="448560" cy="55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1E290E4F-CFB6-4C50-B86E-3393331ABEE0}"/>
                  </a:ext>
                </a:extLst>
              </p14:cNvPr>
              <p14:cNvContentPartPr/>
              <p14:nvPr/>
            </p14:nvContentPartPr>
            <p14:xfrm>
              <a:off x="2798745" y="3237300"/>
              <a:ext cx="850680" cy="3182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1E290E4F-CFB6-4C50-B86E-3393331ABEE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790105" y="3228300"/>
                <a:ext cx="86832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9B3976F0-8416-49C5-83BB-BB5219C0472B}"/>
                  </a:ext>
                </a:extLst>
              </p14:cNvPr>
              <p14:cNvContentPartPr/>
              <p14:nvPr/>
            </p14:nvContentPartPr>
            <p14:xfrm>
              <a:off x="3304905" y="2874060"/>
              <a:ext cx="682560" cy="3358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9B3976F0-8416-49C5-83BB-BB5219C0472B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295905" y="2865060"/>
                <a:ext cx="700200" cy="353520"/>
              </a:xfrm>
              <a:prstGeom prst="rect">
                <a:avLst/>
              </a:prstGeom>
            </p:spPr>
          </p:pic>
        </mc:Fallback>
      </mc:AlternateContent>
      <p:sp>
        <p:nvSpPr>
          <p:cNvPr id="88" name="TextBox 87">
            <a:extLst>
              <a:ext uri="{FF2B5EF4-FFF2-40B4-BE49-F238E27FC236}">
                <a16:creationId xmlns:a16="http://schemas.microsoft.com/office/drawing/2014/main" id="{DB67D1AD-5732-4FE3-81EF-171E0E62C463}"/>
              </a:ext>
            </a:extLst>
          </p:cNvPr>
          <p:cNvSpPr txBox="1"/>
          <p:nvPr/>
        </p:nvSpPr>
        <p:spPr>
          <a:xfrm>
            <a:off x="3170579" y="2420925"/>
            <a:ext cx="682560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Sum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C02DA06-5F9B-4FD8-92B4-3173B9431B73}"/>
              </a:ext>
            </a:extLst>
          </p:cNvPr>
          <p:cNvSpPr txBox="1"/>
          <p:nvPr/>
        </p:nvSpPr>
        <p:spPr>
          <a:xfrm>
            <a:off x="4064144" y="2713098"/>
            <a:ext cx="2136631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Values summed over</a:t>
            </a:r>
          </a:p>
        </p:txBody>
      </p:sp>
    </p:spTree>
    <p:extLst>
      <p:ext uri="{BB962C8B-B14F-4D97-AF65-F5344CB8AC3E}">
        <p14:creationId xmlns:p14="http://schemas.microsoft.com/office/powerpoint/2010/main" val="242669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11" grpId="0" animBg="1"/>
      <p:bldP spid="88" grpId="0" animBg="1"/>
      <p:bldP spid="9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E07886E-470E-47EC-916A-69C089A228A5}"/>
                  </a:ext>
                </a:extLst>
              </p14:cNvPr>
              <p14:cNvContentPartPr/>
              <p14:nvPr/>
            </p14:nvContentPartPr>
            <p14:xfrm>
              <a:off x="5456265" y="2990430"/>
              <a:ext cx="523800" cy="20098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E07886E-470E-47EC-916A-69C089A228A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47265" y="2981790"/>
                <a:ext cx="541440" cy="202752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3567ED5-4A3E-6D41-ABC1-AFCF4FBA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618"/>
            <a:ext cx="8229600" cy="742632"/>
          </a:xfrm>
        </p:spPr>
        <p:txBody>
          <a:bodyPr>
            <a:normAutofit fontScale="90000"/>
          </a:bodyPr>
          <a:lstStyle/>
          <a:p>
            <a:r>
              <a:rPr lang="en-US" dirty="0"/>
              <a:t>Proving Bayes’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ACE42-6F10-4349-B656-33F6DAE25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57250"/>
            <a:ext cx="8401050" cy="5886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Recall one definition of conditional probability:</a:t>
            </a:r>
            <a:endParaRPr lang="en-US" sz="2800" b="1" dirty="0"/>
          </a:p>
          <a:p>
            <a:pPr marL="0" indent="0">
              <a:buNone/>
            </a:pPr>
            <a:r>
              <a:rPr lang="en-US" sz="2800" dirty="0"/>
              <a:t>For two random variables A and B, the cond. prob. of A given B is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dirty="0"/>
              <a:t>The cond. prob. of B given A is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14:cNvPr>
              <p14:cNvContentPartPr/>
              <p14:nvPr/>
            </p14:nvContentPartPr>
            <p14:xfrm>
              <a:off x="-573938" y="3050444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582938" y="304144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C73969B-7181-42AE-9880-52B4D4501CD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157992" y="2508577"/>
            <a:ext cx="6999466" cy="5418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2AB035E-A982-45F1-933B-FA8758249FD9}"/>
                  </a:ext>
                </a:extLst>
              </p14:cNvPr>
              <p14:cNvContentPartPr/>
              <p14:nvPr/>
            </p14:nvContentPartPr>
            <p14:xfrm>
              <a:off x="1569345" y="2523780"/>
              <a:ext cx="746280" cy="583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2AB035E-A982-45F1-933B-FA8758249FD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60345" y="2515140"/>
                <a:ext cx="763920" cy="60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81D065F-9674-4777-AC26-4B5EDEF3ACAE}"/>
                  </a:ext>
                </a:extLst>
              </p14:cNvPr>
              <p14:cNvContentPartPr/>
              <p14:nvPr/>
            </p14:nvContentPartPr>
            <p14:xfrm>
              <a:off x="1904505" y="3114180"/>
              <a:ext cx="649440" cy="374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81D065F-9674-4777-AC26-4B5EDEF3ACA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95865" y="3105540"/>
                <a:ext cx="66708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4594E4B-3F8C-4ABB-A19C-B8D55AFCC1BE}"/>
                  </a:ext>
                </a:extLst>
              </p14:cNvPr>
              <p14:cNvContentPartPr/>
              <p14:nvPr/>
            </p14:nvContentPartPr>
            <p14:xfrm>
              <a:off x="2371425" y="3342780"/>
              <a:ext cx="145440" cy="156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4594E4B-3F8C-4ABB-A19C-B8D55AFCC1B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362785" y="3334140"/>
                <a:ext cx="163080" cy="17388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912EA736-A245-4A4A-B446-A6B55F37077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2719994" y="3297585"/>
            <a:ext cx="2562512" cy="3744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A82132C-538A-4157-A2E3-0C24FE977E7D}"/>
              </a:ext>
            </a:extLst>
          </p:cNvPr>
          <p:cNvGrpSpPr/>
          <p:nvPr/>
        </p:nvGrpSpPr>
        <p:grpSpPr>
          <a:xfrm>
            <a:off x="4374465" y="2104740"/>
            <a:ext cx="3914640" cy="1096200"/>
            <a:chOff x="4374465" y="2104740"/>
            <a:chExt cx="3914640" cy="109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C2E8D7C-BAD7-4FAC-8560-048FE64974E6}"/>
                    </a:ext>
                  </a:extLst>
                </p14:cNvPr>
                <p14:cNvContentPartPr/>
                <p14:nvPr/>
              </p14:nvContentPartPr>
              <p14:xfrm>
                <a:off x="4374465" y="2466180"/>
                <a:ext cx="3914640" cy="734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C2E8D7C-BAD7-4FAC-8560-048FE64974E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65825" y="2457540"/>
                  <a:ext cx="3932280" cy="75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2421283-72D1-47D6-A024-903E73A1F993}"/>
                    </a:ext>
                  </a:extLst>
                </p14:cNvPr>
                <p14:cNvContentPartPr/>
                <p14:nvPr/>
              </p14:nvContentPartPr>
              <p14:xfrm>
                <a:off x="5000145" y="2104740"/>
                <a:ext cx="492120" cy="352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2421283-72D1-47D6-A024-903E73A1F99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991505" y="2095740"/>
                  <a:ext cx="509760" cy="370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BA1B9FB-6F63-44BA-A240-90A184E28BAA}"/>
              </a:ext>
            </a:extLst>
          </p:cNvPr>
          <p:cNvSpPr txBox="1"/>
          <p:nvPr/>
        </p:nvSpPr>
        <p:spPr>
          <a:xfrm>
            <a:off x="5686425" y="2000250"/>
            <a:ext cx="2238375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Product rule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4506B45-5C97-46AF-BEC5-C743CAE08F39}"/>
                  </a:ext>
                </a:extLst>
              </p14:cNvPr>
              <p14:cNvContentPartPr/>
              <p14:nvPr/>
            </p14:nvContentPartPr>
            <p14:xfrm>
              <a:off x="6104985" y="2818980"/>
              <a:ext cx="2049480" cy="1728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4506B45-5C97-46AF-BEC5-C743CAE08F3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096345" y="2810340"/>
                <a:ext cx="20671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D5BDCAC-96F0-4DD2-B2B3-474415F2DEF0}"/>
                  </a:ext>
                </a:extLst>
              </p14:cNvPr>
              <p14:cNvContentPartPr/>
              <p14:nvPr/>
            </p14:nvContentPartPr>
            <p14:xfrm>
              <a:off x="6790785" y="3009420"/>
              <a:ext cx="611280" cy="580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D5BDCAC-96F0-4DD2-B2B3-474415F2DEF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781785" y="3000780"/>
                <a:ext cx="628920" cy="59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BE4F9ED-1FE0-45FC-B795-A40F31E040E2}"/>
                  </a:ext>
                </a:extLst>
              </p14:cNvPr>
              <p14:cNvContentPartPr/>
              <p14:nvPr/>
            </p14:nvContentPartPr>
            <p14:xfrm>
              <a:off x="7246185" y="3342780"/>
              <a:ext cx="211320" cy="2923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BE4F9ED-1FE0-45FC-B795-A40F31E040E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237185" y="3334140"/>
                <a:ext cx="228960" cy="30996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DF34E139-100A-47D1-B5C5-670FFC63B8E7}"/>
              </a:ext>
            </a:extLst>
          </p:cNvPr>
          <p:cNvSpPr txBox="1"/>
          <p:nvPr/>
        </p:nvSpPr>
        <p:spPr>
          <a:xfrm>
            <a:off x="6619875" y="3577070"/>
            <a:ext cx="2238375" cy="8309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Thinking generatively…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1EDD0E8-E0F7-41DB-86E1-632F38B08AA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734755" y="5014159"/>
            <a:ext cx="7257711" cy="4627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5DF8714-0000-49D3-9887-B3B25D6C34C9}"/>
                  </a:ext>
                </a:extLst>
              </p14:cNvPr>
              <p14:cNvContentPartPr/>
              <p14:nvPr/>
            </p14:nvContentPartPr>
            <p14:xfrm>
              <a:off x="5293545" y="2977470"/>
              <a:ext cx="353520" cy="2066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5DF8714-0000-49D3-9887-B3B25D6C34C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284905" y="2968470"/>
                <a:ext cx="371160" cy="224280"/>
              </a:xfrm>
              <a:prstGeom prst="rect">
                <a:avLst/>
              </a:prstGeom>
            </p:spPr>
          </p:pic>
        </mc:Fallback>
      </mc:AlternateContent>
      <p:pic>
        <p:nvPicPr>
          <p:cNvPr id="38" name="Picture 37">
            <a:extLst>
              <a:ext uri="{FF2B5EF4-FFF2-40B4-BE49-F238E27FC236}">
                <a16:creationId xmlns:a16="http://schemas.microsoft.com/office/drawing/2014/main" id="{7930691F-3D1D-4B90-98AB-083B4EAEDA5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1611142" y="5578444"/>
            <a:ext cx="5504936" cy="1150088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21DBD37A-09B4-4201-A849-EFB04DC9453B}"/>
              </a:ext>
            </a:extLst>
          </p:cNvPr>
          <p:cNvSpPr/>
          <p:nvPr/>
        </p:nvSpPr>
        <p:spPr>
          <a:xfrm>
            <a:off x="3850456" y="2486670"/>
            <a:ext cx="4535480" cy="6463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97CB90D-CE50-409F-99C5-771F702F4EC3}"/>
              </a:ext>
            </a:extLst>
          </p:cNvPr>
          <p:cNvSpPr/>
          <p:nvPr/>
        </p:nvSpPr>
        <p:spPr>
          <a:xfrm>
            <a:off x="3407102" y="4932113"/>
            <a:ext cx="5145925" cy="6463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C5D7EF0-721B-4A19-BC35-9C82CBF0265A}"/>
              </a:ext>
            </a:extLst>
          </p:cNvPr>
          <p:cNvSpPr/>
          <p:nvPr/>
        </p:nvSpPr>
        <p:spPr>
          <a:xfrm>
            <a:off x="4363610" y="4881328"/>
            <a:ext cx="5145925" cy="6463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A714F98-ECDB-4EE1-810A-D6BD295A3D2E}"/>
              </a:ext>
            </a:extLst>
          </p:cNvPr>
          <p:cNvSpPr/>
          <p:nvPr/>
        </p:nvSpPr>
        <p:spPr>
          <a:xfrm>
            <a:off x="1611142" y="5467688"/>
            <a:ext cx="1865483" cy="6463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4986168-03AB-475D-9614-0A254519B3B8}"/>
              </a:ext>
            </a:extLst>
          </p:cNvPr>
          <p:cNvSpPr/>
          <p:nvPr/>
        </p:nvSpPr>
        <p:spPr>
          <a:xfrm>
            <a:off x="5346853" y="5447098"/>
            <a:ext cx="1865483" cy="6463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B5B5E41-4EF1-4DEF-88F8-52D98917D466}"/>
              </a:ext>
            </a:extLst>
          </p:cNvPr>
          <p:cNvSpPr/>
          <p:nvPr/>
        </p:nvSpPr>
        <p:spPr>
          <a:xfrm>
            <a:off x="2073512" y="6097051"/>
            <a:ext cx="3991470" cy="6463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6F11490-C7C9-4F74-B0E9-2052BC0310CF}"/>
              </a:ext>
            </a:extLst>
          </p:cNvPr>
          <p:cNvSpPr/>
          <p:nvPr/>
        </p:nvSpPr>
        <p:spPr>
          <a:xfrm>
            <a:off x="3981376" y="6130108"/>
            <a:ext cx="3991470" cy="6463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2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6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E58E9-5A50-7142-2A9E-03C564214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5B8E0-58D5-16E8-98BD-C1B0C196C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053" y="224204"/>
            <a:ext cx="8765931" cy="6409592"/>
          </a:xfrm>
        </p:spPr>
        <p:txBody>
          <a:bodyPr/>
          <a:lstStyle/>
          <a:p>
            <a:r>
              <a:rPr lang="en-US" dirty="0"/>
              <a:t>Foundations in probability</a:t>
            </a:r>
          </a:p>
          <a:p>
            <a:pPr lvl="1"/>
            <a:r>
              <a:rPr lang="en-US" dirty="0"/>
              <a:t>Definitions: Set, outcome set/space, size, event, event set/space, random variables, and probability.</a:t>
            </a:r>
          </a:p>
          <a:p>
            <a:pPr lvl="1"/>
            <a:r>
              <a:rPr lang="en-US" dirty="0"/>
              <a:t>More on probability</a:t>
            </a:r>
          </a:p>
          <a:p>
            <a:pPr lvl="1"/>
            <a:r>
              <a:rPr lang="en-US" dirty="0"/>
              <a:t>Joint probability </a:t>
            </a:r>
          </a:p>
          <a:p>
            <a:pPr lvl="1"/>
            <a:r>
              <a:rPr lang="en-US" dirty="0"/>
              <a:t>Conditional probability as set restriction</a:t>
            </a:r>
          </a:p>
          <a:p>
            <a:pPr lvl="1"/>
            <a:r>
              <a:rPr lang="en-US" dirty="0"/>
              <a:t>Traditional definition of conditional probability</a:t>
            </a:r>
          </a:p>
          <a:p>
            <a:pPr lvl="1"/>
            <a:r>
              <a:rPr lang="en-US" dirty="0"/>
              <a:t>Marginalization and proving Bayes rule</a:t>
            </a:r>
          </a:p>
          <a:p>
            <a:r>
              <a:rPr lang="en-US" dirty="0"/>
              <a:t>Intuitive Bayes</a:t>
            </a:r>
          </a:p>
          <a:p>
            <a:r>
              <a:rPr lang="en-US" dirty="0"/>
              <a:t>Human judgment and heuristics and biases</a:t>
            </a:r>
          </a:p>
          <a:p>
            <a:r>
              <a:rPr lang="en-US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636113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DFBD-765B-C048-BA18-8E297A051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13" y="323385"/>
            <a:ext cx="8802710" cy="794938"/>
          </a:xfrm>
        </p:spPr>
        <p:txBody>
          <a:bodyPr/>
          <a:lstStyle/>
          <a:p>
            <a:r>
              <a:rPr lang="en-US" dirty="0"/>
              <a:t>In a dark and depressing world...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1B3C6-A560-A346-A4A8-F5C13B2A2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5515"/>
            <a:ext cx="7886700" cy="470899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You have a 50 year-old friend who has been a chain smoker since they were 18. </a:t>
            </a:r>
          </a:p>
          <a:p>
            <a:pPr marL="0" indent="0">
              <a:buNone/>
            </a:pPr>
            <a:r>
              <a:rPr lang="en-US" dirty="0"/>
              <a:t>There’s a nasty cold going around. </a:t>
            </a:r>
          </a:p>
          <a:p>
            <a:pPr marL="0" indent="0">
              <a:buNone/>
            </a:pPr>
            <a:r>
              <a:rPr lang="en-US" dirty="0"/>
              <a:t>You go over to their house to bring them soup.</a:t>
            </a:r>
          </a:p>
          <a:p>
            <a:pPr marL="0" indent="0">
              <a:buNone/>
            </a:pPr>
            <a:r>
              <a:rPr lang="en-US" dirty="0"/>
              <a:t>You hear them cough.</a:t>
            </a:r>
          </a:p>
          <a:p>
            <a:pPr marL="0" indent="0">
              <a:buNone/>
            </a:pPr>
            <a:r>
              <a:rPr lang="en-US" dirty="0"/>
              <a:t>You know that they’re sick, but you don’t know what it is.</a:t>
            </a:r>
          </a:p>
          <a:p>
            <a:pPr marL="0" indent="0">
              <a:buNone/>
            </a:pPr>
            <a:r>
              <a:rPr lang="en-US" dirty="0"/>
              <a:t>You’ve limited it to three possibilities: </a:t>
            </a:r>
          </a:p>
          <a:p>
            <a:pPr marL="457200" lvl="1" indent="0">
              <a:buNone/>
            </a:pPr>
            <a:r>
              <a:rPr lang="en-US" dirty="0"/>
              <a:t>A cold, a stomach virus, or lung cancer</a:t>
            </a:r>
          </a:p>
          <a:p>
            <a:pPr marL="0" indent="0">
              <a:buNone/>
            </a:pPr>
            <a:r>
              <a:rPr lang="en-US" dirty="0"/>
              <a:t>How likely is each?</a:t>
            </a:r>
          </a:p>
        </p:txBody>
      </p:sp>
    </p:spTree>
    <p:extLst>
      <p:ext uri="{BB962C8B-B14F-4D97-AF65-F5344CB8AC3E}">
        <p14:creationId xmlns:p14="http://schemas.microsoft.com/office/powerpoint/2010/main" val="14709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DFBD-765B-C048-BA18-8E297A051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45" y="350690"/>
            <a:ext cx="8802710" cy="1098261"/>
          </a:xfrm>
        </p:spPr>
        <p:txBody>
          <a:bodyPr/>
          <a:lstStyle/>
          <a:p>
            <a:r>
              <a:rPr lang="en-US" dirty="0"/>
              <a:t>In a dark and depressing world...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1B3C6-A560-A346-A4A8-F5C13B2A2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309" y="1583887"/>
            <a:ext cx="7886700" cy="470899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You have a 50 year-old friend who has been a chain smoker since they were 18. </a:t>
            </a:r>
          </a:p>
          <a:p>
            <a:pPr marL="0" indent="0">
              <a:buNone/>
            </a:pPr>
            <a:r>
              <a:rPr lang="en-US" dirty="0"/>
              <a:t>There’s a nasty cold going around. </a:t>
            </a:r>
          </a:p>
          <a:p>
            <a:pPr marL="0" indent="0">
              <a:buNone/>
            </a:pPr>
            <a:r>
              <a:rPr lang="en-US" dirty="0"/>
              <a:t>You go over to their house to bring them soup.</a:t>
            </a:r>
          </a:p>
          <a:p>
            <a:pPr marL="0" indent="0">
              <a:buNone/>
            </a:pPr>
            <a:r>
              <a:rPr lang="en-US" dirty="0"/>
              <a:t>You hear them cough.</a:t>
            </a:r>
          </a:p>
          <a:p>
            <a:pPr marL="0" indent="0">
              <a:buNone/>
            </a:pPr>
            <a:r>
              <a:rPr lang="en-US" dirty="0"/>
              <a:t>You know that they’re sick, but you don’t know what it is.</a:t>
            </a:r>
          </a:p>
          <a:p>
            <a:pPr marL="0" indent="0">
              <a:buNone/>
            </a:pPr>
            <a:r>
              <a:rPr lang="en-US" dirty="0"/>
              <a:t>You’ve limited it to three possibilities: </a:t>
            </a:r>
          </a:p>
          <a:p>
            <a:pPr marL="457200" lvl="1" indent="0">
              <a:buNone/>
            </a:pPr>
            <a:r>
              <a:rPr lang="en-US" dirty="0"/>
              <a:t>A cold, a stomach virus, or lung cancer</a:t>
            </a:r>
          </a:p>
          <a:p>
            <a:pPr marL="0" indent="0">
              <a:buNone/>
            </a:pPr>
            <a:r>
              <a:rPr lang="en-US" dirty="0"/>
              <a:t>How likely is each?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970EA15-711B-61C8-04ED-E9F91D0602DC}"/>
              </a:ext>
            </a:extLst>
          </p:cNvPr>
          <p:cNvGrpSpPr/>
          <p:nvPr/>
        </p:nvGrpSpPr>
        <p:grpSpPr>
          <a:xfrm>
            <a:off x="785424" y="905871"/>
            <a:ext cx="2895600" cy="3751481"/>
            <a:chOff x="822960" y="1914525"/>
            <a:chExt cx="2895600" cy="3751481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C25D278C-D879-0E8C-497D-32AF65732A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2960" y="1914525"/>
              <a:ext cx="2895600" cy="3105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6276F95-F213-329E-F9FE-523A65FAFA6D}"/>
                </a:ext>
              </a:extLst>
            </p:cNvPr>
            <p:cNvSpPr txBox="1"/>
            <p:nvPr/>
          </p:nvSpPr>
          <p:spPr>
            <a:xfrm>
              <a:off x="822960" y="5019675"/>
              <a:ext cx="2895600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Reverand Thomas Bayes</a:t>
              </a:r>
            </a:p>
            <a:p>
              <a:pPr algn="ctr"/>
              <a:r>
                <a:rPr lang="en-US" dirty="0"/>
                <a:t>(1701-1761)</a:t>
              </a:r>
            </a:p>
          </p:txBody>
        </p:sp>
      </p:grp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2BC96AB4-269D-FF8F-0830-9012E440FAB6}"/>
              </a:ext>
            </a:extLst>
          </p:cNvPr>
          <p:cNvSpPr/>
          <p:nvPr/>
        </p:nvSpPr>
        <p:spPr>
          <a:xfrm>
            <a:off x="4522666" y="415536"/>
            <a:ext cx="3934869" cy="3522846"/>
          </a:xfrm>
          <a:prstGeom prst="wedgeRectCallout">
            <a:avLst>
              <a:gd name="adj1" fmla="val -107139"/>
              <a:gd name="adj2" fmla="val -50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I’ve got a rule to help!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I used it to try to prove G-d exists. It made me feel better.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Turns out that it’s really useful for other stuff too, but I didn’t figure that out!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For you to use it, you’ll need to learn to write probabilities carefully.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Math is so cool! Try this at parties.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C3C80BC-E2F3-1304-F603-DFF97E5EB6A9}"/>
              </a:ext>
            </a:extLst>
          </p:cNvPr>
          <p:cNvGrpSpPr/>
          <p:nvPr/>
        </p:nvGrpSpPr>
        <p:grpSpPr>
          <a:xfrm>
            <a:off x="1541985" y="4657352"/>
            <a:ext cx="6915550" cy="1817001"/>
            <a:chOff x="1532326" y="4899090"/>
            <a:chExt cx="6915550" cy="1817001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A6BBD6D9-657F-4562-D8B8-8AB3EB05D0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251" r="18769" b="13720"/>
            <a:stretch/>
          </p:blipFill>
          <p:spPr bwMode="auto">
            <a:xfrm>
              <a:off x="1532326" y="4899090"/>
              <a:ext cx="1382478" cy="1817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Speech Bubble: Rectangle 6">
              <a:extLst>
                <a:ext uri="{FF2B5EF4-FFF2-40B4-BE49-F238E27FC236}">
                  <a16:creationId xmlns:a16="http://schemas.microsoft.com/office/drawing/2014/main" id="{F92D5A5F-0344-C22F-8975-89B8F639CCC5}"/>
                </a:ext>
              </a:extLst>
            </p:cNvPr>
            <p:cNvSpPr/>
            <p:nvPr/>
          </p:nvSpPr>
          <p:spPr>
            <a:xfrm>
              <a:off x="4206240" y="4899090"/>
              <a:ext cx="4241636" cy="1684272"/>
            </a:xfrm>
            <a:prstGeom prst="wedgeRectCallout">
              <a:avLst>
                <a:gd name="adj1" fmla="val -83837"/>
                <a:gd name="adj2" fmla="val -1736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I’m unimpressed. 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Please feed me treats.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8683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D53D8-8660-3541-B398-132C835CD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4176"/>
            <a:ext cx="7886700" cy="783449"/>
          </a:xfrm>
        </p:spPr>
        <p:txBody>
          <a:bodyPr>
            <a:normAutofit/>
          </a:bodyPr>
          <a:lstStyle/>
          <a:p>
            <a:r>
              <a:rPr lang="en-US" sz="4000" dirty="0"/>
              <a:t>Writing probabilities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44C56-BDCF-1645-9F3B-605E43846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17625"/>
            <a:ext cx="8225418" cy="5606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d </a:t>
            </a:r>
            <a:r>
              <a:rPr lang="en-US" dirty="0"/>
              <a:t>is a hidden property you don’t get to observe.</a:t>
            </a:r>
          </a:p>
          <a:p>
            <a:pPr marL="0" indent="0">
              <a:buNone/>
            </a:pPr>
            <a:r>
              <a:rPr lang="en-US" dirty="0"/>
              <a:t>	E.g., disease, emotions, goals...</a:t>
            </a:r>
          </a:p>
        </p:txBody>
      </p:sp>
    </p:spTree>
    <p:extLst>
      <p:ext uri="{BB962C8B-B14F-4D97-AF65-F5344CB8AC3E}">
        <p14:creationId xmlns:p14="http://schemas.microsoft.com/office/powerpoint/2010/main" val="52761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44C56-BDCF-1645-9F3B-605E43846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17625"/>
            <a:ext cx="8225418" cy="560619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i="1" dirty="0"/>
              <a:t>d </a:t>
            </a:r>
            <a:r>
              <a:rPr lang="en-US" dirty="0"/>
              <a:t>is a hidden property you don’t get to observe.</a:t>
            </a:r>
          </a:p>
          <a:p>
            <a:pPr marL="0" indent="0">
              <a:buNone/>
            </a:pPr>
            <a:r>
              <a:rPr lang="en-US" dirty="0"/>
              <a:t>	E.g., disease, emotions, goals...</a:t>
            </a:r>
          </a:p>
          <a:p>
            <a:pPr marL="0" indent="0">
              <a:buNone/>
            </a:pPr>
            <a:r>
              <a:rPr lang="en-US" i="1" dirty="0"/>
              <a:t>o</a:t>
            </a:r>
            <a:r>
              <a:rPr lang="en-US" dirty="0"/>
              <a:t> is what you observe in the world</a:t>
            </a:r>
          </a:p>
          <a:p>
            <a:pPr marL="0" indent="0">
              <a:buNone/>
            </a:pPr>
            <a:r>
              <a:rPr lang="en-US" dirty="0"/>
              <a:t>	E.g., coughing, punching, grabbing milk, ...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d</a:t>
            </a:r>
            <a:r>
              <a:rPr lang="en-US" dirty="0"/>
              <a:t> = lung cancer) means the probability of lung cancer</a:t>
            </a:r>
          </a:p>
          <a:p>
            <a:pPr marL="0" indent="0">
              <a:buNone/>
            </a:pPr>
            <a:r>
              <a:rPr lang="en-US" i="1" dirty="0"/>
              <a:t>	“prior probability”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d</a:t>
            </a:r>
            <a:r>
              <a:rPr lang="en-US" dirty="0"/>
              <a:t> = lung cancer | </a:t>
            </a:r>
            <a:r>
              <a:rPr lang="en-US" i="1" dirty="0"/>
              <a:t>o </a:t>
            </a:r>
            <a:r>
              <a:rPr lang="en-US" dirty="0"/>
              <a:t>= cough) means the probability of lung cancer given you know (things to right of “|”) that the person coughed.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 “posterior probability”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45DB851-3A19-C787-6411-1C4F94AF571A}"/>
              </a:ext>
            </a:extLst>
          </p:cNvPr>
          <p:cNvSpPr txBox="1">
            <a:spLocks/>
          </p:cNvSpPr>
          <p:nvPr/>
        </p:nvSpPr>
        <p:spPr>
          <a:xfrm>
            <a:off x="628650" y="234176"/>
            <a:ext cx="7886700" cy="7834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/>
              <a:t>Writing probabilities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2600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44C56-BDCF-1645-9F3B-605E43846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17625"/>
            <a:ext cx="8225418" cy="56061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i="1" dirty="0"/>
              <a:t>d </a:t>
            </a:r>
            <a:r>
              <a:rPr lang="en-US" dirty="0"/>
              <a:t>is a hidden property you don’t get to observe.</a:t>
            </a:r>
          </a:p>
          <a:p>
            <a:pPr marL="0" indent="0">
              <a:buNone/>
            </a:pPr>
            <a:r>
              <a:rPr lang="en-US" dirty="0"/>
              <a:t>	E.g., disease, emotions, goals...</a:t>
            </a:r>
          </a:p>
          <a:p>
            <a:pPr marL="0" indent="0">
              <a:buNone/>
            </a:pPr>
            <a:r>
              <a:rPr lang="en-US" i="1" dirty="0"/>
              <a:t>o</a:t>
            </a:r>
            <a:r>
              <a:rPr lang="en-US" dirty="0"/>
              <a:t> is what you observe in the world</a:t>
            </a:r>
          </a:p>
          <a:p>
            <a:pPr marL="0" indent="0">
              <a:buNone/>
            </a:pPr>
            <a:r>
              <a:rPr lang="en-US" dirty="0"/>
              <a:t>	E.g., coughing, punching, grabbing milk, ...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d</a:t>
            </a:r>
            <a:r>
              <a:rPr lang="en-US" dirty="0"/>
              <a:t> = lung cancer | </a:t>
            </a:r>
            <a:r>
              <a:rPr lang="en-US" i="1" dirty="0"/>
              <a:t>o </a:t>
            </a:r>
            <a:r>
              <a:rPr lang="en-US" dirty="0"/>
              <a:t>= cough) means the probability of lung cancer given you know (things to right of “|”) that the person coughed.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 “posterior probability”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o </a:t>
            </a:r>
            <a:r>
              <a:rPr lang="en-US" dirty="0"/>
              <a:t>= cough | </a:t>
            </a:r>
            <a:r>
              <a:rPr lang="en-US" i="1" dirty="0"/>
              <a:t>d</a:t>
            </a:r>
            <a:r>
              <a:rPr lang="en-US" dirty="0"/>
              <a:t> = lung cancer) means the probability of coughing given you know (things to right of “|”) that the person has lung cancer.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 “likelihood”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C4B833-8B69-5AAF-36B9-0A4AA73AC894}"/>
              </a:ext>
            </a:extLst>
          </p:cNvPr>
          <p:cNvSpPr txBox="1">
            <a:spLocks/>
          </p:cNvSpPr>
          <p:nvPr/>
        </p:nvSpPr>
        <p:spPr>
          <a:xfrm>
            <a:off x="628650" y="234176"/>
            <a:ext cx="7886700" cy="7834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/>
              <a:t>Writing probabilities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24536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568" y="-29910"/>
            <a:ext cx="7886700" cy="995520"/>
          </a:xfrm>
        </p:spPr>
        <p:txBody>
          <a:bodyPr/>
          <a:lstStyle/>
          <a:p>
            <a:r>
              <a:rPr lang="en-US" dirty="0"/>
              <a:t>Bayes’ rule</a:t>
            </a: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444009" y="1109784"/>
            <a:ext cx="1971676" cy="830263"/>
            <a:chOff x="201" y="1823"/>
            <a:chExt cx="1242" cy="523"/>
          </a:xfrm>
        </p:grpSpPr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201" y="1823"/>
              <a:ext cx="96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Times New Roman" charset="0"/>
                </a:rPr>
                <a:t>Posterior</a:t>
              </a:r>
            </a:p>
            <a:p>
              <a:r>
                <a:rPr lang="en-US" sz="2400" dirty="0">
                  <a:solidFill>
                    <a:srgbClr val="FF0000"/>
                  </a:solidFill>
                  <a:latin typeface="Times New Roman" charset="0"/>
                </a:rPr>
                <a:t>probability</a:t>
              </a:r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1073" y="2101"/>
              <a:ext cx="37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4515144" y="762119"/>
            <a:ext cx="1533525" cy="857250"/>
            <a:chOff x="2595" y="1392"/>
            <a:chExt cx="966" cy="540"/>
          </a:xfrm>
        </p:grpSpPr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2595" y="1392"/>
              <a:ext cx="96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2400" dirty="0">
                  <a:solidFill>
                    <a:srgbClr val="FF0000"/>
                  </a:solidFill>
                  <a:latin typeface="Times New Roman" charset="0"/>
                </a:rPr>
                <a:t>Likelihood</a:t>
              </a: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2995" y="1644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" name="Group 10"/>
          <p:cNvGrpSpPr>
            <a:grpSpLocks/>
          </p:cNvGrpSpPr>
          <p:nvPr/>
        </p:nvGrpSpPr>
        <p:grpSpPr bwMode="auto">
          <a:xfrm>
            <a:off x="6241742" y="501769"/>
            <a:ext cx="1914526" cy="1066800"/>
            <a:chOff x="3840" y="1392"/>
            <a:chExt cx="1206" cy="672"/>
          </a:xfrm>
        </p:grpSpPr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4080" y="1392"/>
              <a:ext cx="96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Times New Roman" charset="0"/>
                </a:rPr>
                <a:t>Prior</a:t>
              </a:r>
            </a:p>
            <a:p>
              <a:r>
                <a:rPr lang="en-US" sz="2400" dirty="0">
                  <a:solidFill>
                    <a:srgbClr val="FF0000"/>
                  </a:solidFill>
                  <a:latin typeface="Times New Roman" charset="0"/>
                </a:rPr>
                <a:t>probability</a:t>
              </a:r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 flipH="1">
              <a:off x="3840" y="1824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0" y="2946207"/>
            <a:ext cx="9050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Given you hear your friend cough, what is the probability that she has…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5235" y="3727901"/>
            <a:ext cx="70553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8DD48B-EFED-F242-9D73-47BAC6532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310" y="1704551"/>
            <a:ext cx="4406900" cy="9906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0D27CD05-0563-44C6-0466-D1663888FFA9}"/>
              </a:ext>
            </a:extLst>
          </p:cNvPr>
          <p:cNvGrpSpPr/>
          <p:nvPr/>
        </p:nvGrpSpPr>
        <p:grpSpPr>
          <a:xfrm>
            <a:off x="3991565" y="1561089"/>
            <a:ext cx="4964041" cy="1270044"/>
            <a:chOff x="3991565" y="1561089"/>
            <a:chExt cx="4964041" cy="127004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98189C3-FDD1-D54E-8FD2-22DC533A8FB1}"/>
                </a:ext>
              </a:extLst>
            </p:cNvPr>
            <p:cNvSpPr/>
            <p:nvPr/>
          </p:nvSpPr>
          <p:spPr>
            <a:xfrm>
              <a:off x="3991565" y="2207941"/>
              <a:ext cx="2796249" cy="62319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 Box 11">
              <a:extLst>
                <a:ext uri="{FF2B5EF4-FFF2-40B4-BE49-F238E27FC236}">
                  <a16:creationId xmlns:a16="http://schemas.microsoft.com/office/drawing/2014/main" id="{B01BC31C-1ADE-8744-B748-DB471A129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2814" y="1561089"/>
              <a:ext cx="1532792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Times New Roman" charset="0"/>
                </a:rPr>
                <a:t>Total </a:t>
              </a:r>
            </a:p>
            <a:p>
              <a:r>
                <a:rPr lang="en-US" sz="2400" dirty="0">
                  <a:solidFill>
                    <a:srgbClr val="FF0000"/>
                  </a:solidFill>
                  <a:latin typeface="Times New Roman" charset="0"/>
                </a:rPr>
                <a:t>probability</a:t>
              </a:r>
            </a:p>
          </p:txBody>
        </p:sp>
        <p:sp>
          <p:nvSpPr>
            <p:cNvPr id="25" name="Line 12">
              <a:extLst>
                <a:ext uri="{FF2B5EF4-FFF2-40B4-BE49-F238E27FC236}">
                  <a16:creationId xmlns:a16="http://schemas.microsoft.com/office/drawing/2014/main" id="{679DEB63-7330-9141-B451-1B5BA928F0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10116" y="2057330"/>
              <a:ext cx="590396" cy="28086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4C160BC7-C895-8F4F-B1B6-F1164A06D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04" y="3827034"/>
            <a:ext cx="2794000" cy="4191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F599768-5EDA-4847-9807-0F30365C55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5905" y="4609910"/>
            <a:ext cx="1752600" cy="355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BA305DE-7800-E742-BF56-FFB0B8D691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9555" y="5149048"/>
            <a:ext cx="3517900" cy="355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D02C318-1724-0A42-B32E-D0D80A1528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5905" y="5732782"/>
            <a:ext cx="3200400" cy="3810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227D32C8-3E51-12EF-E32C-EB1E0E3FA294}"/>
              </a:ext>
            </a:extLst>
          </p:cNvPr>
          <p:cNvGrpSpPr/>
          <p:nvPr/>
        </p:nvGrpSpPr>
        <p:grpSpPr>
          <a:xfrm>
            <a:off x="670559" y="2207941"/>
            <a:ext cx="4084321" cy="635143"/>
            <a:chOff x="670559" y="2207941"/>
            <a:chExt cx="4084321" cy="63514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FC1F6F2-F7CB-5A8C-41F8-2CECD6C4FE9C}"/>
                </a:ext>
              </a:extLst>
            </p:cNvPr>
            <p:cNvSpPr/>
            <p:nvPr/>
          </p:nvSpPr>
          <p:spPr>
            <a:xfrm>
              <a:off x="3991565" y="2207941"/>
              <a:ext cx="763315" cy="57239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2CD3A0E-2D0E-361D-1656-E88A254061A1}"/>
                </a:ext>
              </a:extLst>
            </p:cNvPr>
            <p:cNvCxnSpPr/>
            <p:nvPr/>
          </p:nvCxnSpPr>
          <p:spPr>
            <a:xfrm flipV="1">
              <a:off x="3099197" y="2499001"/>
              <a:ext cx="870066" cy="99133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  <a:effec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31E3FFE-AAD5-D2CF-289C-8D68C8ED7729}"/>
                </a:ext>
              </a:extLst>
            </p:cNvPr>
            <p:cNvSpPr txBox="1"/>
            <p:nvPr/>
          </p:nvSpPr>
          <p:spPr>
            <a:xfrm>
              <a:off x="670559" y="2381419"/>
              <a:ext cx="25314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Sum over diseases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9354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Bayes’ rule via word math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6589614" y="1417638"/>
            <a:ext cx="0" cy="310057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64366" y="1480162"/>
            <a:ext cx="1550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likelihood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61611" y="1474711"/>
            <a:ext cx="801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prior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6800" y="1480162"/>
            <a:ext cx="15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posterior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3232" y="2780576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1611" y="2780576"/>
            <a:ext cx="1010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medium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633576" y="2780576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1611" y="3406460"/>
            <a:ext cx="1010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medium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4122631" y="3423347"/>
            <a:ext cx="590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low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7633576" y="3406460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43232" y="4032344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1611" y="4032344"/>
            <a:ext cx="1128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very 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25655" y="4032344"/>
            <a:ext cx="15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low/medium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258005" y="4518212"/>
            <a:ext cx="84287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10405" y="2494791"/>
            <a:ext cx="84287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916350" y="1417638"/>
            <a:ext cx="2119646" cy="2988341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338575" y="4885309"/>
            <a:ext cx="853189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To get actual probability, you divide each of these by their sum (</a:t>
            </a:r>
            <a:r>
              <a:rPr lang="en-US" i="1" dirty="0"/>
              <a:t>normalization</a:t>
            </a:r>
            <a:r>
              <a:rPr lang="en-US" dirty="0"/>
              <a:t>)</a:t>
            </a:r>
            <a:r>
              <a:rPr lang="en-US" i="1" dirty="0"/>
              <a:t>.</a:t>
            </a:r>
            <a:endParaRPr lang="en-US" dirty="0"/>
          </a:p>
        </p:txBody>
      </p:sp>
      <p:cxnSp>
        <p:nvCxnSpPr>
          <p:cNvPr id="55" name="Straight Arrow Connector 54"/>
          <p:cNvCxnSpPr>
            <a:stCxn id="52" idx="2"/>
          </p:cNvCxnSpPr>
          <p:nvPr/>
        </p:nvCxnSpPr>
        <p:spPr>
          <a:xfrm>
            <a:off x="7976173" y="4405979"/>
            <a:ext cx="29219" cy="47933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9751397-84C3-9E4B-9D40-FD56B30AA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324" y="2022742"/>
            <a:ext cx="825500" cy="317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82BBA0-584E-E545-892B-0C8730908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697" y="2021858"/>
            <a:ext cx="596900" cy="317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3B4786-EE6D-AC40-951E-C92B2766AA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496" y="2021858"/>
            <a:ext cx="2095500" cy="3175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6F9CF7-A6AA-7B43-84D6-BBB80FA62C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388" y="2860880"/>
            <a:ext cx="1424494" cy="28902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2B58157-D7EE-CE44-A3F1-E0AFC80DCF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575" y="3486787"/>
            <a:ext cx="2859311" cy="28902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5BBADAA-2484-0546-8B8C-4350E33A72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575" y="4062173"/>
            <a:ext cx="2601250" cy="30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478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4" grpId="0"/>
      <p:bldP spid="30" grpId="0"/>
      <p:bldP spid="31" grpId="0"/>
      <p:bldP spid="35" grpId="0"/>
      <p:bldP spid="32" grpId="0"/>
      <p:bldP spid="33" grpId="0"/>
      <p:bldP spid="36" grpId="0"/>
      <p:bldP spid="52" grpId="0" animBg="1"/>
      <p:bldP spid="5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Bayes’ rule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6589614" y="1417638"/>
            <a:ext cx="0" cy="310057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64366" y="1480162"/>
            <a:ext cx="1550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likelihood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39309" y="1474711"/>
            <a:ext cx="925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prior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6800" y="1480162"/>
            <a:ext cx="15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posterior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3232" y="2780576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1611" y="2780576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1611" y="3406460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14207" y="3408611"/>
            <a:ext cx="107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0.1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43232" y="4032344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1611" y="4032344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0.1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258005" y="4518212"/>
            <a:ext cx="84287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10405" y="2494791"/>
            <a:ext cx="84287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916350" y="1417638"/>
            <a:ext cx="2119646" cy="2988341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338575" y="4885309"/>
            <a:ext cx="8531899" cy="646331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To get actual probability, you divide each of these by their sum (</a:t>
            </a:r>
            <a:r>
              <a:rPr lang="en-US" i="1" dirty="0"/>
              <a:t>normalization</a:t>
            </a:r>
            <a:r>
              <a:rPr lang="en-US" dirty="0"/>
              <a:t>)</a:t>
            </a:r>
            <a:r>
              <a:rPr lang="en-US" i="1" dirty="0"/>
              <a:t>.</a:t>
            </a:r>
          </a:p>
          <a:p>
            <a:endParaRPr lang="en-US" i="1" dirty="0"/>
          </a:p>
        </p:txBody>
      </p:sp>
      <p:cxnSp>
        <p:nvCxnSpPr>
          <p:cNvPr id="55" name="Straight Arrow Connector 54"/>
          <p:cNvCxnSpPr>
            <a:stCxn id="52" idx="2"/>
          </p:cNvCxnSpPr>
          <p:nvPr/>
        </p:nvCxnSpPr>
        <p:spPr>
          <a:xfrm>
            <a:off x="7976173" y="4405979"/>
            <a:ext cx="29219" cy="47933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440" y="2071257"/>
            <a:ext cx="165100" cy="1651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E6FA5A7-E9B8-3748-B0F3-A7D738E72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324" y="2022742"/>
            <a:ext cx="825500" cy="3175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84918CE-45C5-424E-A6BE-9642259CA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697" y="2021858"/>
            <a:ext cx="596900" cy="317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120316F-D67B-4A4C-A171-E0D5F1F434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496" y="2021858"/>
            <a:ext cx="2095500" cy="3175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A064797-897F-4846-AEE7-C60817B71C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388" y="2860880"/>
            <a:ext cx="1424494" cy="28902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A1C74D1-DE11-E642-81A4-241B3B3708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575" y="3486787"/>
            <a:ext cx="2859311" cy="28902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3484766-1CF6-7E48-AB8B-E45971799E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575" y="4062173"/>
            <a:ext cx="2601250" cy="30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7107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Bayes’ rule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6589614" y="1417638"/>
            <a:ext cx="0" cy="310057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64366" y="1480162"/>
            <a:ext cx="1550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likelihood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61610" y="1474711"/>
            <a:ext cx="811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prior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6800" y="1480162"/>
            <a:ext cx="15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posterior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3232" y="2780576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1611" y="2780576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16349" y="2780576"/>
            <a:ext cx="2119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0.405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1611" y="3406460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14207" y="3408611"/>
            <a:ext cx="107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0.1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6350" y="3406460"/>
            <a:ext cx="2119646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43232" y="4032344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1611" y="4032344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6507" y="4032344"/>
            <a:ext cx="2157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0.090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258005" y="4518212"/>
            <a:ext cx="84287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10405" y="2494791"/>
            <a:ext cx="84287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916350" y="1417638"/>
            <a:ext cx="2119646" cy="2988341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338575" y="4885309"/>
            <a:ext cx="8531899" cy="92333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To get actual posterior, you divide each of these by their sum (</a:t>
            </a:r>
            <a:r>
              <a:rPr lang="en-US" i="1" dirty="0"/>
              <a:t>normalization</a:t>
            </a:r>
            <a:r>
              <a:rPr lang="en-US" dirty="0"/>
              <a:t>)</a:t>
            </a:r>
            <a:r>
              <a:rPr lang="en-US" i="1" dirty="0"/>
              <a:t>.</a:t>
            </a:r>
          </a:p>
          <a:p>
            <a:endParaRPr lang="en-US" i="1" dirty="0"/>
          </a:p>
          <a:p>
            <a:r>
              <a:rPr lang="en-US" dirty="0"/>
              <a:t>0.405 + 0.045 + 0.090 = 0.54</a:t>
            </a:r>
          </a:p>
        </p:txBody>
      </p:sp>
      <p:cxnSp>
        <p:nvCxnSpPr>
          <p:cNvPr id="55" name="Straight Arrow Connector 54"/>
          <p:cNvCxnSpPr>
            <a:stCxn id="52" idx="2"/>
          </p:cNvCxnSpPr>
          <p:nvPr/>
        </p:nvCxnSpPr>
        <p:spPr>
          <a:xfrm>
            <a:off x="7976173" y="4405979"/>
            <a:ext cx="29219" cy="47933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440" y="2071257"/>
            <a:ext cx="165100" cy="1651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9459C6B-7E1B-B647-9481-16D4E48DD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324" y="2022742"/>
            <a:ext cx="825500" cy="3175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9BECD81-C6BF-B34B-B7E6-4B879AC9D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697" y="2021858"/>
            <a:ext cx="596900" cy="3175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DC1660C-8058-6B4D-947D-1E5197C3B5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496" y="2021858"/>
            <a:ext cx="2095500" cy="3175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62AFB72-DDCC-5444-8F1B-58B821BE7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388" y="2860880"/>
            <a:ext cx="1424494" cy="28902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D711924-5328-9B43-AA13-0DFECC8E31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575" y="3486787"/>
            <a:ext cx="2859311" cy="28902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EA67F30-59EB-544D-B40A-99E0F7F58E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575" y="4062173"/>
            <a:ext cx="2601250" cy="30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892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5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Bayes’ rule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6589614" y="1417638"/>
            <a:ext cx="0" cy="310057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64366" y="1480162"/>
            <a:ext cx="1550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likelihood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61610" y="1474711"/>
            <a:ext cx="811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prior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6800" y="1480162"/>
            <a:ext cx="15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posterior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3232" y="2780576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1611" y="2780576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16349" y="2780576"/>
            <a:ext cx="2119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0.405/0.54 = 0.75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1611" y="3406460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14207" y="3408611"/>
            <a:ext cx="107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0.1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6350" y="3406460"/>
            <a:ext cx="2119646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43232" y="4032344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1611" y="4032344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6507" y="4032344"/>
            <a:ext cx="2157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0.090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258005" y="4518212"/>
            <a:ext cx="84287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10405" y="2494791"/>
            <a:ext cx="84287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916350" y="1417638"/>
            <a:ext cx="2119646" cy="2988341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338575" y="4885309"/>
            <a:ext cx="8531899" cy="92333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To get actual posterior, you divide each of these by their sum (</a:t>
            </a:r>
            <a:r>
              <a:rPr lang="en-US" i="1" dirty="0"/>
              <a:t>normalization</a:t>
            </a:r>
            <a:r>
              <a:rPr lang="en-US" dirty="0"/>
              <a:t>)</a:t>
            </a:r>
            <a:r>
              <a:rPr lang="en-US" i="1" dirty="0"/>
              <a:t>.</a:t>
            </a:r>
          </a:p>
          <a:p>
            <a:endParaRPr lang="en-US" i="1" dirty="0"/>
          </a:p>
          <a:p>
            <a:r>
              <a:rPr lang="en-US" dirty="0"/>
              <a:t>0.405 + 0.045 + 0.090 = 0.54</a:t>
            </a:r>
          </a:p>
        </p:txBody>
      </p:sp>
      <p:cxnSp>
        <p:nvCxnSpPr>
          <p:cNvPr id="55" name="Straight Arrow Connector 54"/>
          <p:cNvCxnSpPr>
            <a:stCxn id="52" idx="2"/>
          </p:cNvCxnSpPr>
          <p:nvPr/>
        </p:nvCxnSpPr>
        <p:spPr>
          <a:xfrm>
            <a:off x="7976173" y="4405979"/>
            <a:ext cx="29219" cy="47933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440" y="2071257"/>
            <a:ext cx="165100" cy="1651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CD883F6-CCD7-C04C-A4DE-AB0AD33C3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324" y="2022742"/>
            <a:ext cx="825500" cy="3175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A435060-B0D9-B04D-AD87-04846913A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697" y="2021858"/>
            <a:ext cx="596900" cy="3175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DB32156-EF5A-A24F-84FA-A8BAE69B11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496" y="2021858"/>
            <a:ext cx="2095500" cy="3175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7FACF0F-4CD3-894F-810E-CECB8FCED0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388" y="2860880"/>
            <a:ext cx="1424494" cy="28902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DA90DBA-0EAD-E844-A654-98DC3A7D50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575" y="3486787"/>
            <a:ext cx="2859311" cy="28902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000197A8-B79D-2745-8720-1D4F9AA6ED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575" y="4062173"/>
            <a:ext cx="2601250" cy="30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397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Bayes’ rule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6589614" y="1417638"/>
            <a:ext cx="0" cy="310057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64366" y="1480162"/>
            <a:ext cx="1550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likelihood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61610" y="1474711"/>
            <a:ext cx="811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prior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6800" y="1480162"/>
            <a:ext cx="15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posterior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3232" y="2780576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1611" y="2780576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16349" y="2780576"/>
            <a:ext cx="2119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0.405/0.54 = 0.75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1611" y="3406460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14207" y="3408611"/>
            <a:ext cx="107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0.1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6350" y="3406460"/>
            <a:ext cx="2119646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0.045/0.54 = 0.083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43232" y="4032344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1611" y="4032344"/>
            <a:ext cx="687069" cy="373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6507" y="4032344"/>
            <a:ext cx="2157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0.090/0.54 = 0.167 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258005" y="4518212"/>
            <a:ext cx="84287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10405" y="2494791"/>
            <a:ext cx="842879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916350" y="1417638"/>
            <a:ext cx="2119646" cy="2988341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338575" y="4885309"/>
            <a:ext cx="8531899" cy="92333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To get actual posterior, you divide each of these by their sum (</a:t>
            </a:r>
            <a:r>
              <a:rPr lang="en-US" i="1" dirty="0"/>
              <a:t>normalization</a:t>
            </a:r>
            <a:r>
              <a:rPr lang="en-US" dirty="0"/>
              <a:t>)</a:t>
            </a:r>
            <a:r>
              <a:rPr lang="en-US" i="1" dirty="0"/>
              <a:t>.</a:t>
            </a:r>
          </a:p>
          <a:p>
            <a:endParaRPr lang="en-US" i="1" dirty="0"/>
          </a:p>
          <a:p>
            <a:r>
              <a:rPr lang="en-US" dirty="0"/>
              <a:t>0.405 + 0.045 + 0.090 = 0.54</a:t>
            </a:r>
          </a:p>
        </p:txBody>
      </p:sp>
      <p:cxnSp>
        <p:nvCxnSpPr>
          <p:cNvPr id="55" name="Straight Arrow Connector 54"/>
          <p:cNvCxnSpPr>
            <a:stCxn id="52" idx="2"/>
          </p:cNvCxnSpPr>
          <p:nvPr/>
        </p:nvCxnSpPr>
        <p:spPr>
          <a:xfrm>
            <a:off x="7976173" y="4405979"/>
            <a:ext cx="29219" cy="47933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440" y="2071257"/>
            <a:ext cx="165100" cy="1651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0B52F79-D58F-224B-9AA8-600A35FF3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324" y="2022742"/>
            <a:ext cx="825500" cy="3175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D265108-E9F9-4E40-B128-2377F4468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697" y="2021858"/>
            <a:ext cx="596900" cy="3175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3791B0B-1EEA-9549-A18C-2F4063BD86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496" y="2021858"/>
            <a:ext cx="2095500" cy="3175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FAD57B1-D6F0-4943-9344-1F76FE97E1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388" y="2860880"/>
            <a:ext cx="1424494" cy="28902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5F486E7-AFB6-D541-B210-8C67305D38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575" y="3486787"/>
            <a:ext cx="2859311" cy="28902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B490CDC-1934-2D44-8C16-434999321F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575" y="4062173"/>
            <a:ext cx="2601250" cy="30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310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6838"/>
            <a:ext cx="8229600" cy="817562"/>
          </a:xfrm>
        </p:spPr>
        <p:txBody>
          <a:bodyPr/>
          <a:lstStyle/>
          <a:p>
            <a:r>
              <a:rPr lang="en-US" dirty="0"/>
              <a:t>Bayes’ rule</a:t>
            </a:r>
          </a:p>
        </p:txBody>
      </p:sp>
      <p:pic>
        <p:nvPicPr>
          <p:cNvPr id="4" name="Picture 3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699" y="1530350"/>
            <a:ext cx="5713845" cy="641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43100" y="1070570"/>
            <a:ext cx="1317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/>
              <a:t>Posterior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56100" y="1068685"/>
            <a:ext cx="1398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/>
              <a:t>likelihood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1893" y="1068685"/>
            <a:ext cx="793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/>
              <a:t>prior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1540" y="2387600"/>
            <a:ext cx="873736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latin typeface="Times New Roman"/>
                <a:cs typeface="Times New Roman"/>
              </a:rPr>
              <a:t>h</a:t>
            </a:r>
            <a:r>
              <a:rPr lang="en-US" sz="2800" i="1" dirty="0"/>
              <a:t> </a:t>
            </a:r>
            <a:r>
              <a:rPr lang="en-US" sz="2800" dirty="0"/>
              <a:t>can be... the</a:t>
            </a:r>
          </a:p>
          <a:p>
            <a:r>
              <a:rPr lang="en-US" sz="2800" dirty="0"/>
              <a:t>	Height of an object</a:t>
            </a:r>
          </a:p>
          <a:p>
            <a:r>
              <a:rPr lang="en-US" sz="2800" dirty="0"/>
              <a:t>	Sound produced by a speaker</a:t>
            </a:r>
          </a:p>
          <a:p>
            <a:r>
              <a:rPr lang="en-US" sz="2800" dirty="0"/>
              <a:t>	Time for an event to complete</a:t>
            </a:r>
          </a:p>
          <a:p>
            <a:r>
              <a:rPr lang="en-US" sz="2800" dirty="0"/>
              <a:t>	Graduate student specialization</a:t>
            </a:r>
          </a:p>
          <a:p>
            <a:r>
              <a:rPr lang="en-US" sz="2800" dirty="0"/>
              <a:t>	Engineer/Lawyer</a:t>
            </a:r>
          </a:p>
          <a:p>
            <a:r>
              <a:rPr lang="en-US" sz="2800" dirty="0"/>
              <a:t>	GPA of student</a:t>
            </a:r>
          </a:p>
          <a:p>
            <a:endParaRPr lang="en-US" sz="1400" dirty="0"/>
          </a:p>
          <a:p>
            <a:r>
              <a:rPr lang="en-US" sz="2800" dirty="0"/>
              <a:t>Why is this controversial as a framework for studying the mind?</a:t>
            </a:r>
          </a:p>
        </p:txBody>
      </p:sp>
    </p:spTree>
    <p:extLst>
      <p:ext uri="{BB962C8B-B14F-4D97-AF65-F5344CB8AC3E}">
        <p14:creationId xmlns:p14="http://schemas.microsoft.com/office/powerpoint/2010/main" val="1700121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D5419-3328-4E66-510F-08007A66A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D543D-D2E8-FB97-CC3C-1753EFD19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053" y="224204"/>
            <a:ext cx="8765931" cy="6409592"/>
          </a:xfrm>
        </p:spPr>
        <p:txBody>
          <a:bodyPr/>
          <a:lstStyle/>
          <a:p>
            <a:r>
              <a:rPr lang="en-US" dirty="0"/>
              <a:t>Foundations in probability</a:t>
            </a:r>
          </a:p>
          <a:p>
            <a:pPr lvl="1"/>
            <a:r>
              <a:rPr lang="en-US" dirty="0"/>
              <a:t>Definitions: Set, outcome set/space, size, event, event set/space, random variables, and probability.</a:t>
            </a:r>
          </a:p>
          <a:p>
            <a:pPr lvl="1"/>
            <a:r>
              <a:rPr lang="en-US" dirty="0"/>
              <a:t>More on probability</a:t>
            </a:r>
          </a:p>
          <a:p>
            <a:pPr lvl="1"/>
            <a:r>
              <a:rPr lang="en-US" dirty="0"/>
              <a:t>Joint probability </a:t>
            </a:r>
          </a:p>
          <a:p>
            <a:pPr lvl="1"/>
            <a:r>
              <a:rPr lang="en-US" dirty="0"/>
              <a:t>Conditional probability as set restriction</a:t>
            </a:r>
          </a:p>
          <a:p>
            <a:pPr lvl="1"/>
            <a:r>
              <a:rPr lang="en-US" dirty="0"/>
              <a:t>Traditional definition of conditional probability</a:t>
            </a:r>
          </a:p>
          <a:p>
            <a:pPr lvl="1"/>
            <a:r>
              <a:rPr lang="en-US" dirty="0"/>
              <a:t>Marginalization and proving Bayes rule</a:t>
            </a:r>
          </a:p>
          <a:p>
            <a:r>
              <a:rPr lang="en-US" dirty="0"/>
              <a:t>Intuitive Bayes</a:t>
            </a:r>
          </a:p>
          <a:p>
            <a:r>
              <a:rPr lang="en-US" dirty="0"/>
              <a:t>Human judgment and heuristics and biases</a:t>
            </a:r>
          </a:p>
          <a:p>
            <a:r>
              <a:rPr lang="en-US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35347519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6469" y="482080"/>
            <a:ext cx="8691061" cy="72799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Calibri"/>
                <a:ea typeface="ＭＳ Ｐゴシック" charset="0"/>
                <a:cs typeface="Calibri"/>
              </a:rPr>
              <a:t>What is reasoning and why do it?</a:t>
            </a:r>
          </a:p>
        </p:txBody>
      </p:sp>
      <p:sp>
        <p:nvSpPr>
          <p:cNvPr id="56013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33684" y="1210074"/>
            <a:ext cx="9010316" cy="5495526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800" dirty="0">
                <a:latin typeface="Calibri"/>
                <a:ea typeface="ＭＳ Ｐゴシック" charset="0"/>
                <a:cs typeface="Calibri"/>
              </a:rPr>
              <a:t>What is reasoning?</a:t>
            </a:r>
            <a:endParaRPr lang="en-US" sz="2400" dirty="0">
              <a:latin typeface="Calibri"/>
              <a:ea typeface="ＭＳ Ｐゴシック" charset="0"/>
              <a:cs typeface="Calibri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sz="2400" dirty="0">
                <a:latin typeface="Calibri"/>
                <a:ea typeface="ＭＳ Ｐゴシック" charset="0"/>
                <a:cs typeface="Calibri"/>
              </a:rPr>
              <a:t>Inferring from the known to the unknown. Called an </a:t>
            </a:r>
            <a:r>
              <a:rPr lang="en-US" sz="2400" b="1" dirty="0">
                <a:latin typeface="Calibri"/>
                <a:ea typeface="ＭＳ Ｐゴシック" charset="0"/>
                <a:cs typeface="Calibri"/>
              </a:rPr>
              <a:t>inference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ja-JP" altLang="en-US" sz="2400" dirty="0">
                <a:latin typeface="Calibri"/>
                <a:ea typeface="ＭＳ Ｐゴシック" charset="0"/>
                <a:cs typeface="Calibri"/>
              </a:rPr>
              <a:t>“</a:t>
            </a:r>
            <a:r>
              <a:rPr lang="en-US" sz="2400" dirty="0">
                <a:latin typeface="Calibri"/>
                <a:ea typeface="ＭＳ Ｐゴシック" charset="0"/>
                <a:cs typeface="Calibri"/>
              </a:rPr>
              <a:t>Going beyond the information given</a:t>
            </a:r>
            <a:r>
              <a:rPr lang="ja-JP" altLang="en-US" sz="2400" dirty="0">
                <a:latin typeface="Calibri"/>
                <a:ea typeface="ＭＳ Ｐゴシック" charset="0"/>
                <a:cs typeface="Calibri"/>
              </a:rPr>
              <a:t>”</a:t>
            </a:r>
            <a:endParaRPr lang="en-US" sz="1200" dirty="0">
              <a:latin typeface="Calibri"/>
              <a:ea typeface="ＭＳ Ｐゴシック" charset="0"/>
              <a:cs typeface="Calibri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800" dirty="0">
                <a:latin typeface="Calibri"/>
                <a:ea typeface="ＭＳ Ｐゴシック" charset="0"/>
                <a:cs typeface="Calibri"/>
              </a:rPr>
              <a:t>What is the goal of reasoning?</a:t>
            </a:r>
            <a:endParaRPr lang="en-US" sz="2400" dirty="0">
              <a:latin typeface="Calibri"/>
              <a:ea typeface="ＭＳ Ｐゴシック" charset="0"/>
              <a:cs typeface="Calibri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sz="2400" dirty="0">
                <a:latin typeface="Calibri"/>
                <a:ea typeface="ＭＳ Ｐゴシック" charset="0"/>
                <a:cs typeface="Calibri"/>
              </a:rPr>
              <a:t>To acquire information that supports adaptive behavior</a:t>
            </a:r>
            <a:endParaRPr lang="en-US" sz="1200" dirty="0">
              <a:latin typeface="Calibri"/>
              <a:ea typeface="ＭＳ Ｐゴシック" charset="0"/>
              <a:cs typeface="Calibri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800" dirty="0">
                <a:latin typeface="Calibri"/>
                <a:ea typeface="ＭＳ Ｐゴシック" charset="0"/>
                <a:cs typeface="Calibri"/>
              </a:rPr>
              <a:t>Why is this hard?</a:t>
            </a:r>
            <a:endParaRPr lang="en-US" sz="2400" dirty="0">
              <a:latin typeface="Calibri"/>
              <a:ea typeface="ＭＳ Ｐゴシック" charset="0"/>
              <a:cs typeface="Calibri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sz="2400" dirty="0">
                <a:latin typeface="Calibri"/>
                <a:ea typeface="ＭＳ Ｐゴシック" charset="0"/>
                <a:cs typeface="Calibri"/>
              </a:rPr>
              <a:t>Too much info.: problem of deciding which information is relevant.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sz="2400" dirty="0">
                <a:latin typeface="Calibri"/>
                <a:ea typeface="ＭＳ Ｐゴシック" charset="0"/>
                <a:cs typeface="Calibri"/>
              </a:rPr>
              <a:t>E.g., There are small objects at the bottom and top of a hill. 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sz="2400" dirty="0">
                <a:latin typeface="Calibri"/>
                <a:ea typeface="ＭＳ Ｐゴシック" charset="0"/>
                <a:cs typeface="Calibri"/>
              </a:rPr>
              <a:t>What will happen? Does it matter what the objects are? Their states? The time of day? Whether there are other objects?...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sz="1300" dirty="0">
              <a:latin typeface="Calibri"/>
              <a:ea typeface="ＭＳ Ｐゴシック" charset="0"/>
              <a:cs typeface="Calibri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sz="2400" dirty="0">
                <a:latin typeface="Calibri"/>
                <a:ea typeface="ＭＳ Ｐゴシック" charset="0"/>
                <a:cs typeface="Calibri"/>
              </a:rPr>
              <a:t>Too little info.: </a:t>
            </a:r>
            <a:r>
              <a:rPr lang="en-US" sz="2400" b="1" dirty="0">
                <a:latin typeface="Calibri"/>
                <a:ea typeface="ＭＳ Ｐゴシック" charset="0"/>
                <a:cs typeface="Calibri"/>
              </a:rPr>
              <a:t>inferences</a:t>
            </a:r>
            <a:r>
              <a:rPr lang="en-US" sz="2400" dirty="0">
                <a:latin typeface="Calibri"/>
                <a:ea typeface="ＭＳ Ｐゴシック" charset="0"/>
                <a:cs typeface="Calibri"/>
              </a:rPr>
              <a:t> are often </a:t>
            </a:r>
            <a:r>
              <a:rPr lang="en-US" sz="2400" b="1" dirty="0">
                <a:latin typeface="Calibri"/>
                <a:ea typeface="ＭＳ Ｐゴシック" charset="0"/>
                <a:cs typeface="Calibri"/>
              </a:rPr>
              <a:t>underdetermined</a:t>
            </a:r>
            <a:r>
              <a:rPr lang="en-US" sz="2400" dirty="0">
                <a:latin typeface="Calibri"/>
                <a:ea typeface="ＭＳ Ｐゴシック" charset="0"/>
                <a:cs typeface="Calibri"/>
              </a:rPr>
              <a:t>							(more than one solution)...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sz="2400" dirty="0">
                <a:latin typeface="Calibri"/>
                <a:ea typeface="ＭＳ Ｐゴシック" charset="0"/>
                <a:cs typeface="Calibri"/>
              </a:rPr>
              <a:t>E.g., state of the world given retinal image (visual illusions)...</a:t>
            </a:r>
          </a:p>
        </p:txBody>
      </p:sp>
    </p:spTree>
    <p:extLst>
      <p:ext uri="{BB962C8B-B14F-4D97-AF65-F5344CB8AC3E}">
        <p14:creationId xmlns:p14="http://schemas.microsoft.com/office/powerpoint/2010/main" val="354946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0131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5950"/>
            <a:ext cx="8229600" cy="871589"/>
          </a:xfrm>
        </p:spPr>
        <p:txBody>
          <a:bodyPr>
            <a:normAutofit/>
          </a:bodyPr>
          <a:lstStyle/>
          <a:p>
            <a:r>
              <a:rPr lang="en-US" dirty="0"/>
              <a:t>Deduction and Induction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7010"/>
            <a:ext cx="8229600" cy="19434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If the Prof. is great, then I am enjoying class.</a:t>
            </a:r>
          </a:p>
          <a:p>
            <a:pPr marL="0" indent="0">
              <a:buNone/>
            </a:pPr>
            <a:r>
              <a:rPr lang="en-US" u="sng" dirty="0"/>
              <a:t>The Prof. is great</a:t>
            </a:r>
          </a:p>
          <a:p>
            <a:pPr marL="0" indent="0">
              <a:buNone/>
            </a:pPr>
            <a:r>
              <a:rPr lang="en-US" dirty="0"/>
              <a:t>I am enjoying class.</a:t>
            </a:r>
          </a:p>
          <a:p>
            <a:pPr marL="0" indent="0" algn="r">
              <a:buNone/>
            </a:pPr>
            <a:r>
              <a:rPr lang="en-US" b="1" dirty="0"/>
              <a:t>Deduction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2950423"/>
            <a:ext cx="8229600" cy="26674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Object 1 is a Swan</a:t>
            </a:r>
            <a:r>
              <a:rPr lang="en-US" baseline="-25000" dirty="0"/>
              <a:t> </a:t>
            </a:r>
            <a:r>
              <a:rPr lang="en-US" dirty="0"/>
              <a:t>and it is White</a:t>
            </a:r>
          </a:p>
          <a:p>
            <a:pPr marL="0" indent="0">
              <a:buNone/>
            </a:pPr>
            <a:r>
              <a:rPr lang="en-US" dirty="0"/>
              <a:t>Object 2 is a Swan</a:t>
            </a:r>
            <a:r>
              <a:rPr lang="en-US" baseline="-25000" dirty="0"/>
              <a:t> </a:t>
            </a:r>
            <a:r>
              <a:rPr lang="en-US" dirty="0"/>
              <a:t>and it is White</a:t>
            </a:r>
          </a:p>
          <a:p>
            <a:pPr marL="0" indent="0">
              <a:buNone/>
            </a:pPr>
            <a:r>
              <a:rPr lang="en-US" u="sng" dirty="0"/>
              <a:t>Object 3 is a Swan</a:t>
            </a:r>
            <a:r>
              <a:rPr lang="en-US" u="sng" baseline="-25000" dirty="0"/>
              <a:t> </a:t>
            </a:r>
            <a:r>
              <a:rPr lang="en-US" u="sng" dirty="0"/>
              <a:t>and it is White</a:t>
            </a:r>
          </a:p>
          <a:p>
            <a:pPr marL="0" indent="0">
              <a:buFont typeface="Arial"/>
              <a:buNone/>
            </a:pPr>
            <a:r>
              <a:rPr lang="en-US" dirty="0"/>
              <a:t>If </a:t>
            </a:r>
            <a:r>
              <a:rPr lang="en-US" i="1" dirty="0"/>
              <a:t>X</a:t>
            </a:r>
            <a:r>
              <a:rPr lang="en-US" dirty="0"/>
              <a:t> is a Swan, then it is White</a:t>
            </a:r>
          </a:p>
          <a:p>
            <a:pPr marL="0" indent="0" algn="r">
              <a:buFont typeface="Arial"/>
              <a:buNone/>
            </a:pPr>
            <a:r>
              <a:rPr lang="en-US" b="1" dirty="0"/>
              <a:t>Induction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E32123B-93C0-97A9-58B7-A55AFA6BF534}"/>
              </a:ext>
            </a:extLst>
          </p:cNvPr>
          <p:cNvSpPr txBox="1">
            <a:spLocks/>
          </p:cNvSpPr>
          <p:nvPr/>
        </p:nvSpPr>
        <p:spPr>
          <a:xfrm>
            <a:off x="93700" y="5318236"/>
            <a:ext cx="8229600" cy="1061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dirty="0"/>
              <a:t>Deduction = conclusions </a:t>
            </a:r>
            <a:r>
              <a:rPr lang="en-US" sz="2800" b="1" dirty="0"/>
              <a:t>guaranteed </a:t>
            </a:r>
            <a:r>
              <a:rPr lang="en-US" sz="2800" dirty="0"/>
              <a:t>to be true</a:t>
            </a:r>
          </a:p>
          <a:p>
            <a:pPr marL="0" indent="0">
              <a:buFont typeface="Arial"/>
              <a:buNone/>
            </a:pPr>
            <a:r>
              <a:rPr lang="en-US" sz="2800" dirty="0"/>
              <a:t>Induction = conclusions </a:t>
            </a:r>
            <a:r>
              <a:rPr lang="en-US" sz="2800" b="1" dirty="0"/>
              <a:t>likely </a:t>
            </a:r>
            <a:r>
              <a:rPr lang="en-US" sz="2800" dirty="0"/>
              <a:t>to be true</a:t>
            </a:r>
          </a:p>
        </p:txBody>
      </p:sp>
    </p:spTree>
    <p:extLst>
      <p:ext uri="{BB962C8B-B14F-4D97-AF65-F5344CB8AC3E}">
        <p14:creationId xmlns:p14="http://schemas.microsoft.com/office/powerpoint/2010/main" val="280315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13C2A-4885-C259-6D12-05F3EB55B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Deduction vs. Induction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591642-E650-6CA7-91E1-2DE26D0F692A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>
                <a:latin typeface="Arial" charset="0"/>
                <a:ea typeface="ＭＳ Ｐゴシック" charset="0"/>
                <a:cs typeface="ＭＳ Ｐゴシック" charset="0"/>
              </a:rPr>
              <a:t>Deduction</a:t>
            </a: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  <a:p>
            <a:pPr lvl="1"/>
            <a:r>
              <a:rPr lang="en-US">
                <a:latin typeface="Arial" charset="0"/>
                <a:ea typeface="ＭＳ Ｐゴシック" charset="0"/>
              </a:rPr>
              <a:t>Preserves truth</a:t>
            </a:r>
          </a:p>
          <a:p>
            <a:pPr lvl="1"/>
            <a:r>
              <a:rPr lang="en-US">
                <a:latin typeface="Arial" charset="0"/>
                <a:ea typeface="ＭＳ Ｐゴシック" charset="0"/>
              </a:rPr>
              <a:t>Depends on form, not on content</a:t>
            </a:r>
          </a:p>
          <a:p>
            <a:pPr lvl="1"/>
            <a:r>
              <a:rPr lang="en-US">
                <a:latin typeface="Arial" charset="0"/>
                <a:ea typeface="ＭＳ Ｐゴシック" charset="0"/>
              </a:rPr>
              <a:t>Logic</a:t>
            </a:r>
            <a:endParaRPr 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C17A6D-1F7D-9FD9-2FC5-D3014EACD8CB}"/>
              </a:ext>
            </a:extLst>
          </p:cNvPr>
          <p:cNvSpPr txBox="1">
            <a:spLocks noChangeArrowheads="1"/>
          </p:cNvSpPr>
          <p:nvPr/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>
                <a:latin typeface="Arial" charset="0"/>
                <a:ea typeface="ＭＳ Ｐゴシック" charset="0"/>
                <a:cs typeface="ＭＳ Ｐゴシック" charset="0"/>
              </a:rPr>
              <a:t>Induction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lvl="1"/>
            <a:r>
              <a:rPr lang="en-US" dirty="0">
                <a:latin typeface="Arial" charset="0"/>
                <a:ea typeface="ＭＳ Ｐゴシック" charset="0"/>
              </a:rPr>
              <a:t>Confers probability</a:t>
            </a:r>
          </a:p>
          <a:p>
            <a:pPr lvl="1"/>
            <a:r>
              <a:rPr lang="en-US" dirty="0">
                <a:latin typeface="Arial" charset="0"/>
                <a:ea typeface="ＭＳ Ｐゴシック" charset="0"/>
              </a:rPr>
              <a:t>Depends on form and on content</a:t>
            </a:r>
          </a:p>
          <a:p>
            <a:pPr lvl="1"/>
            <a:r>
              <a:rPr lang="en-US" dirty="0">
                <a:latin typeface="Arial" charset="0"/>
                <a:ea typeface="ＭＳ Ｐゴシック" charset="0"/>
              </a:rPr>
              <a:t>Probability theory</a:t>
            </a:r>
          </a:p>
        </p:txBody>
      </p:sp>
      <p:grpSp>
        <p:nvGrpSpPr>
          <p:cNvPr id="6" name="Group 13">
            <a:extLst>
              <a:ext uri="{FF2B5EF4-FFF2-40B4-BE49-F238E27FC236}">
                <a16:creationId xmlns:a16="http://schemas.microsoft.com/office/drawing/2014/main" id="{D2753FBF-F94D-380F-4375-C2798E64EEC7}"/>
              </a:ext>
            </a:extLst>
          </p:cNvPr>
          <p:cNvGrpSpPr>
            <a:grpSpLocks/>
          </p:cNvGrpSpPr>
          <p:nvPr/>
        </p:nvGrpSpPr>
        <p:grpSpPr bwMode="auto">
          <a:xfrm>
            <a:off x="1030288" y="4066473"/>
            <a:ext cx="5448300" cy="938213"/>
            <a:chOff x="649" y="2766"/>
            <a:chExt cx="3432" cy="591"/>
          </a:xfrm>
        </p:grpSpPr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E511F90E-F248-153F-C855-F4196BCCE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" y="2766"/>
              <a:ext cx="3163" cy="591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A6CC159F-44E2-2561-EC6D-0F39B9C5CD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61" y="2792"/>
              <a:ext cx="245" cy="269"/>
            </a:xfrm>
            <a:custGeom>
              <a:avLst/>
              <a:gdLst>
                <a:gd name="T0" fmla="*/ 6 w 21600"/>
                <a:gd name="T1" fmla="*/ 0 h 21600"/>
                <a:gd name="T2" fmla="*/ 4 w 21600"/>
                <a:gd name="T3" fmla="*/ 1 h 21600"/>
                <a:gd name="T4" fmla="*/ 0 w 21600"/>
                <a:gd name="T5" fmla="*/ 3 h 21600"/>
                <a:gd name="T6" fmla="*/ 4 w 21600"/>
                <a:gd name="T7" fmla="*/ 3 h 21600"/>
                <a:gd name="T8" fmla="*/ 7 w 21600"/>
                <a:gd name="T9" fmla="*/ 2 h 21600"/>
                <a:gd name="T10" fmla="*/ 8 w 21600"/>
                <a:gd name="T11" fmla="*/ 1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00"/>
                <a:gd name="T19" fmla="*/ 17264 h 21600"/>
                <a:gd name="T20" fmla="*/ 18110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6289" y="0"/>
                  </a:moveTo>
                  <a:lnTo>
                    <a:pt x="10977" y="7387"/>
                  </a:lnTo>
                  <a:lnTo>
                    <a:pt x="14468" y="7387"/>
                  </a:lnTo>
                  <a:lnTo>
                    <a:pt x="14468" y="17257"/>
                  </a:lnTo>
                  <a:lnTo>
                    <a:pt x="0" y="17257"/>
                  </a:lnTo>
                  <a:lnTo>
                    <a:pt x="0" y="21600"/>
                  </a:lnTo>
                  <a:lnTo>
                    <a:pt x="18109" y="21600"/>
                  </a:lnTo>
                  <a:lnTo>
                    <a:pt x="18109" y="7387"/>
                  </a:lnTo>
                  <a:lnTo>
                    <a:pt x="21600" y="7387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E597F7A6-4D42-7ABE-85B7-7A8C51F304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2804"/>
              <a:ext cx="200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ja-JP" altLang="en-US" dirty="0"/>
                <a:t>“</a:t>
              </a:r>
              <a:r>
                <a:rPr lang="en-US" b="1" dirty="0"/>
                <a:t>Normative</a:t>
              </a:r>
              <a:r>
                <a:rPr lang="en-US" dirty="0"/>
                <a:t> theories</a:t>
              </a:r>
              <a:r>
                <a:rPr lang="ja-JP" altLang="en-US" dirty="0"/>
                <a:t>”</a:t>
              </a:r>
              <a:endParaRPr lang="en-US" dirty="0"/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D58B52F0-97AA-3C11-D1A7-CC8C5DF69F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084"/>
              <a:ext cx="30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/>
                <a:t>Specify how one </a:t>
              </a:r>
              <a:r>
                <a:rPr lang="en-US" sz="2000" i="1"/>
                <a:t>should</a:t>
              </a:r>
              <a:r>
                <a:rPr lang="en-US" sz="2000"/>
                <a:t> make inferences</a:t>
              </a:r>
            </a:p>
          </p:txBody>
        </p:sp>
      </p:grpSp>
      <p:grpSp>
        <p:nvGrpSpPr>
          <p:cNvPr id="11" name="Group 14">
            <a:extLst>
              <a:ext uri="{FF2B5EF4-FFF2-40B4-BE49-F238E27FC236}">
                <a16:creationId xmlns:a16="http://schemas.microsoft.com/office/drawing/2014/main" id="{F381106C-DC6D-4421-5678-8F73DA9D8D02}"/>
              </a:ext>
            </a:extLst>
          </p:cNvPr>
          <p:cNvGrpSpPr>
            <a:grpSpLocks/>
          </p:cNvGrpSpPr>
          <p:nvPr/>
        </p:nvGrpSpPr>
        <p:grpSpPr bwMode="auto">
          <a:xfrm>
            <a:off x="1943100" y="5169785"/>
            <a:ext cx="5384800" cy="938212"/>
            <a:chOff x="1224" y="3461"/>
            <a:chExt cx="3392" cy="591"/>
          </a:xfrm>
        </p:grpSpPr>
        <p:sp>
          <p:nvSpPr>
            <p:cNvPr id="12" name="AutoShape 10">
              <a:extLst>
                <a:ext uri="{FF2B5EF4-FFF2-40B4-BE49-F238E27FC236}">
                  <a16:creationId xmlns:a16="http://schemas.microsoft.com/office/drawing/2014/main" id="{D139851B-6FBA-0614-E34F-C3A249464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3461"/>
              <a:ext cx="3358" cy="591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3255F14E-BDA1-A51B-F25B-55633DBE99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4" y="3499"/>
              <a:ext cx="210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ja-JP" altLang="en-US" dirty="0"/>
                <a:t>“</a:t>
              </a:r>
              <a:r>
                <a:rPr lang="en-US" b="1" dirty="0"/>
                <a:t>Descriptive</a:t>
              </a:r>
              <a:r>
                <a:rPr lang="en-US" dirty="0"/>
                <a:t> theories</a:t>
              </a:r>
              <a:r>
                <a:rPr lang="ja-JP" altLang="en-US" dirty="0"/>
                <a:t>”</a:t>
              </a:r>
              <a:endParaRPr lang="en-US" dirty="0"/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58025D78-0D8A-8A66-BD7A-87A3EB5A6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0" y="3779"/>
              <a:ext cx="330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/>
                <a:t>Describe how people </a:t>
              </a:r>
              <a:r>
                <a:rPr lang="en-US" sz="2000" i="1"/>
                <a:t>in fact</a:t>
              </a:r>
              <a:r>
                <a:rPr lang="en-US" sz="2000"/>
                <a:t> make inferences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5913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2"/>
      <p:bldP spid="5" grpId="0" build="p" bldLvl="2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870" y="325493"/>
            <a:ext cx="8229600" cy="668017"/>
          </a:xfrm>
        </p:spPr>
        <p:txBody>
          <a:bodyPr>
            <a:normAutofit fontScale="90000"/>
          </a:bodyPr>
          <a:lstStyle/>
          <a:p>
            <a:r>
              <a:rPr lang="en-US" dirty="0"/>
              <a:t>Judgment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705" y="898917"/>
            <a:ext cx="8821425" cy="595908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Judgment is the subjective/intuitive evaluation of an </a:t>
            </a:r>
            <a:r>
              <a:rPr lang="en-US" b="1" dirty="0"/>
              <a:t>event</a:t>
            </a:r>
            <a:r>
              <a:rPr lang="en-US" dirty="0"/>
              <a:t>. Often its probability (this is </a:t>
            </a:r>
            <a:r>
              <a:rPr lang="en-US" b="1" dirty="0"/>
              <a:t>inductive reasoning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/>
              <a:t>E.g. How likely is it that: </a:t>
            </a:r>
          </a:p>
          <a:p>
            <a:pPr marL="457200" lvl="1" indent="0">
              <a:buNone/>
            </a:pPr>
            <a:r>
              <a:rPr lang="en-US" dirty="0"/>
              <a:t>			“the defendant did it”, </a:t>
            </a:r>
          </a:p>
          <a:p>
            <a:pPr marL="457200" lvl="1" indent="0">
              <a:buNone/>
            </a:pPr>
            <a:r>
              <a:rPr lang="en-US" dirty="0"/>
              <a:t>			“I will win if I gamble”, </a:t>
            </a:r>
          </a:p>
          <a:p>
            <a:pPr marL="457200" lvl="1" indent="0">
              <a:buNone/>
            </a:pPr>
            <a:r>
              <a:rPr lang="en-US" dirty="0"/>
              <a:t>			“I will get cancer if I smoke”, </a:t>
            </a:r>
          </a:p>
          <a:p>
            <a:pPr marL="457200" lvl="1" indent="0">
              <a:buNone/>
            </a:pPr>
            <a:r>
              <a:rPr lang="en-US" dirty="0"/>
              <a:t>			“Aubrey Plaza will go out with me”</a:t>
            </a:r>
          </a:p>
          <a:p>
            <a:pPr marL="0" indent="0">
              <a:buNone/>
            </a:pPr>
            <a:r>
              <a:rPr lang="en-US" dirty="0"/>
              <a:t>Why is this important?</a:t>
            </a:r>
          </a:p>
          <a:p>
            <a:pPr marL="457200" lvl="1" indent="0">
              <a:buNone/>
            </a:pPr>
            <a:r>
              <a:rPr lang="en-US" dirty="0"/>
              <a:t>We should make decisions based on likely events caused by the decision and the value of those events.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dirty="0"/>
              <a:t>It’s Thursday at 6pm. Should you study for your exam tomorrow or go out with your friends?</a:t>
            </a:r>
          </a:p>
        </p:txBody>
      </p:sp>
      <p:pic>
        <p:nvPicPr>
          <p:cNvPr id="4" name="Picture 3" descr="Two cats sitting on a rug&#10;&#10;Description automatically generated">
            <a:extLst>
              <a:ext uri="{FF2B5EF4-FFF2-40B4-BE49-F238E27FC236}">
                <a16:creationId xmlns:a16="http://schemas.microsoft.com/office/drawing/2014/main" id="{5F9A775A-958A-F899-BEA3-C1553162E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25"/>
          <a:stretch/>
        </p:blipFill>
        <p:spPr>
          <a:xfrm>
            <a:off x="5882389" y="3429000"/>
            <a:ext cx="3059906" cy="327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03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141110" y="430924"/>
            <a:ext cx="8796562" cy="5612524"/>
          </a:xfrm>
        </p:spPr>
        <p:txBody>
          <a:bodyPr>
            <a:normAutofit fontScale="92500" lnSpcReduction="10000"/>
          </a:bodyPr>
          <a:lstStyle/>
          <a:p>
            <a:pPr marL="738188" lvl="1" indent="-14288" eaLnBrk="1" hangingPunct="1">
              <a:buFontTx/>
              <a:buNone/>
            </a:pPr>
            <a:r>
              <a:rPr lang="en-US" sz="2700" dirty="0">
                <a:latin typeface="Calibri"/>
                <a:ea typeface="ＭＳ Ｐゴシック" charset="0"/>
                <a:cs typeface="Calibri"/>
              </a:rPr>
              <a:t>Two cab companies operate in a given city, the Blue and the Green (according to the color of cab they run). </a:t>
            </a:r>
          </a:p>
          <a:p>
            <a:pPr marL="738188" lvl="1" indent="-14288" eaLnBrk="1" hangingPunct="1">
              <a:buFontTx/>
              <a:buNone/>
            </a:pPr>
            <a:endParaRPr lang="en-US" sz="2700" dirty="0">
              <a:latin typeface="Calibri"/>
              <a:ea typeface="ＭＳ Ｐゴシック" charset="0"/>
              <a:cs typeface="Calibri"/>
            </a:endParaRPr>
          </a:p>
          <a:p>
            <a:pPr marL="738188" lvl="1" indent="-14288" eaLnBrk="1" hangingPunct="1">
              <a:buFontTx/>
              <a:buNone/>
            </a:pPr>
            <a:r>
              <a:rPr lang="en-US" sz="2700" dirty="0">
                <a:latin typeface="Calibri"/>
                <a:ea typeface="ＭＳ Ｐゴシック" charset="0"/>
                <a:cs typeface="Calibri"/>
              </a:rPr>
              <a:t>85% of the cabs in the city are Green, </a:t>
            </a:r>
          </a:p>
          <a:p>
            <a:pPr marL="738188" lvl="1" indent="-14288" eaLnBrk="1" hangingPunct="1">
              <a:buFontTx/>
              <a:buNone/>
            </a:pPr>
            <a:r>
              <a:rPr lang="en-US" sz="2700" dirty="0">
                <a:latin typeface="Calibri"/>
                <a:ea typeface="ＭＳ Ｐゴシック" charset="0"/>
                <a:cs typeface="Calibri"/>
              </a:rPr>
              <a:t>and the remaining 15% are Blue.</a:t>
            </a:r>
          </a:p>
          <a:p>
            <a:pPr marL="738188" lvl="1" indent="-14288" eaLnBrk="1" hangingPunct="1">
              <a:buFontTx/>
              <a:buNone/>
            </a:pPr>
            <a:endParaRPr lang="en-US" sz="2700" dirty="0">
              <a:latin typeface="Calibri"/>
              <a:ea typeface="ＭＳ Ｐゴシック" charset="0"/>
              <a:cs typeface="Calibri"/>
            </a:endParaRPr>
          </a:p>
          <a:p>
            <a:pPr marL="738188" lvl="1" indent="-14288" eaLnBrk="1" hangingPunct="1">
              <a:buFontTx/>
              <a:buNone/>
            </a:pPr>
            <a:r>
              <a:rPr lang="en-US" sz="2700" dirty="0">
                <a:latin typeface="Calibri"/>
                <a:ea typeface="ＭＳ Ｐゴシック" charset="0"/>
                <a:cs typeface="Calibri"/>
              </a:rPr>
              <a:t>A cab was involved in a hit-and-run at night.</a:t>
            </a:r>
          </a:p>
          <a:p>
            <a:pPr marL="738188" lvl="1" indent="-14288" eaLnBrk="1" hangingPunct="1">
              <a:buFontTx/>
              <a:buNone/>
            </a:pPr>
            <a:r>
              <a:rPr lang="en-US" sz="2700" dirty="0">
                <a:latin typeface="Calibri"/>
                <a:ea typeface="ＭＳ Ｐゴシック" charset="0"/>
                <a:cs typeface="Calibri"/>
              </a:rPr>
              <a:t>There was a witness.</a:t>
            </a:r>
          </a:p>
          <a:p>
            <a:pPr marL="738188" lvl="1" indent="-14288">
              <a:buNone/>
            </a:pPr>
            <a:r>
              <a:rPr lang="en-US" sz="2700" dirty="0">
                <a:ea typeface="ＭＳ Ｐゴシック" charset="0"/>
                <a:cs typeface="Calibri"/>
              </a:rPr>
              <a:t>The witness is able to correctly identify the color of a cab at night 80% of the time.</a:t>
            </a:r>
            <a:endParaRPr lang="en-US" sz="2700" dirty="0">
              <a:latin typeface="Calibri"/>
              <a:ea typeface="ＭＳ Ｐゴシック" charset="0"/>
              <a:cs typeface="Calibri"/>
            </a:endParaRPr>
          </a:p>
          <a:p>
            <a:pPr marL="738188" lvl="1" indent="-14288" eaLnBrk="1" hangingPunct="1">
              <a:buFontTx/>
              <a:buNone/>
            </a:pPr>
            <a:r>
              <a:rPr lang="en-US" sz="2700" dirty="0">
                <a:latin typeface="Calibri"/>
                <a:ea typeface="ＭＳ Ｐゴシック" charset="0"/>
                <a:cs typeface="Calibri"/>
              </a:rPr>
              <a:t>A witness identifies the cab as a Blue cab.</a:t>
            </a:r>
          </a:p>
          <a:p>
            <a:pPr marL="738188" lvl="1" indent="-14288" eaLnBrk="1" hangingPunct="1">
              <a:buFontTx/>
              <a:buNone/>
            </a:pPr>
            <a:r>
              <a:rPr lang="en-US" sz="3100" dirty="0">
                <a:latin typeface="Calibri"/>
                <a:ea typeface="ＭＳ Ｐゴシック" charset="0"/>
                <a:cs typeface="Calibri"/>
              </a:rPr>
              <a:t>   </a:t>
            </a:r>
          </a:p>
          <a:p>
            <a:pPr marL="738188" lvl="1" indent="-14288">
              <a:buFontTx/>
              <a:buNone/>
            </a:pPr>
            <a:r>
              <a:rPr lang="en-US" sz="2700" dirty="0">
                <a:latin typeface="Calibri"/>
                <a:ea typeface="ＭＳ Ｐゴシック" charset="0"/>
                <a:cs typeface="Calibri"/>
              </a:rPr>
              <a:t>What is the probability that the cab is Blue?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34716" y="6477000"/>
            <a:ext cx="4622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(</a:t>
            </a:r>
            <a:r>
              <a:rPr lang="en-US" dirty="0" err="1"/>
              <a:t>Kahneman</a:t>
            </a:r>
            <a:r>
              <a:rPr lang="en-US" dirty="0"/>
              <a:t> &amp; </a:t>
            </a:r>
            <a:r>
              <a:rPr lang="en-US" dirty="0" err="1"/>
              <a:t>Tversky</a:t>
            </a:r>
            <a:r>
              <a:rPr lang="en-US" dirty="0"/>
              <a:t>, 1972; Bar-Hillel, 1980)</a:t>
            </a:r>
          </a:p>
        </p:txBody>
      </p:sp>
    </p:spTree>
    <p:extLst>
      <p:ext uri="{BB962C8B-B14F-4D97-AF65-F5344CB8AC3E}">
        <p14:creationId xmlns:p14="http://schemas.microsoft.com/office/powerpoint/2010/main" val="274016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19916" y="194957"/>
            <a:ext cx="8229600" cy="766425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chemeClr val="tx1"/>
                </a:solidFill>
                <a:latin typeface="Calibri"/>
                <a:ea typeface="ＭＳ Ｐゴシック" charset="0"/>
                <a:cs typeface="Calibri"/>
              </a:rPr>
              <a:t>Base-rate neglect</a:t>
            </a:r>
            <a:endParaRPr lang="en-US" b="1" u="sng" dirty="0">
              <a:solidFill>
                <a:schemeClr val="tx1"/>
              </a:solidFill>
              <a:latin typeface="Calibri"/>
              <a:ea typeface="ＭＳ Ｐゴシック" charset="0"/>
              <a:cs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957" y="2004469"/>
            <a:ext cx="5448121" cy="34816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716" y="6477000"/>
            <a:ext cx="4622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(</a:t>
            </a:r>
            <a:r>
              <a:rPr lang="en-US" dirty="0" err="1"/>
              <a:t>Kahneman</a:t>
            </a:r>
            <a:r>
              <a:rPr lang="en-US" dirty="0"/>
              <a:t> &amp; </a:t>
            </a:r>
            <a:r>
              <a:rPr lang="en-US" dirty="0" err="1"/>
              <a:t>Tversky</a:t>
            </a:r>
            <a:r>
              <a:rPr lang="en-US" dirty="0"/>
              <a:t>, 1972; Bar-Hillel, 1980)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159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Medical doctors/residents also fail at this, even in the context of medical diagnosis (</a:t>
            </a:r>
            <a:r>
              <a:rPr lang="en-US" sz="2400" dirty="0" err="1"/>
              <a:t>Casscells</a:t>
            </a:r>
            <a:r>
              <a:rPr lang="en-US" sz="2400" dirty="0"/>
              <a:t>, </a:t>
            </a:r>
            <a:r>
              <a:rPr lang="en-US" sz="2400" dirty="0" err="1"/>
              <a:t>Schoenberger</a:t>
            </a:r>
            <a:r>
              <a:rPr lang="en-US" sz="2400" dirty="0"/>
              <a:t>, &amp; </a:t>
            </a:r>
            <a:r>
              <a:rPr lang="en-US" sz="2400" dirty="0" err="1"/>
              <a:t>Grayboys</a:t>
            </a:r>
            <a:r>
              <a:rPr lang="en-US" sz="2400" dirty="0"/>
              <a:t>, 1978).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505780" y="3611922"/>
            <a:ext cx="3225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Correct Answer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7CFBB-5BB7-851F-2106-551A48F413A8}"/>
              </a:ext>
            </a:extLst>
          </p:cNvPr>
          <p:cNvSpPr txBox="1"/>
          <p:nvPr/>
        </p:nvSpPr>
        <p:spPr>
          <a:xfrm>
            <a:off x="182632" y="1236934"/>
            <a:ext cx="8504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Participants report the </a:t>
            </a:r>
            <a:r>
              <a:rPr lang="en-US" sz="2000" b="1" dirty="0"/>
              <a:t>likelihood </a:t>
            </a:r>
            <a:r>
              <a:rPr lang="en-US" sz="2000" dirty="0"/>
              <a:t>and neglect integrating the </a:t>
            </a:r>
            <a:r>
              <a:rPr lang="en-US" sz="2000" b="1" dirty="0"/>
              <a:t>prior.</a:t>
            </a:r>
          </a:p>
          <a:p>
            <a:r>
              <a:rPr lang="en-US" sz="2000" b="1" dirty="0"/>
              <a:t>Remember that they should be multiplied together… (0.8 x 0.15 is numerator)</a:t>
            </a:r>
          </a:p>
        </p:txBody>
      </p:sp>
    </p:spTree>
    <p:extLst>
      <p:ext uri="{BB962C8B-B14F-4D97-AF65-F5344CB8AC3E}">
        <p14:creationId xmlns:p14="http://schemas.microsoft.com/office/powerpoint/2010/main" val="73703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63835"/>
            <a:ext cx="8229600" cy="701257"/>
          </a:xfrm>
        </p:spPr>
        <p:txBody>
          <a:bodyPr>
            <a:normAutofit fontScale="90000"/>
          </a:bodyPr>
          <a:lstStyle/>
          <a:p>
            <a:r>
              <a:rPr lang="en-US" dirty="0"/>
              <a:t>Heuristics and biases</a:t>
            </a:r>
          </a:p>
        </p:txBody>
      </p:sp>
      <p:pic>
        <p:nvPicPr>
          <p:cNvPr id="9748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426" y="1585731"/>
            <a:ext cx="2191012" cy="2914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97485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7473" y="1593447"/>
            <a:ext cx="2363339" cy="2885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974855" name="Text Box 7"/>
          <p:cNvSpPr txBox="1">
            <a:spLocks noChangeArrowheads="1"/>
          </p:cNvSpPr>
          <p:nvPr/>
        </p:nvSpPr>
        <p:spPr bwMode="auto">
          <a:xfrm>
            <a:off x="820824" y="4529256"/>
            <a:ext cx="3011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800" b="0" dirty="0">
                <a:latin typeface="Arial" charset="0"/>
              </a:rPr>
              <a:t>Daniel </a:t>
            </a:r>
            <a:r>
              <a:rPr lang="en-US" sz="2800" b="0" dirty="0" err="1">
                <a:latin typeface="Arial" charset="0"/>
              </a:rPr>
              <a:t>Kahneman</a:t>
            </a:r>
            <a:endParaRPr lang="en-US" sz="2800" b="0" dirty="0">
              <a:latin typeface="Arial" charset="0"/>
            </a:endParaRPr>
          </a:p>
        </p:txBody>
      </p:sp>
      <p:sp>
        <p:nvSpPr>
          <p:cNvPr id="974856" name="Text Box 8"/>
          <p:cNvSpPr txBox="1">
            <a:spLocks noChangeArrowheads="1"/>
          </p:cNvSpPr>
          <p:nvPr/>
        </p:nvSpPr>
        <p:spPr bwMode="auto">
          <a:xfrm>
            <a:off x="5334000" y="4529256"/>
            <a:ext cx="2436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800" b="0">
                <a:latin typeface="Arial" charset="0"/>
              </a:rPr>
              <a:t>Amos Tversky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5061737"/>
            <a:ext cx="39944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Won Nobel prize in economics despite never taking a single course!</a:t>
            </a:r>
          </a:p>
          <a:p>
            <a:r>
              <a:rPr lang="en-US" sz="2000" dirty="0"/>
              <a:t>101</a:t>
            </a:r>
            <a:r>
              <a:rPr lang="en-US" sz="2000" baseline="30000" dirty="0"/>
              <a:t>st</a:t>
            </a:r>
            <a:r>
              <a:rPr lang="en-US" sz="2000" dirty="0"/>
              <a:t> greatest Israeli ever!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32145" y="5061737"/>
            <a:ext cx="39944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MacArthur Genius Fellowship and many other awards.</a:t>
            </a:r>
          </a:p>
          <a:p>
            <a:r>
              <a:rPr lang="en-US" sz="2000" dirty="0"/>
              <a:t>Would’ve won Nobel prize too if he hadn’t passed away in 1990s.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030" y="979355"/>
            <a:ext cx="3305306" cy="50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075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2F1F-3596-3705-5177-838BD05BE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Heuristics and Biases for 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B13F4-0763-5978-675F-134184400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Our cognition (incl. maps) tend to be accurate</a:t>
            </a:r>
          </a:p>
          <a:p>
            <a:r>
              <a:rPr lang="en-US" dirty="0"/>
              <a:t>Errors usually reflect using reasonable strategies that are inappropriate in situations that are not ecologically valid.</a:t>
            </a:r>
          </a:p>
          <a:p>
            <a:pPr lvl="1"/>
            <a:r>
              <a:rPr lang="en-US" b="1" dirty="0"/>
              <a:t>Bias </a:t>
            </a:r>
            <a:r>
              <a:rPr lang="en-US" dirty="0"/>
              <a:t>is knowledge that produces </a:t>
            </a:r>
            <a:r>
              <a:rPr lang="en-US" b="1" dirty="0"/>
              <a:t>errors </a:t>
            </a:r>
            <a:r>
              <a:rPr lang="en-US" dirty="0"/>
              <a:t>because it is used by the mind when it may or may not be appropriate or applicable.</a:t>
            </a:r>
          </a:p>
          <a:p>
            <a:r>
              <a:rPr lang="en-US" dirty="0"/>
              <a:t>A </a:t>
            </a:r>
            <a:r>
              <a:rPr lang="en-US" b="1" dirty="0"/>
              <a:t>heuristic </a:t>
            </a:r>
            <a:r>
              <a:rPr lang="en-US" dirty="0"/>
              <a:t>a rule of thumb or general problem-solving strategy that typically provides good solutions, but may contain biases.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2799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0" y="270070"/>
            <a:ext cx="9144000" cy="1106294"/>
          </a:xfrm>
        </p:spPr>
        <p:txBody>
          <a:bodyPr>
            <a:noAutofit/>
          </a:bodyPr>
          <a:lstStyle/>
          <a:p>
            <a:pPr eaLnBrk="1" hangingPunct="1"/>
            <a:r>
              <a:rPr lang="en-US" sz="3400" dirty="0">
                <a:latin typeface="Calibri"/>
                <a:ea typeface="ＭＳ Ｐゴシック" charset="0"/>
                <a:cs typeface="Calibri"/>
              </a:rPr>
              <a:t>Getting the correct answer: </a:t>
            </a:r>
            <a:br>
              <a:rPr lang="en-US" sz="3400" dirty="0">
                <a:latin typeface="Calibri"/>
                <a:ea typeface="ＭＳ Ｐゴシック" charset="0"/>
                <a:cs typeface="Calibri"/>
              </a:rPr>
            </a:br>
            <a:r>
              <a:rPr lang="en-US" sz="3400" dirty="0">
                <a:latin typeface="Calibri"/>
                <a:ea typeface="ＭＳ Ｐゴシック" charset="0"/>
                <a:cs typeface="Calibri"/>
              </a:rPr>
              <a:t>Depicting the situation (Witness said blue)</a:t>
            </a:r>
          </a:p>
        </p:txBody>
      </p:sp>
      <p:sp>
        <p:nvSpPr>
          <p:cNvPr id="18435" name="Rectangle 4"/>
          <p:cNvSpPr>
            <a:spLocks noChangeArrowheads="1"/>
          </p:cNvSpPr>
          <p:nvPr/>
        </p:nvSpPr>
        <p:spPr bwMode="auto">
          <a:xfrm>
            <a:off x="596462" y="1871212"/>
            <a:ext cx="5791200" cy="4343400"/>
          </a:xfrm>
          <a:prstGeom prst="rect">
            <a:avLst/>
          </a:prstGeom>
          <a:solidFill>
            <a:srgbClr val="008000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2600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6387662" y="1871212"/>
            <a:ext cx="1905000" cy="434340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2600"/>
          </a:p>
        </p:txBody>
      </p:sp>
      <p:sp>
        <p:nvSpPr>
          <p:cNvPr id="18437" name="TextBox 6"/>
          <p:cNvSpPr txBox="1">
            <a:spLocks noChangeArrowheads="1"/>
          </p:cNvSpPr>
          <p:nvPr/>
        </p:nvSpPr>
        <p:spPr bwMode="auto">
          <a:xfrm>
            <a:off x="1739462" y="3242812"/>
            <a:ext cx="26416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2600"/>
              <a:t>Green cabs = 85%</a:t>
            </a:r>
          </a:p>
        </p:txBody>
      </p:sp>
      <p:sp>
        <p:nvSpPr>
          <p:cNvPr id="18438" name="TextBox 7"/>
          <p:cNvSpPr txBox="1">
            <a:spLocks noChangeArrowheads="1"/>
          </p:cNvSpPr>
          <p:nvPr/>
        </p:nvSpPr>
        <p:spPr bwMode="auto">
          <a:xfrm>
            <a:off x="6616262" y="3166612"/>
            <a:ext cx="1519238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2600"/>
              <a:t>Blue cabs = 15%</a:t>
            </a:r>
          </a:p>
        </p:txBody>
      </p:sp>
      <p:cxnSp>
        <p:nvCxnSpPr>
          <p:cNvPr id="18439" name="Straight Connector 10"/>
          <p:cNvCxnSpPr>
            <a:cxnSpLocks noChangeShapeType="1"/>
          </p:cNvCxnSpPr>
          <p:nvPr/>
        </p:nvCxnSpPr>
        <p:spPr bwMode="auto">
          <a:xfrm>
            <a:off x="596462" y="5224012"/>
            <a:ext cx="7696200" cy="762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8440" name="Straight Connector 12"/>
          <p:cNvCxnSpPr>
            <a:cxnSpLocks noChangeShapeType="1"/>
          </p:cNvCxnSpPr>
          <p:nvPr/>
        </p:nvCxnSpPr>
        <p:spPr bwMode="auto">
          <a:xfrm rot="16200000" flipH="1">
            <a:off x="596462" y="5224012"/>
            <a:ext cx="990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8441" name="Straight Connector 16"/>
          <p:cNvCxnSpPr>
            <a:cxnSpLocks noChangeShapeType="1"/>
          </p:cNvCxnSpPr>
          <p:nvPr/>
        </p:nvCxnSpPr>
        <p:spPr bwMode="auto">
          <a:xfrm rot="16200000" flipH="1">
            <a:off x="1968062" y="5224012"/>
            <a:ext cx="990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8442" name="Straight Connector 17"/>
          <p:cNvCxnSpPr>
            <a:cxnSpLocks noChangeShapeType="1"/>
          </p:cNvCxnSpPr>
          <p:nvPr/>
        </p:nvCxnSpPr>
        <p:spPr bwMode="auto">
          <a:xfrm rot="16200000" flipH="1">
            <a:off x="3187262" y="5224012"/>
            <a:ext cx="990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8443" name="Straight Connector 18"/>
          <p:cNvCxnSpPr>
            <a:cxnSpLocks noChangeShapeType="1"/>
          </p:cNvCxnSpPr>
          <p:nvPr/>
        </p:nvCxnSpPr>
        <p:spPr bwMode="auto">
          <a:xfrm rot="16200000" flipH="1">
            <a:off x="4482662" y="5224012"/>
            <a:ext cx="990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8444" name="Straight Connector 19"/>
          <p:cNvCxnSpPr>
            <a:cxnSpLocks noChangeShapeType="1"/>
          </p:cNvCxnSpPr>
          <p:nvPr/>
        </p:nvCxnSpPr>
        <p:spPr bwMode="auto">
          <a:xfrm rot="16200000" flipH="1">
            <a:off x="6006662" y="5300212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8445" name="Straight Connector 20"/>
          <p:cNvCxnSpPr>
            <a:cxnSpLocks noChangeShapeType="1"/>
          </p:cNvCxnSpPr>
          <p:nvPr/>
        </p:nvCxnSpPr>
        <p:spPr bwMode="auto">
          <a:xfrm rot="16200000" flipH="1">
            <a:off x="7302062" y="5300212"/>
            <a:ext cx="914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8446" name="TextBox 22"/>
          <p:cNvSpPr txBox="1">
            <a:spLocks noChangeArrowheads="1"/>
          </p:cNvSpPr>
          <p:nvPr/>
        </p:nvSpPr>
        <p:spPr bwMode="auto">
          <a:xfrm>
            <a:off x="596462" y="4690612"/>
            <a:ext cx="32210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2600"/>
              <a:t>Witness correct = 80%</a:t>
            </a:r>
          </a:p>
        </p:txBody>
      </p:sp>
      <p:sp>
        <p:nvSpPr>
          <p:cNvPr id="18447" name="TextBox 23"/>
          <p:cNvSpPr txBox="1">
            <a:spLocks noChangeArrowheads="1"/>
          </p:cNvSpPr>
          <p:nvPr/>
        </p:nvSpPr>
        <p:spPr bwMode="auto">
          <a:xfrm>
            <a:off x="748862" y="5376412"/>
            <a:ext cx="34798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2600"/>
              <a:t>Witness incorrect = 20%</a:t>
            </a:r>
          </a:p>
        </p:txBody>
      </p:sp>
      <p:sp>
        <p:nvSpPr>
          <p:cNvPr id="2" name="Rectangle 1"/>
          <p:cNvSpPr/>
          <p:nvPr/>
        </p:nvSpPr>
        <p:spPr>
          <a:xfrm>
            <a:off x="6286872" y="1715341"/>
            <a:ext cx="2057400" cy="3701383"/>
          </a:xfrm>
          <a:prstGeom prst="rect">
            <a:avLst/>
          </a:prstGeom>
          <a:solidFill>
            <a:srgbClr val="FFFF00">
              <a:alpha val="52000"/>
            </a:srgbClr>
          </a:solidFill>
          <a:ln w="19050" cmpd="sng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Witness is 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4886" y="1225745"/>
            <a:ext cx="7029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Answer is area of yellow relative to area of red.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47438" y="5128610"/>
            <a:ext cx="5860382" cy="1222558"/>
            <a:chOff x="789176" y="5475451"/>
            <a:chExt cx="5860382" cy="1222558"/>
          </a:xfrm>
        </p:grpSpPr>
        <p:sp>
          <p:nvSpPr>
            <p:cNvPr id="17" name="Rectangle 16"/>
            <p:cNvSpPr/>
            <p:nvPr/>
          </p:nvSpPr>
          <p:spPr>
            <a:xfrm rot="16200000">
              <a:off x="3108088" y="3156539"/>
              <a:ext cx="1222558" cy="5860382"/>
            </a:xfrm>
            <a:prstGeom prst="rect">
              <a:avLst/>
            </a:prstGeom>
            <a:solidFill>
              <a:srgbClr val="FF0000">
                <a:alpha val="34000"/>
              </a:srgbClr>
            </a:solidFill>
            <a:ln w="19050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704242" y="5642629"/>
              <a:ext cx="180421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Witness is wrong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339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0" y="161840"/>
            <a:ext cx="9144000" cy="81367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>
                <a:latin typeface="Calibri"/>
                <a:ea typeface="ＭＳ Ｐゴシック" charset="0"/>
                <a:cs typeface="Calibri"/>
              </a:rPr>
              <a:t>Getting the correct answer: Another depiction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68" y="1418939"/>
            <a:ext cx="231677" cy="48459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82" y="1418939"/>
            <a:ext cx="231677" cy="484591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96" y="1418939"/>
            <a:ext cx="231677" cy="484591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810" y="1418939"/>
            <a:ext cx="231677" cy="484591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824" y="1418939"/>
            <a:ext cx="231677" cy="4845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38227" y="905697"/>
            <a:ext cx="4945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85 </a:t>
            </a:r>
            <a:r>
              <a:rPr lang="en-US" sz="2400"/>
              <a:t>of 100 Green</a:t>
            </a:r>
            <a:endParaRPr lang="en-US" sz="2400" dirty="0"/>
          </a:p>
        </p:txBody>
      </p:sp>
      <p:sp>
        <p:nvSpPr>
          <p:cNvPr id="48" name="TextBox 47"/>
          <p:cNvSpPr txBox="1"/>
          <p:nvPr/>
        </p:nvSpPr>
        <p:spPr>
          <a:xfrm>
            <a:off x="4482428" y="5102634"/>
            <a:ext cx="1978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15 </a:t>
            </a:r>
            <a:r>
              <a:rPr lang="en-US" sz="2400"/>
              <a:t>of 100 Blue</a:t>
            </a:r>
            <a:endParaRPr lang="en-US" sz="2400" dirty="0"/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772" y="1404948"/>
            <a:ext cx="231677" cy="484591"/>
          </a:xfrm>
          <a:prstGeom prst="rect">
            <a:avLst/>
          </a:prstGeom>
        </p:spPr>
      </p:pic>
      <p:pic>
        <p:nvPicPr>
          <p:cNvPr id="75" name="Picture 7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800" y="1404948"/>
            <a:ext cx="231677" cy="484591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828" y="1404948"/>
            <a:ext cx="231677" cy="484591"/>
          </a:xfrm>
          <a:prstGeom prst="rect">
            <a:avLst/>
          </a:prstGeom>
        </p:spPr>
      </p:pic>
      <p:pic>
        <p:nvPicPr>
          <p:cNvPr id="99" name="Picture 9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786" y="1418939"/>
            <a:ext cx="231677" cy="484591"/>
          </a:xfrm>
          <a:prstGeom prst="rect">
            <a:avLst/>
          </a:prstGeom>
        </p:spPr>
      </p:pic>
      <p:pic>
        <p:nvPicPr>
          <p:cNvPr id="100" name="Picture 9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14" y="1418939"/>
            <a:ext cx="231677" cy="484591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790" y="1404948"/>
            <a:ext cx="231677" cy="484591"/>
          </a:xfrm>
          <a:prstGeom prst="rect">
            <a:avLst/>
          </a:prstGeom>
        </p:spPr>
      </p:pic>
      <p:pic>
        <p:nvPicPr>
          <p:cNvPr id="78" name="Picture 7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818" y="1404948"/>
            <a:ext cx="231677" cy="484591"/>
          </a:xfrm>
          <a:prstGeom prst="rect">
            <a:avLst/>
          </a:prstGeom>
        </p:spPr>
      </p:pic>
      <p:pic>
        <p:nvPicPr>
          <p:cNvPr id="101" name="Picture 10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776" y="1418939"/>
            <a:ext cx="231677" cy="484591"/>
          </a:xfrm>
          <a:prstGeom prst="rect">
            <a:avLst/>
          </a:prstGeom>
        </p:spPr>
      </p:pic>
      <p:pic>
        <p:nvPicPr>
          <p:cNvPr id="102" name="Picture 10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804" y="1418939"/>
            <a:ext cx="231677" cy="484591"/>
          </a:xfrm>
          <a:prstGeom prst="rect">
            <a:avLst/>
          </a:prstGeom>
        </p:spPr>
      </p:pic>
      <p:pic>
        <p:nvPicPr>
          <p:cNvPr id="103" name="Picture 10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831" y="1418939"/>
            <a:ext cx="231677" cy="484591"/>
          </a:xfrm>
          <a:prstGeom prst="rect">
            <a:avLst/>
          </a:prstGeom>
        </p:spPr>
      </p:pic>
      <p:pic>
        <p:nvPicPr>
          <p:cNvPr id="124" name="Picture 1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794" y="1404948"/>
            <a:ext cx="231677" cy="484591"/>
          </a:xfrm>
          <a:prstGeom prst="rect">
            <a:avLst/>
          </a:prstGeom>
        </p:spPr>
      </p:pic>
      <p:pic>
        <p:nvPicPr>
          <p:cNvPr id="125" name="Picture 1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822" y="1404948"/>
            <a:ext cx="231677" cy="484591"/>
          </a:xfrm>
          <a:prstGeom prst="rect">
            <a:avLst/>
          </a:prstGeom>
        </p:spPr>
      </p:pic>
      <p:pic>
        <p:nvPicPr>
          <p:cNvPr id="126" name="Picture 1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780" y="1418939"/>
            <a:ext cx="231677" cy="484591"/>
          </a:xfrm>
          <a:prstGeom prst="rect">
            <a:avLst/>
          </a:prstGeom>
        </p:spPr>
      </p:pic>
      <p:pic>
        <p:nvPicPr>
          <p:cNvPr id="127" name="Picture 1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808" y="1418939"/>
            <a:ext cx="231677" cy="484591"/>
          </a:xfrm>
          <a:prstGeom prst="rect">
            <a:avLst/>
          </a:prstGeom>
        </p:spPr>
      </p:pic>
      <p:pic>
        <p:nvPicPr>
          <p:cNvPr id="128" name="Picture 1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835" y="1418939"/>
            <a:ext cx="231677" cy="484591"/>
          </a:xfrm>
          <a:prstGeom prst="rect">
            <a:avLst/>
          </a:prstGeom>
        </p:spPr>
      </p:pic>
      <p:pic>
        <p:nvPicPr>
          <p:cNvPr id="183" name="Picture 18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68" y="2199475"/>
            <a:ext cx="231677" cy="484591"/>
          </a:xfrm>
          <a:prstGeom prst="rect">
            <a:avLst/>
          </a:prstGeom>
        </p:spPr>
      </p:pic>
      <p:pic>
        <p:nvPicPr>
          <p:cNvPr id="184" name="Picture 18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82" y="2199475"/>
            <a:ext cx="231677" cy="484591"/>
          </a:xfrm>
          <a:prstGeom prst="rect">
            <a:avLst/>
          </a:prstGeom>
        </p:spPr>
      </p:pic>
      <p:pic>
        <p:nvPicPr>
          <p:cNvPr id="185" name="Picture 18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96" y="2199475"/>
            <a:ext cx="231677" cy="484591"/>
          </a:xfrm>
          <a:prstGeom prst="rect">
            <a:avLst/>
          </a:prstGeom>
        </p:spPr>
      </p:pic>
      <p:pic>
        <p:nvPicPr>
          <p:cNvPr id="186" name="Picture 18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810" y="2199475"/>
            <a:ext cx="231677" cy="484591"/>
          </a:xfrm>
          <a:prstGeom prst="rect">
            <a:avLst/>
          </a:prstGeom>
        </p:spPr>
      </p:pic>
      <p:pic>
        <p:nvPicPr>
          <p:cNvPr id="187" name="Picture 18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824" y="2199475"/>
            <a:ext cx="231677" cy="484591"/>
          </a:xfrm>
          <a:prstGeom prst="rect">
            <a:avLst/>
          </a:prstGeom>
        </p:spPr>
      </p:pic>
      <p:pic>
        <p:nvPicPr>
          <p:cNvPr id="189" name="Picture 18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772" y="2185484"/>
            <a:ext cx="231677" cy="484591"/>
          </a:xfrm>
          <a:prstGeom prst="rect">
            <a:avLst/>
          </a:prstGeom>
        </p:spPr>
      </p:pic>
      <p:pic>
        <p:nvPicPr>
          <p:cNvPr id="190" name="Picture 18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800" y="2185484"/>
            <a:ext cx="231677" cy="484591"/>
          </a:xfrm>
          <a:prstGeom prst="rect">
            <a:avLst/>
          </a:prstGeom>
        </p:spPr>
      </p:pic>
      <p:pic>
        <p:nvPicPr>
          <p:cNvPr id="191" name="Picture 19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828" y="2185484"/>
            <a:ext cx="231677" cy="484591"/>
          </a:xfrm>
          <a:prstGeom prst="rect">
            <a:avLst/>
          </a:prstGeom>
        </p:spPr>
      </p:pic>
      <p:pic>
        <p:nvPicPr>
          <p:cNvPr id="192" name="Picture 19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786" y="2199475"/>
            <a:ext cx="231677" cy="484591"/>
          </a:xfrm>
          <a:prstGeom prst="rect">
            <a:avLst/>
          </a:prstGeom>
        </p:spPr>
      </p:pic>
      <p:pic>
        <p:nvPicPr>
          <p:cNvPr id="193" name="Picture 19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14" y="2199475"/>
            <a:ext cx="231677" cy="484591"/>
          </a:xfrm>
          <a:prstGeom prst="rect">
            <a:avLst/>
          </a:prstGeom>
        </p:spPr>
      </p:pic>
      <p:pic>
        <p:nvPicPr>
          <p:cNvPr id="195" name="Picture 19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790" y="2185484"/>
            <a:ext cx="231677" cy="484591"/>
          </a:xfrm>
          <a:prstGeom prst="rect">
            <a:avLst/>
          </a:prstGeom>
        </p:spPr>
      </p:pic>
      <p:pic>
        <p:nvPicPr>
          <p:cNvPr id="196" name="Picture 19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818" y="2185484"/>
            <a:ext cx="231677" cy="484591"/>
          </a:xfrm>
          <a:prstGeom prst="rect">
            <a:avLst/>
          </a:prstGeom>
        </p:spPr>
      </p:pic>
      <p:pic>
        <p:nvPicPr>
          <p:cNvPr id="197" name="Picture 19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776" y="2199475"/>
            <a:ext cx="231677" cy="484591"/>
          </a:xfrm>
          <a:prstGeom prst="rect">
            <a:avLst/>
          </a:prstGeom>
        </p:spPr>
      </p:pic>
      <p:pic>
        <p:nvPicPr>
          <p:cNvPr id="198" name="Picture 19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804" y="2199475"/>
            <a:ext cx="231677" cy="484591"/>
          </a:xfrm>
          <a:prstGeom prst="rect">
            <a:avLst/>
          </a:prstGeom>
        </p:spPr>
      </p:pic>
      <p:pic>
        <p:nvPicPr>
          <p:cNvPr id="199" name="Picture 19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831" y="2199475"/>
            <a:ext cx="231677" cy="484591"/>
          </a:xfrm>
          <a:prstGeom prst="rect">
            <a:avLst/>
          </a:prstGeom>
        </p:spPr>
      </p:pic>
      <p:pic>
        <p:nvPicPr>
          <p:cNvPr id="201" name="Picture 20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794" y="2185484"/>
            <a:ext cx="231677" cy="484591"/>
          </a:xfrm>
          <a:prstGeom prst="rect">
            <a:avLst/>
          </a:prstGeom>
        </p:spPr>
      </p:pic>
      <p:pic>
        <p:nvPicPr>
          <p:cNvPr id="202" name="Picture 20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822" y="2185484"/>
            <a:ext cx="231677" cy="484591"/>
          </a:xfrm>
          <a:prstGeom prst="rect">
            <a:avLst/>
          </a:prstGeom>
        </p:spPr>
      </p:pic>
      <p:pic>
        <p:nvPicPr>
          <p:cNvPr id="203" name="Picture 20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780" y="2199475"/>
            <a:ext cx="231677" cy="484591"/>
          </a:xfrm>
          <a:prstGeom prst="rect">
            <a:avLst/>
          </a:prstGeom>
        </p:spPr>
      </p:pic>
      <p:pic>
        <p:nvPicPr>
          <p:cNvPr id="204" name="Picture 20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808" y="2199475"/>
            <a:ext cx="231677" cy="484591"/>
          </a:xfrm>
          <a:prstGeom prst="rect">
            <a:avLst/>
          </a:prstGeom>
        </p:spPr>
      </p:pic>
      <p:pic>
        <p:nvPicPr>
          <p:cNvPr id="205" name="Picture 20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835" y="2199475"/>
            <a:ext cx="231677" cy="484591"/>
          </a:xfrm>
          <a:prstGeom prst="rect">
            <a:avLst/>
          </a:prstGeom>
        </p:spPr>
      </p:pic>
      <p:pic>
        <p:nvPicPr>
          <p:cNvPr id="207" name="Picture 20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27" y="2980011"/>
            <a:ext cx="231677" cy="484591"/>
          </a:xfrm>
          <a:prstGeom prst="rect">
            <a:avLst/>
          </a:prstGeom>
        </p:spPr>
      </p:pic>
      <p:pic>
        <p:nvPicPr>
          <p:cNvPr id="208" name="Picture 20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41" y="2980011"/>
            <a:ext cx="231677" cy="484591"/>
          </a:xfrm>
          <a:prstGeom prst="rect">
            <a:avLst/>
          </a:prstGeom>
        </p:spPr>
      </p:pic>
      <p:pic>
        <p:nvPicPr>
          <p:cNvPr id="209" name="Picture 20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555" y="2980011"/>
            <a:ext cx="231677" cy="484591"/>
          </a:xfrm>
          <a:prstGeom prst="rect">
            <a:avLst/>
          </a:prstGeom>
        </p:spPr>
      </p:pic>
      <p:pic>
        <p:nvPicPr>
          <p:cNvPr id="210" name="Picture 20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569" y="2980011"/>
            <a:ext cx="231677" cy="484591"/>
          </a:xfrm>
          <a:prstGeom prst="rect">
            <a:avLst/>
          </a:prstGeom>
        </p:spPr>
      </p:pic>
      <p:pic>
        <p:nvPicPr>
          <p:cNvPr id="211" name="Picture 2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583" y="2980011"/>
            <a:ext cx="231677" cy="484591"/>
          </a:xfrm>
          <a:prstGeom prst="rect">
            <a:avLst/>
          </a:prstGeom>
        </p:spPr>
      </p:pic>
      <p:pic>
        <p:nvPicPr>
          <p:cNvPr id="213" name="Picture 2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531" y="2966020"/>
            <a:ext cx="231677" cy="484591"/>
          </a:xfrm>
          <a:prstGeom prst="rect">
            <a:avLst/>
          </a:prstGeom>
        </p:spPr>
      </p:pic>
      <p:pic>
        <p:nvPicPr>
          <p:cNvPr id="214" name="Picture 2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559" y="2966020"/>
            <a:ext cx="231677" cy="484591"/>
          </a:xfrm>
          <a:prstGeom prst="rect">
            <a:avLst/>
          </a:prstGeom>
        </p:spPr>
      </p:pic>
      <p:pic>
        <p:nvPicPr>
          <p:cNvPr id="215" name="Picture 2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587" y="2966020"/>
            <a:ext cx="231677" cy="484591"/>
          </a:xfrm>
          <a:prstGeom prst="rect">
            <a:avLst/>
          </a:prstGeom>
        </p:spPr>
      </p:pic>
      <p:pic>
        <p:nvPicPr>
          <p:cNvPr id="216" name="Picture 2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545" y="2980011"/>
            <a:ext cx="231677" cy="484591"/>
          </a:xfrm>
          <a:prstGeom prst="rect">
            <a:avLst/>
          </a:prstGeom>
        </p:spPr>
      </p:pic>
      <p:pic>
        <p:nvPicPr>
          <p:cNvPr id="217" name="Picture 2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573" y="2980011"/>
            <a:ext cx="231677" cy="484591"/>
          </a:xfrm>
          <a:prstGeom prst="rect">
            <a:avLst/>
          </a:prstGeom>
        </p:spPr>
      </p:pic>
      <p:pic>
        <p:nvPicPr>
          <p:cNvPr id="219" name="Picture 2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549" y="2966020"/>
            <a:ext cx="231677" cy="484591"/>
          </a:xfrm>
          <a:prstGeom prst="rect">
            <a:avLst/>
          </a:prstGeom>
        </p:spPr>
      </p:pic>
      <p:pic>
        <p:nvPicPr>
          <p:cNvPr id="220" name="Picture 2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577" y="2966020"/>
            <a:ext cx="231677" cy="484591"/>
          </a:xfrm>
          <a:prstGeom prst="rect">
            <a:avLst/>
          </a:prstGeom>
        </p:spPr>
      </p:pic>
      <p:pic>
        <p:nvPicPr>
          <p:cNvPr id="221" name="Picture 2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535" y="2980011"/>
            <a:ext cx="231677" cy="484591"/>
          </a:xfrm>
          <a:prstGeom prst="rect">
            <a:avLst/>
          </a:prstGeom>
        </p:spPr>
      </p:pic>
      <p:pic>
        <p:nvPicPr>
          <p:cNvPr id="222" name="Picture 2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563" y="2980011"/>
            <a:ext cx="231677" cy="484591"/>
          </a:xfrm>
          <a:prstGeom prst="rect">
            <a:avLst/>
          </a:prstGeom>
        </p:spPr>
      </p:pic>
      <p:pic>
        <p:nvPicPr>
          <p:cNvPr id="223" name="Picture 2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590" y="2980011"/>
            <a:ext cx="231677" cy="484591"/>
          </a:xfrm>
          <a:prstGeom prst="rect">
            <a:avLst/>
          </a:prstGeom>
        </p:spPr>
      </p:pic>
      <p:pic>
        <p:nvPicPr>
          <p:cNvPr id="225" name="Picture 2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553" y="2966020"/>
            <a:ext cx="231677" cy="484591"/>
          </a:xfrm>
          <a:prstGeom prst="rect">
            <a:avLst/>
          </a:prstGeom>
        </p:spPr>
      </p:pic>
      <p:pic>
        <p:nvPicPr>
          <p:cNvPr id="226" name="Picture 2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581" y="2966020"/>
            <a:ext cx="231677" cy="484591"/>
          </a:xfrm>
          <a:prstGeom prst="rect">
            <a:avLst/>
          </a:prstGeom>
        </p:spPr>
      </p:pic>
      <p:pic>
        <p:nvPicPr>
          <p:cNvPr id="227" name="Picture 2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539" y="2980011"/>
            <a:ext cx="231677" cy="484591"/>
          </a:xfrm>
          <a:prstGeom prst="rect">
            <a:avLst/>
          </a:prstGeom>
        </p:spPr>
      </p:pic>
      <p:pic>
        <p:nvPicPr>
          <p:cNvPr id="228" name="Picture 2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0567" y="2980011"/>
            <a:ext cx="231677" cy="484591"/>
          </a:xfrm>
          <a:prstGeom prst="rect">
            <a:avLst/>
          </a:prstGeom>
        </p:spPr>
      </p:pic>
      <p:pic>
        <p:nvPicPr>
          <p:cNvPr id="229" name="Picture 2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594" y="2980011"/>
            <a:ext cx="231677" cy="484591"/>
          </a:xfrm>
          <a:prstGeom prst="rect">
            <a:avLst/>
          </a:prstGeom>
        </p:spPr>
      </p:pic>
      <p:pic>
        <p:nvPicPr>
          <p:cNvPr id="231" name="Picture 2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68" y="3762304"/>
            <a:ext cx="231677" cy="484591"/>
          </a:xfrm>
          <a:prstGeom prst="rect">
            <a:avLst/>
          </a:prstGeom>
        </p:spPr>
      </p:pic>
      <p:pic>
        <p:nvPicPr>
          <p:cNvPr id="232" name="Picture 2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82" y="3762304"/>
            <a:ext cx="231677" cy="484591"/>
          </a:xfrm>
          <a:prstGeom prst="rect">
            <a:avLst/>
          </a:prstGeom>
        </p:spPr>
      </p:pic>
      <p:pic>
        <p:nvPicPr>
          <p:cNvPr id="233" name="Picture 2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96" y="3762304"/>
            <a:ext cx="231677" cy="484591"/>
          </a:xfrm>
          <a:prstGeom prst="rect">
            <a:avLst/>
          </a:prstGeom>
        </p:spPr>
      </p:pic>
      <p:pic>
        <p:nvPicPr>
          <p:cNvPr id="234" name="Picture 23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810" y="3762304"/>
            <a:ext cx="231677" cy="484591"/>
          </a:xfrm>
          <a:prstGeom prst="rect">
            <a:avLst/>
          </a:prstGeom>
        </p:spPr>
      </p:pic>
      <p:pic>
        <p:nvPicPr>
          <p:cNvPr id="235" name="Picture 2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824" y="3762304"/>
            <a:ext cx="231677" cy="484591"/>
          </a:xfrm>
          <a:prstGeom prst="rect">
            <a:avLst/>
          </a:prstGeom>
        </p:spPr>
      </p:pic>
      <p:pic>
        <p:nvPicPr>
          <p:cNvPr id="237" name="Picture 23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772" y="3748313"/>
            <a:ext cx="231677" cy="484591"/>
          </a:xfrm>
          <a:prstGeom prst="rect">
            <a:avLst/>
          </a:prstGeom>
        </p:spPr>
      </p:pic>
      <p:pic>
        <p:nvPicPr>
          <p:cNvPr id="238" name="Picture 23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800" y="3748313"/>
            <a:ext cx="231677" cy="484591"/>
          </a:xfrm>
          <a:prstGeom prst="rect">
            <a:avLst/>
          </a:prstGeom>
        </p:spPr>
      </p:pic>
      <p:pic>
        <p:nvPicPr>
          <p:cNvPr id="239" name="Picture 23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828" y="3748313"/>
            <a:ext cx="231677" cy="484591"/>
          </a:xfrm>
          <a:prstGeom prst="rect">
            <a:avLst/>
          </a:prstGeom>
        </p:spPr>
      </p:pic>
      <p:pic>
        <p:nvPicPr>
          <p:cNvPr id="240" name="Picture 23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786" y="3762304"/>
            <a:ext cx="231677" cy="484591"/>
          </a:xfrm>
          <a:prstGeom prst="rect">
            <a:avLst/>
          </a:prstGeom>
        </p:spPr>
      </p:pic>
      <p:pic>
        <p:nvPicPr>
          <p:cNvPr id="241" name="Picture 24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14" y="3762304"/>
            <a:ext cx="231677" cy="484591"/>
          </a:xfrm>
          <a:prstGeom prst="rect">
            <a:avLst/>
          </a:prstGeom>
        </p:spPr>
      </p:pic>
      <p:pic>
        <p:nvPicPr>
          <p:cNvPr id="243" name="Picture 24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790" y="3748313"/>
            <a:ext cx="231677" cy="484591"/>
          </a:xfrm>
          <a:prstGeom prst="rect">
            <a:avLst/>
          </a:prstGeom>
        </p:spPr>
      </p:pic>
      <p:pic>
        <p:nvPicPr>
          <p:cNvPr id="244" name="Picture 24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818" y="3748313"/>
            <a:ext cx="231677" cy="484591"/>
          </a:xfrm>
          <a:prstGeom prst="rect">
            <a:avLst/>
          </a:prstGeom>
        </p:spPr>
      </p:pic>
      <p:pic>
        <p:nvPicPr>
          <p:cNvPr id="245" name="Picture 24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776" y="3762304"/>
            <a:ext cx="231677" cy="484591"/>
          </a:xfrm>
          <a:prstGeom prst="rect">
            <a:avLst/>
          </a:prstGeom>
        </p:spPr>
      </p:pic>
      <p:pic>
        <p:nvPicPr>
          <p:cNvPr id="246" name="Picture 24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804" y="3762304"/>
            <a:ext cx="231677" cy="484591"/>
          </a:xfrm>
          <a:prstGeom prst="rect">
            <a:avLst/>
          </a:prstGeom>
        </p:spPr>
      </p:pic>
      <p:pic>
        <p:nvPicPr>
          <p:cNvPr id="247" name="Picture 24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831" y="3762304"/>
            <a:ext cx="231677" cy="484591"/>
          </a:xfrm>
          <a:prstGeom prst="rect">
            <a:avLst/>
          </a:prstGeom>
        </p:spPr>
      </p:pic>
      <p:pic>
        <p:nvPicPr>
          <p:cNvPr id="249" name="Picture 24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794" y="3748313"/>
            <a:ext cx="231677" cy="484591"/>
          </a:xfrm>
          <a:prstGeom prst="rect">
            <a:avLst/>
          </a:prstGeom>
        </p:spPr>
      </p:pic>
      <p:pic>
        <p:nvPicPr>
          <p:cNvPr id="250" name="Picture 24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822" y="3748313"/>
            <a:ext cx="231677" cy="484591"/>
          </a:xfrm>
          <a:prstGeom prst="rect">
            <a:avLst/>
          </a:prstGeom>
        </p:spPr>
      </p:pic>
      <p:pic>
        <p:nvPicPr>
          <p:cNvPr id="251" name="Picture 25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780" y="3762304"/>
            <a:ext cx="231677" cy="484591"/>
          </a:xfrm>
          <a:prstGeom prst="rect">
            <a:avLst/>
          </a:prstGeom>
        </p:spPr>
      </p:pic>
      <p:pic>
        <p:nvPicPr>
          <p:cNvPr id="252" name="Picture 2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808" y="3762304"/>
            <a:ext cx="231677" cy="484591"/>
          </a:xfrm>
          <a:prstGeom prst="rect">
            <a:avLst/>
          </a:prstGeom>
        </p:spPr>
      </p:pic>
      <p:pic>
        <p:nvPicPr>
          <p:cNvPr id="253" name="Picture 25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835" y="3762304"/>
            <a:ext cx="231677" cy="484591"/>
          </a:xfrm>
          <a:prstGeom prst="rect">
            <a:avLst/>
          </a:prstGeom>
        </p:spPr>
      </p:pic>
      <p:pic>
        <p:nvPicPr>
          <p:cNvPr id="255" name="Picture 25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90" y="4541083"/>
            <a:ext cx="231677" cy="484591"/>
          </a:xfrm>
          <a:prstGeom prst="rect">
            <a:avLst/>
          </a:prstGeom>
        </p:spPr>
      </p:pic>
      <p:pic>
        <p:nvPicPr>
          <p:cNvPr id="256" name="Picture 25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04" y="4541083"/>
            <a:ext cx="231677" cy="484591"/>
          </a:xfrm>
          <a:prstGeom prst="rect">
            <a:avLst/>
          </a:prstGeom>
        </p:spPr>
      </p:pic>
      <p:pic>
        <p:nvPicPr>
          <p:cNvPr id="257" name="Picture 25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618" y="4541083"/>
            <a:ext cx="231677" cy="484591"/>
          </a:xfrm>
          <a:prstGeom prst="rect">
            <a:avLst/>
          </a:prstGeom>
        </p:spPr>
      </p:pic>
      <p:pic>
        <p:nvPicPr>
          <p:cNvPr id="258" name="Picture 25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632" y="4541083"/>
            <a:ext cx="231677" cy="484591"/>
          </a:xfrm>
          <a:prstGeom prst="rect">
            <a:avLst/>
          </a:prstGeom>
        </p:spPr>
      </p:pic>
      <p:pic>
        <p:nvPicPr>
          <p:cNvPr id="259" name="Picture 25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646" y="4541083"/>
            <a:ext cx="231677" cy="48459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772" y="4541083"/>
            <a:ext cx="231677" cy="484977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786" y="4540697"/>
            <a:ext cx="231677" cy="484977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800" y="4540697"/>
            <a:ext cx="231677" cy="484977"/>
          </a:xfrm>
          <a:prstGeom prst="rect">
            <a:avLst/>
          </a:prstGeom>
        </p:spPr>
      </p:pic>
      <p:pic>
        <p:nvPicPr>
          <p:cNvPr id="260" name="Picture 25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14" y="4540697"/>
            <a:ext cx="231677" cy="484977"/>
          </a:xfrm>
          <a:prstGeom prst="rect">
            <a:avLst/>
          </a:prstGeom>
        </p:spPr>
      </p:pic>
      <p:pic>
        <p:nvPicPr>
          <p:cNvPr id="261" name="Picture 26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828" y="4540697"/>
            <a:ext cx="231677" cy="484977"/>
          </a:xfrm>
          <a:prstGeom prst="rect">
            <a:avLst/>
          </a:prstGeom>
        </p:spPr>
      </p:pic>
      <p:pic>
        <p:nvPicPr>
          <p:cNvPr id="264" name="Picture 26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776" y="4541083"/>
            <a:ext cx="231677" cy="484977"/>
          </a:xfrm>
          <a:prstGeom prst="rect">
            <a:avLst/>
          </a:prstGeom>
        </p:spPr>
      </p:pic>
      <p:pic>
        <p:nvPicPr>
          <p:cNvPr id="265" name="Picture 26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790" y="4540697"/>
            <a:ext cx="231677" cy="484977"/>
          </a:xfrm>
          <a:prstGeom prst="rect">
            <a:avLst/>
          </a:prstGeom>
        </p:spPr>
      </p:pic>
      <p:pic>
        <p:nvPicPr>
          <p:cNvPr id="266" name="Picture 26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804" y="4540697"/>
            <a:ext cx="231677" cy="484977"/>
          </a:xfrm>
          <a:prstGeom prst="rect">
            <a:avLst/>
          </a:prstGeom>
        </p:spPr>
      </p:pic>
      <p:pic>
        <p:nvPicPr>
          <p:cNvPr id="267" name="Picture 26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818" y="4540697"/>
            <a:ext cx="231677" cy="484977"/>
          </a:xfrm>
          <a:prstGeom prst="rect">
            <a:avLst/>
          </a:prstGeom>
        </p:spPr>
      </p:pic>
      <p:pic>
        <p:nvPicPr>
          <p:cNvPr id="268" name="Picture 26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832" y="4540697"/>
            <a:ext cx="231677" cy="484977"/>
          </a:xfrm>
          <a:prstGeom prst="rect">
            <a:avLst/>
          </a:prstGeom>
        </p:spPr>
      </p:pic>
      <p:pic>
        <p:nvPicPr>
          <p:cNvPr id="270" name="Picture 26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779" y="4545902"/>
            <a:ext cx="231677" cy="484977"/>
          </a:xfrm>
          <a:prstGeom prst="rect">
            <a:avLst/>
          </a:prstGeom>
        </p:spPr>
      </p:pic>
      <p:pic>
        <p:nvPicPr>
          <p:cNvPr id="271" name="Picture 27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793" y="4545516"/>
            <a:ext cx="231677" cy="484977"/>
          </a:xfrm>
          <a:prstGeom prst="rect">
            <a:avLst/>
          </a:prstGeom>
        </p:spPr>
      </p:pic>
      <p:pic>
        <p:nvPicPr>
          <p:cNvPr id="272" name="Picture 27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807" y="4545516"/>
            <a:ext cx="231677" cy="484977"/>
          </a:xfrm>
          <a:prstGeom prst="rect">
            <a:avLst/>
          </a:prstGeom>
        </p:spPr>
      </p:pic>
      <p:pic>
        <p:nvPicPr>
          <p:cNvPr id="273" name="Picture 27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821" y="4545516"/>
            <a:ext cx="231677" cy="484977"/>
          </a:xfrm>
          <a:prstGeom prst="rect">
            <a:avLst/>
          </a:prstGeom>
        </p:spPr>
      </p:pic>
      <p:pic>
        <p:nvPicPr>
          <p:cNvPr id="274" name="Picture 27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835" y="4545516"/>
            <a:ext cx="231677" cy="484977"/>
          </a:xfrm>
          <a:prstGeom prst="rect">
            <a:avLst/>
          </a:prstGeom>
        </p:spPr>
      </p:pic>
      <p:sp>
        <p:nvSpPr>
          <p:cNvPr id="275" name="TextBox 274"/>
          <p:cNvSpPr txBox="1"/>
          <p:nvPr/>
        </p:nvSpPr>
        <p:spPr>
          <a:xfrm>
            <a:off x="2738948" y="5683599"/>
            <a:ext cx="3376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All the cabs in the city</a:t>
            </a:r>
            <a:endParaRPr lang="en-US" sz="2800" dirty="0"/>
          </a:p>
        </p:txBody>
      </p:sp>
      <p:sp>
        <p:nvSpPr>
          <p:cNvPr id="277" name="TextBox 276"/>
          <p:cNvSpPr txBox="1"/>
          <p:nvPr/>
        </p:nvSpPr>
        <p:spPr>
          <a:xfrm>
            <a:off x="6669394" y="5340043"/>
            <a:ext cx="2060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80% of 15 is 12</a:t>
            </a:r>
          </a:p>
        </p:txBody>
      </p:sp>
    </p:spTree>
    <p:extLst>
      <p:ext uri="{BB962C8B-B14F-4D97-AF65-F5344CB8AC3E}">
        <p14:creationId xmlns:p14="http://schemas.microsoft.com/office/powerpoint/2010/main" val="32021489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68" y="1545068"/>
            <a:ext cx="231677" cy="48459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82" y="1545068"/>
            <a:ext cx="231677" cy="484591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96" y="1545068"/>
            <a:ext cx="231677" cy="484591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810" y="1545068"/>
            <a:ext cx="231677" cy="484591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824" y="1545068"/>
            <a:ext cx="231677" cy="4845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38227" y="1031826"/>
            <a:ext cx="4945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85 </a:t>
            </a:r>
            <a:r>
              <a:rPr lang="en-US" sz="2400"/>
              <a:t>of 100 Green</a:t>
            </a:r>
            <a:endParaRPr lang="en-US" sz="2400" dirty="0"/>
          </a:p>
        </p:txBody>
      </p:sp>
      <p:sp>
        <p:nvSpPr>
          <p:cNvPr id="48" name="TextBox 47"/>
          <p:cNvSpPr txBox="1"/>
          <p:nvPr/>
        </p:nvSpPr>
        <p:spPr>
          <a:xfrm>
            <a:off x="4482428" y="5228763"/>
            <a:ext cx="1978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15 </a:t>
            </a:r>
            <a:r>
              <a:rPr lang="en-US" sz="2400"/>
              <a:t>of 100 Blue</a:t>
            </a:r>
            <a:endParaRPr lang="en-US" sz="2400" dirty="0"/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772" y="1531077"/>
            <a:ext cx="231677" cy="484591"/>
          </a:xfrm>
          <a:prstGeom prst="rect">
            <a:avLst/>
          </a:prstGeom>
        </p:spPr>
      </p:pic>
      <p:pic>
        <p:nvPicPr>
          <p:cNvPr id="75" name="Picture 7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800" y="1531077"/>
            <a:ext cx="231677" cy="484591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828" y="1531077"/>
            <a:ext cx="231677" cy="484591"/>
          </a:xfrm>
          <a:prstGeom prst="rect">
            <a:avLst/>
          </a:prstGeom>
        </p:spPr>
      </p:pic>
      <p:pic>
        <p:nvPicPr>
          <p:cNvPr id="99" name="Picture 9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786" y="1545068"/>
            <a:ext cx="231677" cy="484591"/>
          </a:xfrm>
          <a:prstGeom prst="rect">
            <a:avLst/>
          </a:prstGeom>
        </p:spPr>
      </p:pic>
      <p:pic>
        <p:nvPicPr>
          <p:cNvPr id="100" name="Picture 9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14" y="1545068"/>
            <a:ext cx="231677" cy="484591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790" y="1531077"/>
            <a:ext cx="231677" cy="484591"/>
          </a:xfrm>
          <a:prstGeom prst="rect">
            <a:avLst/>
          </a:prstGeom>
        </p:spPr>
      </p:pic>
      <p:pic>
        <p:nvPicPr>
          <p:cNvPr id="78" name="Picture 7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818" y="1531077"/>
            <a:ext cx="231677" cy="484591"/>
          </a:xfrm>
          <a:prstGeom prst="rect">
            <a:avLst/>
          </a:prstGeom>
        </p:spPr>
      </p:pic>
      <p:pic>
        <p:nvPicPr>
          <p:cNvPr id="101" name="Picture 10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776" y="1545068"/>
            <a:ext cx="231677" cy="484591"/>
          </a:xfrm>
          <a:prstGeom prst="rect">
            <a:avLst/>
          </a:prstGeom>
        </p:spPr>
      </p:pic>
      <p:pic>
        <p:nvPicPr>
          <p:cNvPr id="102" name="Picture 10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804" y="1545068"/>
            <a:ext cx="231677" cy="484591"/>
          </a:xfrm>
          <a:prstGeom prst="rect">
            <a:avLst/>
          </a:prstGeom>
        </p:spPr>
      </p:pic>
      <p:pic>
        <p:nvPicPr>
          <p:cNvPr id="103" name="Picture 10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831" y="1545068"/>
            <a:ext cx="231677" cy="484591"/>
          </a:xfrm>
          <a:prstGeom prst="rect">
            <a:avLst/>
          </a:prstGeom>
        </p:spPr>
      </p:pic>
      <p:pic>
        <p:nvPicPr>
          <p:cNvPr id="124" name="Picture 1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794" y="1531077"/>
            <a:ext cx="231677" cy="484591"/>
          </a:xfrm>
          <a:prstGeom prst="rect">
            <a:avLst/>
          </a:prstGeom>
        </p:spPr>
      </p:pic>
      <p:pic>
        <p:nvPicPr>
          <p:cNvPr id="125" name="Picture 1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822" y="1531077"/>
            <a:ext cx="231677" cy="484591"/>
          </a:xfrm>
          <a:prstGeom prst="rect">
            <a:avLst/>
          </a:prstGeom>
        </p:spPr>
      </p:pic>
      <p:pic>
        <p:nvPicPr>
          <p:cNvPr id="126" name="Picture 1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780" y="1545068"/>
            <a:ext cx="231677" cy="484591"/>
          </a:xfrm>
          <a:prstGeom prst="rect">
            <a:avLst/>
          </a:prstGeom>
        </p:spPr>
      </p:pic>
      <p:pic>
        <p:nvPicPr>
          <p:cNvPr id="127" name="Picture 1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808" y="1545068"/>
            <a:ext cx="231677" cy="484591"/>
          </a:xfrm>
          <a:prstGeom prst="rect">
            <a:avLst/>
          </a:prstGeom>
        </p:spPr>
      </p:pic>
      <p:pic>
        <p:nvPicPr>
          <p:cNvPr id="128" name="Picture 1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835" y="1545068"/>
            <a:ext cx="231677" cy="484591"/>
          </a:xfrm>
          <a:prstGeom prst="rect">
            <a:avLst/>
          </a:prstGeom>
        </p:spPr>
      </p:pic>
      <p:pic>
        <p:nvPicPr>
          <p:cNvPr id="183" name="Picture 18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68" y="2325604"/>
            <a:ext cx="231677" cy="484591"/>
          </a:xfrm>
          <a:prstGeom prst="rect">
            <a:avLst/>
          </a:prstGeom>
        </p:spPr>
      </p:pic>
      <p:pic>
        <p:nvPicPr>
          <p:cNvPr id="184" name="Picture 18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82" y="2325604"/>
            <a:ext cx="231677" cy="484591"/>
          </a:xfrm>
          <a:prstGeom prst="rect">
            <a:avLst/>
          </a:prstGeom>
        </p:spPr>
      </p:pic>
      <p:pic>
        <p:nvPicPr>
          <p:cNvPr id="185" name="Picture 18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96" y="2325604"/>
            <a:ext cx="231677" cy="484591"/>
          </a:xfrm>
          <a:prstGeom prst="rect">
            <a:avLst/>
          </a:prstGeom>
        </p:spPr>
      </p:pic>
      <p:pic>
        <p:nvPicPr>
          <p:cNvPr id="186" name="Picture 18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810" y="2325604"/>
            <a:ext cx="231677" cy="484591"/>
          </a:xfrm>
          <a:prstGeom prst="rect">
            <a:avLst/>
          </a:prstGeom>
        </p:spPr>
      </p:pic>
      <p:pic>
        <p:nvPicPr>
          <p:cNvPr id="187" name="Picture 18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824" y="2325604"/>
            <a:ext cx="231677" cy="484591"/>
          </a:xfrm>
          <a:prstGeom prst="rect">
            <a:avLst/>
          </a:prstGeom>
        </p:spPr>
      </p:pic>
      <p:pic>
        <p:nvPicPr>
          <p:cNvPr id="189" name="Picture 18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772" y="2311613"/>
            <a:ext cx="231677" cy="484591"/>
          </a:xfrm>
          <a:prstGeom prst="rect">
            <a:avLst/>
          </a:prstGeom>
        </p:spPr>
      </p:pic>
      <p:pic>
        <p:nvPicPr>
          <p:cNvPr id="190" name="Picture 18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800" y="2311613"/>
            <a:ext cx="231677" cy="484591"/>
          </a:xfrm>
          <a:prstGeom prst="rect">
            <a:avLst/>
          </a:prstGeom>
        </p:spPr>
      </p:pic>
      <p:pic>
        <p:nvPicPr>
          <p:cNvPr id="191" name="Picture 19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828" y="2311613"/>
            <a:ext cx="231677" cy="484591"/>
          </a:xfrm>
          <a:prstGeom prst="rect">
            <a:avLst/>
          </a:prstGeom>
        </p:spPr>
      </p:pic>
      <p:pic>
        <p:nvPicPr>
          <p:cNvPr id="192" name="Picture 19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786" y="2325604"/>
            <a:ext cx="231677" cy="484591"/>
          </a:xfrm>
          <a:prstGeom prst="rect">
            <a:avLst/>
          </a:prstGeom>
        </p:spPr>
      </p:pic>
      <p:pic>
        <p:nvPicPr>
          <p:cNvPr id="193" name="Picture 19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14" y="2325604"/>
            <a:ext cx="231677" cy="484591"/>
          </a:xfrm>
          <a:prstGeom prst="rect">
            <a:avLst/>
          </a:prstGeom>
        </p:spPr>
      </p:pic>
      <p:pic>
        <p:nvPicPr>
          <p:cNvPr id="195" name="Picture 19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790" y="2311613"/>
            <a:ext cx="231677" cy="484591"/>
          </a:xfrm>
          <a:prstGeom prst="rect">
            <a:avLst/>
          </a:prstGeom>
        </p:spPr>
      </p:pic>
      <p:pic>
        <p:nvPicPr>
          <p:cNvPr id="196" name="Picture 19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818" y="2311613"/>
            <a:ext cx="231677" cy="484591"/>
          </a:xfrm>
          <a:prstGeom prst="rect">
            <a:avLst/>
          </a:prstGeom>
        </p:spPr>
      </p:pic>
      <p:pic>
        <p:nvPicPr>
          <p:cNvPr id="197" name="Picture 19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776" y="2325604"/>
            <a:ext cx="231677" cy="484591"/>
          </a:xfrm>
          <a:prstGeom prst="rect">
            <a:avLst/>
          </a:prstGeom>
        </p:spPr>
      </p:pic>
      <p:pic>
        <p:nvPicPr>
          <p:cNvPr id="198" name="Picture 19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804" y="2325604"/>
            <a:ext cx="231677" cy="484591"/>
          </a:xfrm>
          <a:prstGeom prst="rect">
            <a:avLst/>
          </a:prstGeom>
        </p:spPr>
      </p:pic>
      <p:pic>
        <p:nvPicPr>
          <p:cNvPr id="199" name="Picture 19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831" y="2325604"/>
            <a:ext cx="231677" cy="484591"/>
          </a:xfrm>
          <a:prstGeom prst="rect">
            <a:avLst/>
          </a:prstGeom>
        </p:spPr>
      </p:pic>
      <p:pic>
        <p:nvPicPr>
          <p:cNvPr id="201" name="Picture 20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794" y="2311613"/>
            <a:ext cx="231677" cy="484591"/>
          </a:xfrm>
          <a:prstGeom prst="rect">
            <a:avLst/>
          </a:prstGeom>
        </p:spPr>
      </p:pic>
      <p:pic>
        <p:nvPicPr>
          <p:cNvPr id="202" name="Picture 20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822" y="2311613"/>
            <a:ext cx="231677" cy="484591"/>
          </a:xfrm>
          <a:prstGeom prst="rect">
            <a:avLst/>
          </a:prstGeom>
        </p:spPr>
      </p:pic>
      <p:pic>
        <p:nvPicPr>
          <p:cNvPr id="203" name="Picture 20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780" y="2325604"/>
            <a:ext cx="231677" cy="484591"/>
          </a:xfrm>
          <a:prstGeom prst="rect">
            <a:avLst/>
          </a:prstGeom>
        </p:spPr>
      </p:pic>
      <p:pic>
        <p:nvPicPr>
          <p:cNvPr id="204" name="Picture 20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808" y="2325604"/>
            <a:ext cx="231677" cy="484591"/>
          </a:xfrm>
          <a:prstGeom prst="rect">
            <a:avLst/>
          </a:prstGeom>
        </p:spPr>
      </p:pic>
      <p:pic>
        <p:nvPicPr>
          <p:cNvPr id="205" name="Picture 20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835" y="2325604"/>
            <a:ext cx="231677" cy="484591"/>
          </a:xfrm>
          <a:prstGeom prst="rect">
            <a:avLst/>
          </a:prstGeom>
        </p:spPr>
      </p:pic>
      <p:pic>
        <p:nvPicPr>
          <p:cNvPr id="207" name="Picture 20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27" y="3106140"/>
            <a:ext cx="231677" cy="484591"/>
          </a:xfrm>
          <a:prstGeom prst="rect">
            <a:avLst/>
          </a:prstGeom>
        </p:spPr>
      </p:pic>
      <p:pic>
        <p:nvPicPr>
          <p:cNvPr id="208" name="Picture 20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41" y="3106140"/>
            <a:ext cx="231677" cy="484591"/>
          </a:xfrm>
          <a:prstGeom prst="rect">
            <a:avLst/>
          </a:prstGeom>
        </p:spPr>
      </p:pic>
      <p:pic>
        <p:nvPicPr>
          <p:cNvPr id="209" name="Picture 20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555" y="3106140"/>
            <a:ext cx="231677" cy="484591"/>
          </a:xfrm>
          <a:prstGeom prst="rect">
            <a:avLst/>
          </a:prstGeom>
        </p:spPr>
      </p:pic>
      <p:pic>
        <p:nvPicPr>
          <p:cNvPr id="210" name="Picture 20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569" y="3106140"/>
            <a:ext cx="231677" cy="484591"/>
          </a:xfrm>
          <a:prstGeom prst="rect">
            <a:avLst/>
          </a:prstGeom>
        </p:spPr>
      </p:pic>
      <p:pic>
        <p:nvPicPr>
          <p:cNvPr id="211" name="Picture 2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583" y="3106140"/>
            <a:ext cx="231677" cy="484591"/>
          </a:xfrm>
          <a:prstGeom prst="rect">
            <a:avLst/>
          </a:prstGeom>
        </p:spPr>
      </p:pic>
      <p:pic>
        <p:nvPicPr>
          <p:cNvPr id="213" name="Picture 2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531" y="3092149"/>
            <a:ext cx="231677" cy="484591"/>
          </a:xfrm>
          <a:prstGeom prst="rect">
            <a:avLst/>
          </a:prstGeom>
        </p:spPr>
      </p:pic>
      <p:pic>
        <p:nvPicPr>
          <p:cNvPr id="214" name="Picture 2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559" y="3092149"/>
            <a:ext cx="231677" cy="484591"/>
          </a:xfrm>
          <a:prstGeom prst="rect">
            <a:avLst/>
          </a:prstGeom>
        </p:spPr>
      </p:pic>
      <p:pic>
        <p:nvPicPr>
          <p:cNvPr id="215" name="Picture 2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587" y="3092149"/>
            <a:ext cx="231677" cy="484591"/>
          </a:xfrm>
          <a:prstGeom prst="rect">
            <a:avLst/>
          </a:prstGeom>
        </p:spPr>
      </p:pic>
      <p:pic>
        <p:nvPicPr>
          <p:cNvPr id="216" name="Picture 2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545" y="3106140"/>
            <a:ext cx="231677" cy="484591"/>
          </a:xfrm>
          <a:prstGeom prst="rect">
            <a:avLst/>
          </a:prstGeom>
        </p:spPr>
      </p:pic>
      <p:pic>
        <p:nvPicPr>
          <p:cNvPr id="217" name="Picture 2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573" y="3106140"/>
            <a:ext cx="231677" cy="484591"/>
          </a:xfrm>
          <a:prstGeom prst="rect">
            <a:avLst/>
          </a:prstGeom>
        </p:spPr>
      </p:pic>
      <p:pic>
        <p:nvPicPr>
          <p:cNvPr id="219" name="Picture 2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549" y="3092149"/>
            <a:ext cx="231677" cy="484591"/>
          </a:xfrm>
          <a:prstGeom prst="rect">
            <a:avLst/>
          </a:prstGeom>
        </p:spPr>
      </p:pic>
      <p:pic>
        <p:nvPicPr>
          <p:cNvPr id="220" name="Picture 2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577" y="3092149"/>
            <a:ext cx="231677" cy="484591"/>
          </a:xfrm>
          <a:prstGeom prst="rect">
            <a:avLst/>
          </a:prstGeom>
        </p:spPr>
      </p:pic>
      <p:pic>
        <p:nvPicPr>
          <p:cNvPr id="221" name="Picture 2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535" y="3106140"/>
            <a:ext cx="231677" cy="484591"/>
          </a:xfrm>
          <a:prstGeom prst="rect">
            <a:avLst/>
          </a:prstGeom>
        </p:spPr>
      </p:pic>
      <p:pic>
        <p:nvPicPr>
          <p:cNvPr id="222" name="Picture 2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563" y="3106140"/>
            <a:ext cx="231677" cy="484591"/>
          </a:xfrm>
          <a:prstGeom prst="rect">
            <a:avLst/>
          </a:prstGeom>
        </p:spPr>
      </p:pic>
      <p:pic>
        <p:nvPicPr>
          <p:cNvPr id="223" name="Picture 2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590" y="3106140"/>
            <a:ext cx="231677" cy="484591"/>
          </a:xfrm>
          <a:prstGeom prst="rect">
            <a:avLst/>
          </a:prstGeom>
        </p:spPr>
      </p:pic>
      <p:pic>
        <p:nvPicPr>
          <p:cNvPr id="225" name="Picture 2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553" y="3092149"/>
            <a:ext cx="231677" cy="484591"/>
          </a:xfrm>
          <a:prstGeom prst="rect">
            <a:avLst/>
          </a:prstGeom>
        </p:spPr>
      </p:pic>
      <p:pic>
        <p:nvPicPr>
          <p:cNvPr id="226" name="Picture 2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581" y="3092149"/>
            <a:ext cx="231677" cy="484591"/>
          </a:xfrm>
          <a:prstGeom prst="rect">
            <a:avLst/>
          </a:prstGeom>
        </p:spPr>
      </p:pic>
      <p:pic>
        <p:nvPicPr>
          <p:cNvPr id="227" name="Picture 2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539" y="3106140"/>
            <a:ext cx="231677" cy="484591"/>
          </a:xfrm>
          <a:prstGeom prst="rect">
            <a:avLst/>
          </a:prstGeom>
        </p:spPr>
      </p:pic>
      <p:pic>
        <p:nvPicPr>
          <p:cNvPr id="228" name="Picture 2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0567" y="3106140"/>
            <a:ext cx="231677" cy="484591"/>
          </a:xfrm>
          <a:prstGeom prst="rect">
            <a:avLst/>
          </a:prstGeom>
        </p:spPr>
      </p:pic>
      <p:pic>
        <p:nvPicPr>
          <p:cNvPr id="229" name="Picture 2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594" y="3106140"/>
            <a:ext cx="231677" cy="484591"/>
          </a:xfrm>
          <a:prstGeom prst="rect">
            <a:avLst/>
          </a:prstGeom>
        </p:spPr>
      </p:pic>
      <p:pic>
        <p:nvPicPr>
          <p:cNvPr id="231" name="Picture 2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68" y="3888433"/>
            <a:ext cx="231677" cy="484591"/>
          </a:xfrm>
          <a:prstGeom prst="rect">
            <a:avLst/>
          </a:prstGeom>
        </p:spPr>
      </p:pic>
      <p:pic>
        <p:nvPicPr>
          <p:cNvPr id="232" name="Picture 2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82" y="3888433"/>
            <a:ext cx="231677" cy="484591"/>
          </a:xfrm>
          <a:prstGeom prst="rect">
            <a:avLst/>
          </a:prstGeom>
        </p:spPr>
      </p:pic>
      <p:pic>
        <p:nvPicPr>
          <p:cNvPr id="233" name="Picture 2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96" y="3888433"/>
            <a:ext cx="231677" cy="484591"/>
          </a:xfrm>
          <a:prstGeom prst="rect">
            <a:avLst/>
          </a:prstGeom>
        </p:spPr>
      </p:pic>
      <p:pic>
        <p:nvPicPr>
          <p:cNvPr id="234" name="Picture 23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810" y="3888433"/>
            <a:ext cx="231677" cy="484591"/>
          </a:xfrm>
          <a:prstGeom prst="rect">
            <a:avLst/>
          </a:prstGeom>
        </p:spPr>
      </p:pic>
      <p:pic>
        <p:nvPicPr>
          <p:cNvPr id="235" name="Picture 2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824" y="3888433"/>
            <a:ext cx="231677" cy="484591"/>
          </a:xfrm>
          <a:prstGeom prst="rect">
            <a:avLst/>
          </a:prstGeom>
        </p:spPr>
      </p:pic>
      <p:pic>
        <p:nvPicPr>
          <p:cNvPr id="237" name="Picture 23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772" y="3874442"/>
            <a:ext cx="231677" cy="484591"/>
          </a:xfrm>
          <a:prstGeom prst="rect">
            <a:avLst/>
          </a:prstGeom>
        </p:spPr>
      </p:pic>
      <p:pic>
        <p:nvPicPr>
          <p:cNvPr id="238" name="Picture 23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800" y="3874442"/>
            <a:ext cx="231677" cy="484591"/>
          </a:xfrm>
          <a:prstGeom prst="rect">
            <a:avLst/>
          </a:prstGeom>
        </p:spPr>
      </p:pic>
      <p:pic>
        <p:nvPicPr>
          <p:cNvPr id="239" name="Picture 23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828" y="3874442"/>
            <a:ext cx="231677" cy="484591"/>
          </a:xfrm>
          <a:prstGeom prst="rect">
            <a:avLst/>
          </a:prstGeom>
        </p:spPr>
      </p:pic>
      <p:pic>
        <p:nvPicPr>
          <p:cNvPr id="240" name="Picture 23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786" y="3888433"/>
            <a:ext cx="231677" cy="484591"/>
          </a:xfrm>
          <a:prstGeom prst="rect">
            <a:avLst/>
          </a:prstGeom>
        </p:spPr>
      </p:pic>
      <p:pic>
        <p:nvPicPr>
          <p:cNvPr id="241" name="Picture 24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14" y="3888433"/>
            <a:ext cx="231677" cy="484591"/>
          </a:xfrm>
          <a:prstGeom prst="rect">
            <a:avLst/>
          </a:prstGeom>
        </p:spPr>
      </p:pic>
      <p:pic>
        <p:nvPicPr>
          <p:cNvPr id="243" name="Picture 24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790" y="3874442"/>
            <a:ext cx="231677" cy="484591"/>
          </a:xfrm>
          <a:prstGeom prst="rect">
            <a:avLst/>
          </a:prstGeom>
        </p:spPr>
      </p:pic>
      <p:pic>
        <p:nvPicPr>
          <p:cNvPr id="244" name="Picture 24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818" y="3874442"/>
            <a:ext cx="231677" cy="484591"/>
          </a:xfrm>
          <a:prstGeom prst="rect">
            <a:avLst/>
          </a:prstGeom>
        </p:spPr>
      </p:pic>
      <p:pic>
        <p:nvPicPr>
          <p:cNvPr id="245" name="Picture 24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776" y="3888433"/>
            <a:ext cx="231677" cy="484591"/>
          </a:xfrm>
          <a:prstGeom prst="rect">
            <a:avLst/>
          </a:prstGeom>
        </p:spPr>
      </p:pic>
      <p:pic>
        <p:nvPicPr>
          <p:cNvPr id="246" name="Picture 24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804" y="3888433"/>
            <a:ext cx="231677" cy="484591"/>
          </a:xfrm>
          <a:prstGeom prst="rect">
            <a:avLst/>
          </a:prstGeom>
        </p:spPr>
      </p:pic>
      <p:pic>
        <p:nvPicPr>
          <p:cNvPr id="247" name="Picture 24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831" y="3888433"/>
            <a:ext cx="231677" cy="484591"/>
          </a:xfrm>
          <a:prstGeom prst="rect">
            <a:avLst/>
          </a:prstGeom>
        </p:spPr>
      </p:pic>
      <p:pic>
        <p:nvPicPr>
          <p:cNvPr id="249" name="Picture 24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794" y="3874442"/>
            <a:ext cx="231677" cy="484591"/>
          </a:xfrm>
          <a:prstGeom prst="rect">
            <a:avLst/>
          </a:prstGeom>
        </p:spPr>
      </p:pic>
      <p:pic>
        <p:nvPicPr>
          <p:cNvPr id="250" name="Picture 24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822" y="3874442"/>
            <a:ext cx="231677" cy="484591"/>
          </a:xfrm>
          <a:prstGeom prst="rect">
            <a:avLst/>
          </a:prstGeom>
        </p:spPr>
      </p:pic>
      <p:pic>
        <p:nvPicPr>
          <p:cNvPr id="251" name="Picture 25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780" y="3888433"/>
            <a:ext cx="231677" cy="484591"/>
          </a:xfrm>
          <a:prstGeom prst="rect">
            <a:avLst/>
          </a:prstGeom>
        </p:spPr>
      </p:pic>
      <p:pic>
        <p:nvPicPr>
          <p:cNvPr id="252" name="Picture 2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808" y="3888433"/>
            <a:ext cx="231677" cy="484591"/>
          </a:xfrm>
          <a:prstGeom prst="rect">
            <a:avLst/>
          </a:prstGeom>
        </p:spPr>
      </p:pic>
      <p:pic>
        <p:nvPicPr>
          <p:cNvPr id="253" name="Picture 25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835" y="3888433"/>
            <a:ext cx="231677" cy="484591"/>
          </a:xfrm>
          <a:prstGeom prst="rect">
            <a:avLst/>
          </a:prstGeom>
        </p:spPr>
      </p:pic>
      <p:pic>
        <p:nvPicPr>
          <p:cNvPr id="255" name="Picture 25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90" y="4667212"/>
            <a:ext cx="231677" cy="484591"/>
          </a:xfrm>
          <a:prstGeom prst="rect">
            <a:avLst/>
          </a:prstGeom>
        </p:spPr>
      </p:pic>
      <p:pic>
        <p:nvPicPr>
          <p:cNvPr id="256" name="Picture 25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04" y="4667212"/>
            <a:ext cx="231677" cy="484591"/>
          </a:xfrm>
          <a:prstGeom prst="rect">
            <a:avLst/>
          </a:prstGeom>
        </p:spPr>
      </p:pic>
      <p:pic>
        <p:nvPicPr>
          <p:cNvPr id="257" name="Picture 25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618" y="4667212"/>
            <a:ext cx="231677" cy="484591"/>
          </a:xfrm>
          <a:prstGeom prst="rect">
            <a:avLst/>
          </a:prstGeom>
        </p:spPr>
      </p:pic>
      <p:pic>
        <p:nvPicPr>
          <p:cNvPr id="258" name="Picture 25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632" y="4667212"/>
            <a:ext cx="231677" cy="484591"/>
          </a:xfrm>
          <a:prstGeom prst="rect">
            <a:avLst/>
          </a:prstGeom>
        </p:spPr>
      </p:pic>
      <p:pic>
        <p:nvPicPr>
          <p:cNvPr id="259" name="Picture 25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646" y="4667212"/>
            <a:ext cx="231677" cy="48459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772" y="4667212"/>
            <a:ext cx="231677" cy="484977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786" y="4666826"/>
            <a:ext cx="231677" cy="484977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800" y="4666826"/>
            <a:ext cx="231677" cy="484977"/>
          </a:xfrm>
          <a:prstGeom prst="rect">
            <a:avLst/>
          </a:prstGeom>
        </p:spPr>
      </p:pic>
      <p:pic>
        <p:nvPicPr>
          <p:cNvPr id="260" name="Picture 25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14" y="4666826"/>
            <a:ext cx="231677" cy="484977"/>
          </a:xfrm>
          <a:prstGeom prst="rect">
            <a:avLst/>
          </a:prstGeom>
        </p:spPr>
      </p:pic>
      <p:pic>
        <p:nvPicPr>
          <p:cNvPr id="261" name="Picture 26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828" y="4666826"/>
            <a:ext cx="231677" cy="484977"/>
          </a:xfrm>
          <a:prstGeom prst="rect">
            <a:avLst/>
          </a:prstGeom>
        </p:spPr>
      </p:pic>
      <p:pic>
        <p:nvPicPr>
          <p:cNvPr id="264" name="Picture 26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776" y="4667212"/>
            <a:ext cx="231677" cy="484977"/>
          </a:xfrm>
          <a:prstGeom prst="rect">
            <a:avLst/>
          </a:prstGeom>
        </p:spPr>
      </p:pic>
      <p:pic>
        <p:nvPicPr>
          <p:cNvPr id="265" name="Picture 26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790" y="4666826"/>
            <a:ext cx="231677" cy="484977"/>
          </a:xfrm>
          <a:prstGeom prst="rect">
            <a:avLst/>
          </a:prstGeom>
        </p:spPr>
      </p:pic>
      <p:pic>
        <p:nvPicPr>
          <p:cNvPr id="266" name="Picture 26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804" y="4666826"/>
            <a:ext cx="231677" cy="484977"/>
          </a:xfrm>
          <a:prstGeom prst="rect">
            <a:avLst/>
          </a:prstGeom>
        </p:spPr>
      </p:pic>
      <p:pic>
        <p:nvPicPr>
          <p:cNvPr id="267" name="Picture 26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818" y="4666826"/>
            <a:ext cx="231677" cy="484977"/>
          </a:xfrm>
          <a:prstGeom prst="rect">
            <a:avLst/>
          </a:prstGeom>
        </p:spPr>
      </p:pic>
      <p:pic>
        <p:nvPicPr>
          <p:cNvPr id="268" name="Picture 26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832" y="4666826"/>
            <a:ext cx="231677" cy="484977"/>
          </a:xfrm>
          <a:prstGeom prst="rect">
            <a:avLst/>
          </a:prstGeom>
        </p:spPr>
      </p:pic>
      <p:pic>
        <p:nvPicPr>
          <p:cNvPr id="270" name="Picture 26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779" y="4672031"/>
            <a:ext cx="231677" cy="484977"/>
          </a:xfrm>
          <a:prstGeom prst="rect">
            <a:avLst/>
          </a:prstGeom>
        </p:spPr>
      </p:pic>
      <p:pic>
        <p:nvPicPr>
          <p:cNvPr id="271" name="Picture 27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793" y="4671645"/>
            <a:ext cx="231677" cy="484977"/>
          </a:xfrm>
          <a:prstGeom prst="rect">
            <a:avLst/>
          </a:prstGeom>
        </p:spPr>
      </p:pic>
      <p:pic>
        <p:nvPicPr>
          <p:cNvPr id="272" name="Picture 271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807" y="4671645"/>
            <a:ext cx="231677" cy="484977"/>
          </a:xfrm>
          <a:prstGeom prst="rect">
            <a:avLst/>
          </a:prstGeom>
        </p:spPr>
      </p:pic>
      <p:pic>
        <p:nvPicPr>
          <p:cNvPr id="273" name="Picture 272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821" y="4671645"/>
            <a:ext cx="231677" cy="484977"/>
          </a:xfrm>
          <a:prstGeom prst="rect">
            <a:avLst/>
          </a:prstGeom>
        </p:spPr>
      </p:pic>
      <p:pic>
        <p:nvPicPr>
          <p:cNvPr id="274" name="Picture 273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835" y="4671645"/>
            <a:ext cx="231677" cy="484977"/>
          </a:xfrm>
          <a:prstGeom prst="rect">
            <a:avLst/>
          </a:prstGeom>
        </p:spPr>
      </p:pic>
      <p:sp>
        <p:nvSpPr>
          <p:cNvPr id="275" name="TextBox 274"/>
          <p:cNvSpPr txBox="1"/>
          <p:nvPr/>
        </p:nvSpPr>
        <p:spPr>
          <a:xfrm>
            <a:off x="2738948" y="5809728"/>
            <a:ext cx="3376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All the cabs in the city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6669394" y="5466172"/>
            <a:ext cx="2060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80% of 15 is 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880251" y="764309"/>
            <a:ext cx="2079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20% of 85 is 17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5F00F7-FC83-7317-3F1F-C6982B2A4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1840"/>
            <a:ext cx="9144000" cy="81367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>
                <a:latin typeface="Calibri"/>
                <a:ea typeface="ＭＳ Ｐゴシック" charset="0"/>
                <a:cs typeface="Calibri"/>
              </a:rPr>
              <a:t>Getting the correct answer: Another depiction</a:t>
            </a:r>
          </a:p>
        </p:txBody>
      </p:sp>
    </p:spTree>
    <p:extLst>
      <p:ext uri="{BB962C8B-B14F-4D97-AF65-F5344CB8AC3E}">
        <p14:creationId xmlns:p14="http://schemas.microsoft.com/office/powerpoint/2010/main" val="32218435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68" y="1545076"/>
            <a:ext cx="231677" cy="48459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82" y="1545076"/>
            <a:ext cx="231677" cy="484591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96" y="1545076"/>
            <a:ext cx="231677" cy="484591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810" y="1545076"/>
            <a:ext cx="231677" cy="484591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824" y="1545076"/>
            <a:ext cx="231677" cy="4845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38227" y="1031834"/>
            <a:ext cx="4945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85 </a:t>
            </a:r>
            <a:r>
              <a:rPr lang="en-US" sz="2400"/>
              <a:t>of 100 Green</a:t>
            </a:r>
            <a:endParaRPr lang="en-US" sz="2400" dirty="0"/>
          </a:p>
        </p:txBody>
      </p:sp>
      <p:sp>
        <p:nvSpPr>
          <p:cNvPr id="48" name="TextBox 47"/>
          <p:cNvSpPr txBox="1"/>
          <p:nvPr/>
        </p:nvSpPr>
        <p:spPr>
          <a:xfrm>
            <a:off x="4482428" y="5228771"/>
            <a:ext cx="1978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15 </a:t>
            </a:r>
            <a:r>
              <a:rPr lang="en-US" sz="2400"/>
              <a:t>of 100 Blue</a:t>
            </a:r>
            <a:endParaRPr lang="en-US" sz="2400" dirty="0"/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772" y="1531085"/>
            <a:ext cx="231677" cy="484591"/>
          </a:xfrm>
          <a:prstGeom prst="rect">
            <a:avLst/>
          </a:prstGeom>
        </p:spPr>
      </p:pic>
      <p:pic>
        <p:nvPicPr>
          <p:cNvPr id="75" name="Picture 74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800" y="1531085"/>
            <a:ext cx="231677" cy="484591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828" y="1531085"/>
            <a:ext cx="231677" cy="484591"/>
          </a:xfrm>
          <a:prstGeom prst="rect">
            <a:avLst/>
          </a:prstGeom>
        </p:spPr>
      </p:pic>
      <p:pic>
        <p:nvPicPr>
          <p:cNvPr id="99" name="Picture 98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786" y="1545076"/>
            <a:ext cx="231677" cy="484591"/>
          </a:xfrm>
          <a:prstGeom prst="rect">
            <a:avLst/>
          </a:prstGeom>
        </p:spPr>
      </p:pic>
      <p:pic>
        <p:nvPicPr>
          <p:cNvPr id="100" name="Picture 99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14" y="1545076"/>
            <a:ext cx="231677" cy="484591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790" y="1531085"/>
            <a:ext cx="231677" cy="484591"/>
          </a:xfrm>
          <a:prstGeom prst="rect">
            <a:avLst/>
          </a:prstGeom>
        </p:spPr>
      </p:pic>
      <p:pic>
        <p:nvPicPr>
          <p:cNvPr id="78" name="Picture 77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818" y="1531085"/>
            <a:ext cx="231677" cy="484591"/>
          </a:xfrm>
          <a:prstGeom prst="rect">
            <a:avLst/>
          </a:prstGeom>
        </p:spPr>
      </p:pic>
      <p:pic>
        <p:nvPicPr>
          <p:cNvPr id="101" name="Picture 10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776" y="1545076"/>
            <a:ext cx="231677" cy="484591"/>
          </a:xfrm>
          <a:prstGeom prst="rect">
            <a:avLst/>
          </a:prstGeom>
        </p:spPr>
      </p:pic>
      <p:pic>
        <p:nvPicPr>
          <p:cNvPr id="102" name="Picture 101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804" y="1545076"/>
            <a:ext cx="231677" cy="484591"/>
          </a:xfrm>
          <a:prstGeom prst="rect">
            <a:avLst/>
          </a:prstGeom>
        </p:spPr>
      </p:pic>
      <p:pic>
        <p:nvPicPr>
          <p:cNvPr id="103" name="Picture 102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831" y="1545076"/>
            <a:ext cx="231677" cy="484591"/>
          </a:xfrm>
          <a:prstGeom prst="rect">
            <a:avLst/>
          </a:prstGeom>
        </p:spPr>
      </p:pic>
      <p:pic>
        <p:nvPicPr>
          <p:cNvPr id="124" name="Picture 123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794" y="1531085"/>
            <a:ext cx="231677" cy="484591"/>
          </a:xfrm>
          <a:prstGeom prst="rect">
            <a:avLst/>
          </a:prstGeom>
        </p:spPr>
      </p:pic>
      <p:pic>
        <p:nvPicPr>
          <p:cNvPr id="125" name="Picture 124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822" y="1531085"/>
            <a:ext cx="231677" cy="484591"/>
          </a:xfrm>
          <a:prstGeom prst="rect">
            <a:avLst/>
          </a:prstGeom>
        </p:spPr>
      </p:pic>
      <p:pic>
        <p:nvPicPr>
          <p:cNvPr id="126" name="Picture 125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780" y="1545076"/>
            <a:ext cx="231677" cy="484591"/>
          </a:xfrm>
          <a:prstGeom prst="rect">
            <a:avLst/>
          </a:prstGeom>
        </p:spPr>
      </p:pic>
      <p:pic>
        <p:nvPicPr>
          <p:cNvPr id="127" name="Picture 126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808" y="1545076"/>
            <a:ext cx="231677" cy="484591"/>
          </a:xfrm>
          <a:prstGeom prst="rect">
            <a:avLst/>
          </a:prstGeom>
        </p:spPr>
      </p:pic>
      <p:pic>
        <p:nvPicPr>
          <p:cNvPr id="128" name="Picture 127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835" y="1545076"/>
            <a:ext cx="231677" cy="484591"/>
          </a:xfrm>
          <a:prstGeom prst="rect">
            <a:avLst/>
          </a:prstGeom>
        </p:spPr>
      </p:pic>
      <p:pic>
        <p:nvPicPr>
          <p:cNvPr id="183" name="Picture 182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68" y="2325612"/>
            <a:ext cx="231677" cy="484591"/>
          </a:xfrm>
          <a:prstGeom prst="rect">
            <a:avLst/>
          </a:prstGeom>
        </p:spPr>
      </p:pic>
      <p:pic>
        <p:nvPicPr>
          <p:cNvPr id="184" name="Picture 183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82" y="2325612"/>
            <a:ext cx="231677" cy="484591"/>
          </a:xfrm>
          <a:prstGeom prst="rect">
            <a:avLst/>
          </a:prstGeom>
        </p:spPr>
      </p:pic>
      <p:pic>
        <p:nvPicPr>
          <p:cNvPr id="185" name="Picture 184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96" y="2325612"/>
            <a:ext cx="231677" cy="484591"/>
          </a:xfrm>
          <a:prstGeom prst="rect">
            <a:avLst/>
          </a:prstGeom>
        </p:spPr>
      </p:pic>
      <p:pic>
        <p:nvPicPr>
          <p:cNvPr id="186" name="Picture 185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810" y="2325612"/>
            <a:ext cx="231677" cy="484591"/>
          </a:xfrm>
          <a:prstGeom prst="rect">
            <a:avLst/>
          </a:prstGeom>
        </p:spPr>
      </p:pic>
      <p:pic>
        <p:nvPicPr>
          <p:cNvPr id="187" name="Picture 186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824" y="2325612"/>
            <a:ext cx="231677" cy="484591"/>
          </a:xfrm>
          <a:prstGeom prst="rect">
            <a:avLst/>
          </a:prstGeom>
        </p:spPr>
      </p:pic>
      <p:pic>
        <p:nvPicPr>
          <p:cNvPr id="189" name="Picture 188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772" y="2311621"/>
            <a:ext cx="231677" cy="484591"/>
          </a:xfrm>
          <a:prstGeom prst="rect">
            <a:avLst/>
          </a:prstGeom>
        </p:spPr>
      </p:pic>
      <p:pic>
        <p:nvPicPr>
          <p:cNvPr id="190" name="Picture 189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800" y="2311621"/>
            <a:ext cx="231677" cy="484591"/>
          </a:xfrm>
          <a:prstGeom prst="rect">
            <a:avLst/>
          </a:prstGeom>
        </p:spPr>
      </p:pic>
      <p:pic>
        <p:nvPicPr>
          <p:cNvPr id="191" name="Picture 19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828" y="2311621"/>
            <a:ext cx="231677" cy="484591"/>
          </a:xfrm>
          <a:prstGeom prst="rect">
            <a:avLst/>
          </a:prstGeom>
        </p:spPr>
      </p:pic>
      <p:pic>
        <p:nvPicPr>
          <p:cNvPr id="192" name="Picture 191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786" y="2325612"/>
            <a:ext cx="231677" cy="484591"/>
          </a:xfrm>
          <a:prstGeom prst="rect">
            <a:avLst/>
          </a:prstGeom>
        </p:spPr>
      </p:pic>
      <p:pic>
        <p:nvPicPr>
          <p:cNvPr id="193" name="Picture 192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14" y="2325612"/>
            <a:ext cx="231677" cy="484591"/>
          </a:xfrm>
          <a:prstGeom prst="rect">
            <a:avLst/>
          </a:prstGeom>
        </p:spPr>
      </p:pic>
      <p:pic>
        <p:nvPicPr>
          <p:cNvPr id="195" name="Picture 194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790" y="2311621"/>
            <a:ext cx="231677" cy="484591"/>
          </a:xfrm>
          <a:prstGeom prst="rect">
            <a:avLst/>
          </a:prstGeom>
        </p:spPr>
      </p:pic>
      <p:pic>
        <p:nvPicPr>
          <p:cNvPr id="196" name="Picture 195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818" y="2311621"/>
            <a:ext cx="231677" cy="484591"/>
          </a:xfrm>
          <a:prstGeom prst="rect">
            <a:avLst/>
          </a:prstGeom>
        </p:spPr>
      </p:pic>
      <p:pic>
        <p:nvPicPr>
          <p:cNvPr id="197" name="Picture 196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776" y="2325612"/>
            <a:ext cx="231677" cy="484591"/>
          </a:xfrm>
          <a:prstGeom prst="rect">
            <a:avLst/>
          </a:prstGeom>
        </p:spPr>
      </p:pic>
      <p:pic>
        <p:nvPicPr>
          <p:cNvPr id="198" name="Picture 197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804" y="2325612"/>
            <a:ext cx="231677" cy="484591"/>
          </a:xfrm>
          <a:prstGeom prst="rect">
            <a:avLst/>
          </a:prstGeom>
        </p:spPr>
      </p:pic>
      <p:pic>
        <p:nvPicPr>
          <p:cNvPr id="199" name="Picture 198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831" y="2325612"/>
            <a:ext cx="231677" cy="484591"/>
          </a:xfrm>
          <a:prstGeom prst="rect">
            <a:avLst/>
          </a:prstGeom>
        </p:spPr>
      </p:pic>
      <p:pic>
        <p:nvPicPr>
          <p:cNvPr id="201" name="Picture 20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794" y="2311621"/>
            <a:ext cx="231677" cy="484591"/>
          </a:xfrm>
          <a:prstGeom prst="rect">
            <a:avLst/>
          </a:prstGeom>
        </p:spPr>
      </p:pic>
      <p:pic>
        <p:nvPicPr>
          <p:cNvPr id="202" name="Picture 201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822" y="2311621"/>
            <a:ext cx="231677" cy="484591"/>
          </a:xfrm>
          <a:prstGeom prst="rect">
            <a:avLst/>
          </a:prstGeom>
        </p:spPr>
      </p:pic>
      <p:pic>
        <p:nvPicPr>
          <p:cNvPr id="203" name="Picture 202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780" y="2325612"/>
            <a:ext cx="231677" cy="484591"/>
          </a:xfrm>
          <a:prstGeom prst="rect">
            <a:avLst/>
          </a:prstGeom>
        </p:spPr>
      </p:pic>
      <p:pic>
        <p:nvPicPr>
          <p:cNvPr id="204" name="Picture 203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808" y="2325612"/>
            <a:ext cx="231677" cy="484591"/>
          </a:xfrm>
          <a:prstGeom prst="rect">
            <a:avLst/>
          </a:prstGeom>
        </p:spPr>
      </p:pic>
      <p:pic>
        <p:nvPicPr>
          <p:cNvPr id="205" name="Picture 204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835" y="2325612"/>
            <a:ext cx="231677" cy="484591"/>
          </a:xfrm>
          <a:prstGeom prst="rect">
            <a:avLst/>
          </a:prstGeom>
        </p:spPr>
      </p:pic>
      <p:pic>
        <p:nvPicPr>
          <p:cNvPr id="207" name="Picture 206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27" y="3106148"/>
            <a:ext cx="231677" cy="484591"/>
          </a:xfrm>
          <a:prstGeom prst="rect">
            <a:avLst/>
          </a:prstGeom>
        </p:spPr>
      </p:pic>
      <p:pic>
        <p:nvPicPr>
          <p:cNvPr id="208" name="Picture 207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41" y="3106148"/>
            <a:ext cx="231677" cy="484591"/>
          </a:xfrm>
          <a:prstGeom prst="rect">
            <a:avLst/>
          </a:prstGeom>
        </p:spPr>
      </p:pic>
      <p:pic>
        <p:nvPicPr>
          <p:cNvPr id="209" name="Picture 208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555" y="3106148"/>
            <a:ext cx="231677" cy="484591"/>
          </a:xfrm>
          <a:prstGeom prst="rect">
            <a:avLst/>
          </a:prstGeom>
        </p:spPr>
      </p:pic>
      <p:pic>
        <p:nvPicPr>
          <p:cNvPr id="210" name="Picture 209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569" y="3106148"/>
            <a:ext cx="231677" cy="484591"/>
          </a:xfrm>
          <a:prstGeom prst="rect">
            <a:avLst/>
          </a:prstGeom>
        </p:spPr>
      </p:pic>
      <p:pic>
        <p:nvPicPr>
          <p:cNvPr id="211" name="Picture 2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583" y="3106148"/>
            <a:ext cx="231677" cy="484591"/>
          </a:xfrm>
          <a:prstGeom prst="rect">
            <a:avLst/>
          </a:prstGeom>
        </p:spPr>
      </p:pic>
      <p:pic>
        <p:nvPicPr>
          <p:cNvPr id="213" name="Picture 212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531" y="3092157"/>
            <a:ext cx="231677" cy="484591"/>
          </a:xfrm>
          <a:prstGeom prst="rect">
            <a:avLst/>
          </a:prstGeom>
        </p:spPr>
      </p:pic>
      <p:pic>
        <p:nvPicPr>
          <p:cNvPr id="214" name="Picture 213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559" y="3092157"/>
            <a:ext cx="231677" cy="484591"/>
          </a:xfrm>
          <a:prstGeom prst="rect">
            <a:avLst/>
          </a:prstGeom>
        </p:spPr>
      </p:pic>
      <p:pic>
        <p:nvPicPr>
          <p:cNvPr id="215" name="Picture 214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587" y="3092157"/>
            <a:ext cx="231677" cy="484591"/>
          </a:xfrm>
          <a:prstGeom prst="rect">
            <a:avLst/>
          </a:prstGeom>
        </p:spPr>
      </p:pic>
      <p:pic>
        <p:nvPicPr>
          <p:cNvPr id="216" name="Picture 215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545" y="3106148"/>
            <a:ext cx="231677" cy="484591"/>
          </a:xfrm>
          <a:prstGeom prst="rect">
            <a:avLst/>
          </a:prstGeom>
        </p:spPr>
      </p:pic>
      <p:pic>
        <p:nvPicPr>
          <p:cNvPr id="217" name="Picture 216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573" y="3106148"/>
            <a:ext cx="231677" cy="484591"/>
          </a:xfrm>
          <a:prstGeom prst="rect">
            <a:avLst/>
          </a:prstGeom>
        </p:spPr>
      </p:pic>
      <p:pic>
        <p:nvPicPr>
          <p:cNvPr id="219" name="Picture 218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549" y="3092157"/>
            <a:ext cx="231677" cy="484591"/>
          </a:xfrm>
          <a:prstGeom prst="rect">
            <a:avLst/>
          </a:prstGeom>
        </p:spPr>
      </p:pic>
      <p:pic>
        <p:nvPicPr>
          <p:cNvPr id="220" name="Picture 219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577" y="3092157"/>
            <a:ext cx="231677" cy="484591"/>
          </a:xfrm>
          <a:prstGeom prst="rect">
            <a:avLst/>
          </a:prstGeom>
        </p:spPr>
      </p:pic>
      <p:pic>
        <p:nvPicPr>
          <p:cNvPr id="221" name="Picture 22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535" y="3106148"/>
            <a:ext cx="231677" cy="484591"/>
          </a:xfrm>
          <a:prstGeom prst="rect">
            <a:avLst/>
          </a:prstGeom>
        </p:spPr>
      </p:pic>
      <p:pic>
        <p:nvPicPr>
          <p:cNvPr id="222" name="Picture 221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563" y="3106148"/>
            <a:ext cx="231677" cy="484591"/>
          </a:xfrm>
          <a:prstGeom prst="rect">
            <a:avLst/>
          </a:prstGeom>
        </p:spPr>
      </p:pic>
      <p:pic>
        <p:nvPicPr>
          <p:cNvPr id="223" name="Picture 222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590" y="3106148"/>
            <a:ext cx="231677" cy="484591"/>
          </a:xfrm>
          <a:prstGeom prst="rect">
            <a:avLst/>
          </a:prstGeom>
        </p:spPr>
      </p:pic>
      <p:pic>
        <p:nvPicPr>
          <p:cNvPr id="225" name="Picture 224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553" y="3092157"/>
            <a:ext cx="231677" cy="484591"/>
          </a:xfrm>
          <a:prstGeom prst="rect">
            <a:avLst/>
          </a:prstGeom>
        </p:spPr>
      </p:pic>
      <p:pic>
        <p:nvPicPr>
          <p:cNvPr id="226" name="Picture 225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581" y="3092157"/>
            <a:ext cx="231677" cy="484591"/>
          </a:xfrm>
          <a:prstGeom prst="rect">
            <a:avLst/>
          </a:prstGeom>
        </p:spPr>
      </p:pic>
      <p:pic>
        <p:nvPicPr>
          <p:cNvPr id="227" name="Picture 226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539" y="3106148"/>
            <a:ext cx="231677" cy="484591"/>
          </a:xfrm>
          <a:prstGeom prst="rect">
            <a:avLst/>
          </a:prstGeom>
        </p:spPr>
      </p:pic>
      <p:pic>
        <p:nvPicPr>
          <p:cNvPr id="228" name="Picture 227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0567" y="3106148"/>
            <a:ext cx="231677" cy="484591"/>
          </a:xfrm>
          <a:prstGeom prst="rect">
            <a:avLst/>
          </a:prstGeom>
        </p:spPr>
      </p:pic>
      <p:pic>
        <p:nvPicPr>
          <p:cNvPr id="229" name="Picture 228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594" y="3106148"/>
            <a:ext cx="231677" cy="484591"/>
          </a:xfrm>
          <a:prstGeom prst="rect">
            <a:avLst/>
          </a:prstGeom>
        </p:spPr>
      </p:pic>
      <p:pic>
        <p:nvPicPr>
          <p:cNvPr id="231" name="Picture 2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68" y="3888441"/>
            <a:ext cx="231677" cy="484591"/>
          </a:xfrm>
          <a:prstGeom prst="rect">
            <a:avLst/>
          </a:prstGeom>
        </p:spPr>
      </p:pic>
      <p:pic>
        <p:nvPicPr>
          <p:cNvPr id="232" name="Picture 2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82" y="3888441"/>
            <a:ext cx="231677" cy="484591"/>
          </a:xfrm>
          <a:prstGeom prst="rect">
            <a:avLst/>
          </a:prstGeom>
        </p:spPr>
      </p:pic>
      <p:pic>
        <p:nvPicPr>
          <p:cNvPr id="233" name="Picture 2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96" y="3888441"/>
            <a:ext cx="231677" cy="484591"/>
          </a:xfrm>
          <a:prstGeom prst="rect">
            <a:avLst/>
          </a:prstGeom>
        </p:spPr>
      </p:pic>
      <p:pic>
        <p:nvPicPr>
          <p:cNvPr id="234" name="Picture 2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810" y="3888441"/>
            <a:ext cx="231677" cy="484591"/>
          </a:xfrm>
          <a:prstGeom prst="rect">
            <a:avLst/>
          </a:prstGeom>
        </p:spPr>
      </p:pic>
      <p:pic>
        <p:nvPicPr>
          <p:cNvPr id="235" name="Picture 2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824" y="3888441"/>
            <a:ext cx="231677" cy="484591"/>
          </a:xfrm>
          <a:prstGeom prst="rect">
            <a:avLst/>
          </a:prstGeom>
        </p:spPr>
      </p:pic>
      <p:pic>
        <p:nvPicPr>
          <p:cNvPr id="237" name="Picture 2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772" y="3874450"/>
            <a:ext cx="231677" cy="484591"/>
          </a:xfrm>
          <a:prstGeom prst="rect">
            <a:avLst/>
          </a:prstGeom>
        </p:spPr>
      </p:pic>
      <p:pic>
        <p:nvPicPr>
          <p:cNvPr id="238" name="Picture 2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800" y="3874450"/>
            <a:ext cx="231677" cy="484591"/>
          </a:xfrm>
          <a:prstGeom prst="rect">
            <a:avLst/>
          </a:prstGeom>
        </p:spPr>
      </p:pic>
      <p:pic>
        <p:nvPicPr>
          <p:cNvPr id="239" name="Picture 2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828" y="3874450"/>
            <a:ext cx="231677" cy="484591"/>
          </a:xfrm>
          <a:prstGeom prst="rect">
            <a:avLst/>
          </a:prstGeom>
        </p:spPr>
      </p:pic>
      <p:pic>
        <p:nvPicPr>
          <p:cNvPr id="240" name="Picture 23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786" y="3888441"/>
            <a:ext cx="231677" cy="484591"/>
          </a:xfrm>
          <a:prstGeom prst="rect">
            <a:avLst/>
          </a:prstGeom>
        </p:spPr>
      </p:pic>
      <p:pic>
        <p:nvPicPr>
          <p:cNvPr id="241" name="Picture 24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14" y="3888441"/>
            <a:ext cx="231677" cy="484591"/>
          </a:xfrm>
          <a:prstGeom prst="rect">
            <a:avLst/>
          </a:prstGeom>
        </p:spPr>
      </p:pic>
      <p:pic>
        <p:nvPicPr>
          <p:cNvPr id="243" name="Picture 2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790" y="3874450"/>
            <a:ext cx="231677" cy="484591"/>
          </a:xfrm>
          <a:prstGeom prst="rect">
            <a:avLst/>
          </a:prstGeom>
        </p:spPr>
      </p:pic>
      <p:pic>
        <p:nvPicPr>
          <p:cNvPr id="244" name="Picture 24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818" y="3874450"/>
            <a:ext cx="231677" cy="484591"/>
          </a:xfrm>
          <a:prstGeom prst="rect">
            <a:avLst/>
          </a:prstGeom>
        </p:spPr>
      </p:pic>
      <p:pic>
        <p:nvPicPr>
          <p:cNvPr id="245" name="Picture 2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776" y="3888441"/>
            <a:ext cx="231677" cy="484591"/>
          </a:xfrm>
          <a:prstGeom prst="rect">
            <a:avLst/>
          </a:prstGeom>
        </p:spPr>
      </p:pic>
      <p:pic>
        <p:nvPicPr>
          <p:cNvPr id="246" name="Picture 24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804" y="3888441"/>
            <a:ext cx="231677" cy="484591"/>
          </a:xfrm>
          <a:prstGeom prst="rect">
            <a:avLst/>
          </a:prstGeom>
        </p:spPr>
      </p:pic>
      <p:pic>
        <p:nvPicPr>
          <p:cNvPr id="247" name="Picture 24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831" y="3888441"/>
            <a:ext cx="231677" cy="484591"/>
          </a:xfrm>
          <a:prstGeom prst="rect">
            <a:avLst/>
          </a:prstGeom>
        </p:spPr>
      </p:pic>
      <p:pic>
        <p:nvPicPr>
          <p:cNvPr id="249" name="Picture 2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794" y="3874450"/>
            <a:ext cx="231677" cy="484591"/>
          </a:xfrm>
          <a:prstGeom prst="rect">
            <a:avLst/>
          </a:prstGeom>
        </p:spPr>
      </p:pic>
      <p:pic>
        <p:nvPicPr>
          <p:cNvPr id="250" name="Picture 249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822" y="3874450"/>
            <a:ext cx="231677" cy="484591"/>
          </a:xfrm>
          <a:prstGeom prst="rect">
            <a:avLst/>
          </a:prstGeom>
        </p:spPr>
      </p:pic>
      <p:pic>
        <p:nvPicPr>
          <p:cNvPr id="251" name="Picture 25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780" y="3888441"/>
            <a:ext cx="231677" cy="484591"/>
          </a:xfrm>
          <a:prstGeom prst="rect">
            <a:avLst/>
          </a:prstGeom>
        </p:spPr>
      </p:pic>
      <p:pic>
        <p:nvPicPr>
          <p:cNvPr id="252" name="Picture 251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808" y="3888441"/>
            <a:ext cx="231677" cy="484591"/>
          </a:xfrm>
          <a:prstGeom prst="rect">
            <a:avLst/>
          </a:prstGeom>
        </p:spPr>
      </p:pic>
      <p:pic>
        <p:nvPicPr>
          <p:cNvPr id="253" name="Picture 252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835" y="3888441"/>
            <a:ext cx="231677" cy="484591"/>
          </a:xfrm>
          <a:prstGeom prst="rect">
            <a:avLst/>
          </a:prstGeom>
        </p:spPr>
      </p:pic>
      <p:pic>
        <p:nvPicPr>
          <p:cNvPr id="255" name="Picture 254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90" y="4667220"/>
            <a:ext cx="231677" cy="484591"/>
          </a:xfrm>
          <a:prstGeom prst="rect">
            <a:avLst/>
          </a:prstGeom>
        </p:spPr>
      </p:pic>
      <p:pic>
        <p:nvPicPr>
          <p:cNvPr id="256" name="Picture 255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04" y="4667220"/>
            <a:ext cx="231677" cy="484591"/>
          </a:xfrm>
          <a:prstGeom prst="rect">
            <a:avLst/>
          </a:prstGeom>
        </p:spPr>
      </p:pic>
      <p:pic>
        <p:nvPicPr>
          <p:cNvPr id="257" name="Picture 256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618" y="4667220"/>
            <a:ext cx="231677" cy="484591"/>
          </a:xfrm>
          <a:prstGeom prst="rect">
            <a:avLst/>
          </a:prstGeom>
        </p:spPr>
      </p:pic>
      <p:pic>
        <p:nvPicPr>
          <p:cNvPr id="258" name="Picture 257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632" y="4667220"/>
            <a:ext cx="231677" cy="484591"/>
          </a:xfrm>
          <a:prstGeom prst="rect">
            <a:avLst/>
          </a:prstGeom>
        </p:spPr>
      </p:pic>
      <p:pic>
        <p:nvPicPr>
          <p:cNvPr id="259" name="Picture 258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646" y="4667220"/>
            <a:ext cx="231677" cy="48459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772" y="4667220"/>
            <a:ext cx="231677" cy="484977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786" y="4666834"/>
            <a:ext cx="231677" cy="484977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800" y="4666834"/>
            <a:ext cx="231677" cy="484977"/>
          </a:xfrm>
          <a:prstGeom prst="rect">
            <a:avLst/>
          </a:prstGeom>
        </p:spPr>
      </p:pic>
      <p:pic>
        <p:nvPicPr>
          <p:cNvPr id="260" name="Picture 25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14" y="4666834"/>
            <a:ext cx="231677" cy="484977"/>
          </a:xfrm>
          <a:prstGeom prst="rect">
            <a:avLst/>
          </a:prstGeom>
        </p:spPr>
      </p:pic>
      <p:pic>
        <p:nvPicPr>
          <p:cNvPr id="261" name="Picture 26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828" y="4666834"/>
            <a:ext cx="231677" cy="484977"/>
          </a:xfrm>
          <a:prstGeom prst="rect">
            <a:avLst/>
          </a:prstGeom>
        </p:spPr>
      </p:pic>
      <p:pic>
        <p:nvPicPr>
          <p:cNvPr id="264" name="Picture 26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776" y="4667220"/>
            <a:ext cx="231677" cy="484977"/>
          </a:xfrm>
          <a:prstGeom prst="rect">
            <a:avLst/>
          </a:prstGeom>
        </p:spPr>
      </p:pic>
      <p:pic>
        <p:nvPicPr>
          <p:cNvPr id="265" name="Picture 26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790" y="4666834"/>
            <a:ext cx="231677" cy="484977"/>
          </a:xfrm>
          <a:prstGeom prst="rect">
            <a:avLst/>
          </a:prstGeom>
        </p:spPr>
      </p:pic>
      <p:pic>
        <p:nvPicPr>
          <p:cNvPr id="266" name="Picture 26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804" y="4666834"/>
            <a:ext cx="231677" cy="484977"/>
          </a:xfrm>
          <a:prstGeom prst="rect">
            <a:avLst/>
          </a:prstGeom>
        </p:spPr>
      </p:pic>
      <p:pic>
        <p:nvPicPr>
          <p:cNvPr id="267" name="Picture 26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818" y="4666834"/>
            <a:ext cx="231677" cy="484977"/>
          </a:xfrm>
          <a:prstGeom prst="rect">
            <a:avLst/>
          </a:prstGeom>
        </p:spPr>
      </p:pic>
      <p:pic>
        <p:nvPicPr>
          <p:cNvPr id="268" name="Picture 26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832" y="4666834"/>
            <a:ext cx="231677" cy="484977"/>
          </a:xfrm>
          <a:prstGeom prst="rect">
            <a:avLst/>
          </a:prstGeom>
        </p:spPr>
      </p:pic>
      <p:pic>
        <p:nvPicPr>
          <p:cNvPr id="270" name="Picture 26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779" y="4672039"/>
            <a:ext cx="231677" cy="484977"/>
          </a:xfrm>
          <a:prstGeom prst="rect">
            <a:avLst/>
          </a:prstGeom>
        </p:spPr>
      </p:pic>
      <p:pic>
        <p:nvPicPr>
          <p:cNvPr id="271" name="Picture 27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793" y="4671653"/>
            <a:ext cx="231677" cy="484977"/>
          </a:xfrm>
          <a:prstGeom prst="rect">
            <a:avLst/>
          </a:prstGeom>
        </p:spPr>
      </p:pic>
      <p:pic>
        <p:nvPicPr>
          <p:cNvPr id="272" name="Picture 271"/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807" y="4671653"/>
            <a:ext cx="231677" cy="484977"/>
          </a:xfrm>
          <a:prstGeom prst="rect">
            <a:avLst/>
          </a:prstGeom>
        </p:spPr>
      </p:pic>
      <p:pic>
        <p:nvPicPr>
          <p:cNvPr id="273" name="Picture 272"/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821" y="4671653"/>
            <a:ext cx="231677" cy="484977"/>
          </a:xfrm>
          <a:prstGeom prst="rect">
            <a:avLst/>
          </a:prstGeom>
        </p:spPr>
      </p:pic>
      <p:pic>
        <p:nvPicPr>
          <p:cNvPr id="274" name="Picture 273"/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835" y="4671653"/>
            <a:ext cx="231677" cy="484977"/>
          </a:xfrm>
          <a:prstGeom prst="rect">
            <a:avLst/>
          </a:prstGeom>
        </p:spPr>
      </p:pic>
      <p:sp>
        <p:nvSpPr>
          <p:cNvPr id="275" name="TextBox 274"/>
          <p:cNvSpPr txBox="1"/>
          <p:nvPr/>
        </p:nvSpPr>
        <p:spPr>
          <a:xfrm>
            <a:off x="2738948" y="5809736"/>
            <a:ext cx="3376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All the cabs in the city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6669394" y="5466180"/>
            <a:ext cx="2060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80% of 15 is 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880251" y="764317"/>
            <a:ext cx="2079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20% of 85 is 17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31796" y="2124026"/>
            <a:ext cx="7315716" cy="145272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Probability of the cab being blue given the witness said it is blue is </a:t>
            </a:r>
          </a:p>
          <a:p>
            <a:pPr algn="ctr"/>
            <a:r>
              <a:rPr lang="en-US" sz="2400" dirty="0"/>
              <a:t>12/(12+17) = 12/29 = 41%</a:t>
            </a:r>
          </a:p>
        </p:txBody>
      </p:sp>
      <p:sp>
        <p:nvSpPr>
          <p:cNvPr id="5" name="Freeform 4"/>
          <p:cNvSpPr/>
          <p:nvPr/>
        </p:nvSpPr>
        <p:spPr>
          <a:xfrm>
            <a:off x="268941" y="3791461"/>
            <a:ext cx="7100047" cy="1465730"/>
          </a:xfrm>
          <a:custGeom>
            <a:avLst/>
            <a:gdLst>
              <a:gd name="connsiteX0" fmla="*/ 0 w 7046259"/>
              <a:gd name="connsiteY0" fmla="*/ 13448 h 1465730"/>
              <a:gd name="connsiteX1" fmla="*/ 7046259 w 7046259"/>
              <a:gd name="connsiteY1" fmla="*/ 13448 h 1465730"/>
              <a:gd name="connsiteX2" fmla="*/ 7046259 w 7046259"/>
              <a:gd name="connsiteY2" fmla="*/ 1465730 h 1465730"/>
              <a:gd name="connsiteX3" fmla="*/ 2138083 w 7046259"/>
              <a:gd name="connsiteY3" fmla="*/ 1452283 h 1465730"/>
              <a:gd name="connsiteX4" fmla="*/ 2138083 w 7046259"/>
              <a:gd name="connsiteY4" fmla="*/ 658906 h 1465730"/>
              <a:gd name="connsiteX5" fmla="*/ 40342 w 7046259"/>
              <a:gd name="connsiteY5" fmla="*/ 658906 h 1465730"/>
              <a:gd name="connsiteX6" fmla="*/ 53789 w 7046259"/>
              <a:gd name="connsiteY6" fmla="*/ 0 h 1465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46259" h="1465730">
                <a:moveTo>
                  <a:pt x="0" y="13448"/>
                </a:moveTo>
                <a:lnTo>
                  <a:pt x="7046259" y="13448"/>
                </a:lnTo>
                <a:lnTo>
                  <a:pt x="7046259" y="1465730"/>
                </a:lnTo>
                <a:lnTo>
                  <a:pt x="2138083" y="1452283"/>
                </a:lnTo>
                <a:lnTo>
                  <a:pt x="2138083" y="658906"/>
                </a:lnTo>
                <a:lnTo>
                  <a:pt x="40342" y="658906"/>
                </a:lnTo>
                <a:lnTo>
                  <a:pt x="53789" y="0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A8C88A6-E596-7C55-DB18-297C8FED4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1840"/>
            <a:ext cx="9144000" cy="81367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>
                <a:latin typeface="Calibri"/>
                <a:ea typeface="ＭＳ Ｐゴシック" charset="0"/>
                <a:cs typeface="Calibri"/>
              </a:rPr>
              <a:t>Getting the correct answer: Another depiction</a:t>
            </a:r>
          </a:p>
        </p:txBody>
      </p:sp>
    </p:spTree>
    <p:extLst>
      <p:ext uri="{BB962C8B-B14F-4D97-AF65-F5344CB8AC3E}">
        <p14:creationId xmlns:p14="http://schemas.microsoft.com/office/powerpoint/2010/main" val="340943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107" y="207964"/>
            <a:ext cx="7886700" cy="995520"/>
          </a:xfrm>
        </p:spPr>
        <p:txBody>
          <a:bodyPr/>
          <a:lstStyle/>
          <a:p>
            <a:r>
              <a:rPr lang="en-US" dirty="0"/>
              <a:t>Bayes’ rule… again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45" y="2514586"/>
            <a:ext cx="90503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Step-by-step: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Identify the “</a:t>
            </a:r>
            <a:r>
              <a:rPr lang="en-US" sz="2400" i="1" dirty="0"/>
              <a:t>disease”</a:t>
            </a:r>
            <a:r>
              <a:rPr lang="en-US" sz="2400" dirty="0"/>
              <a:t> and “</a:t>
            </a:r>
            <a:r>
              <a:rPr lang="en-US" sz="2400" i="1" dirty="0"/>
              <a:t>observation” </a:t>
            </a:r>
            <a:r>
              <a:rPr lang="en-US" sz="2400" dirty="0"/>
              <a:t>for the problem.</a:t>
            </a:r>
          </a:p>
          <a:p>
            <a:pPr marL="914400" lvl="1" indent="-457200">
              <a:buFont typeface="+mj-lt"/>
              <a:buAutoNum type="arabicPeriod"/>
            </a:pPr>
            <a:endParaRPr lang="en-US" sz="1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Use information given to define </a:t>
            </a:r>
            <a:r>
              <a:rPr lang="en-US" sz="2400" i="1" dirty="0"/>
              <a:t>likelihoods </a:t>
            </a:r>
            <a:r>
              <a:rPr lang="en-US" sz="2400" dirty="0"/>
              <a:t>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/>
              <a:t>for each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/>
              <a:t>) and </a:t>
            </a:r>
            <a:r>
              <a:rPr lang="en-US" sz="2400" i="1" dirty="0"/>
              <a:t>priors</a:t>
            </a:r>
            <a:r>
              <a:rPr lang="en-US" sz="2400" dirty="0"/>
              <a:t>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/>
              <a:t> for each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/>
              <a:t>).</a:t>
            </a:r>
          </a:p>
          <a:p>
            <a:pPr marL="914400" lvl="1" indent="-457200">
              <a:buFont typeface="+mj-lt"/>
              <a:buAutoNum type="arabicPeriod"/>
            </a:pPr>
            <a:endParaRPr lang="en-US" sz="1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Calculate numerators for each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endParaRPr lang="en-US" sz="1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Calculate the denominator for all diseases by summing the numerators (one disease must have produced the observation).</a:t>
            </a:r>
          </a:p>
          <a:p>
            <a:pPr marL="914400" lvl="1" indent="-457200">
              <a:buFont typeface="+mj-lt"/>
              <a:buAutoNum type="arabicPeriod"/>
            </a:pPr>
            <a:endParaRPr lang="en-US" sz="1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Divide the numerators by the denominator to be probabilities.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8DD48B-EFED-F242-9D73-47BAC6532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704" y="1363735"/>
            <a:ext cx="44069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816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67863" y="458611"/>
            <a:ext cx="4493172" cy="58502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Calibri"/>
                <a:ea typeface="ＭＳ Ｐゴシック" charset="0"/>
                <a:cs typeface="Calibri"/>
              </a:rPr>
              <a:t>Bayes’ rule... again!</a:t>
            </a:r>
            <a:endParaRPr lang="en-US" u="sng" dirty="0">
              <a:solidFill>
                <a:schemeClr val="tx1"/>
              </a:solidFill>
              <a:latin typeface="Calibri"/>
              <a:ea typeface="ＭＳ Ｐゴシック" charset="0"/>
              <a:cs typeface="Calibri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2075" y="1156041"/>
            <a:ext cx="9058890" cy="2371634"/>
          </a:xfrm>
        </p:spPr>
        <p:txBody>
          <a:bodyPr>
            <a:normAutofit/>
          </a:bodyPr>
          <a:lstStyle/>
          <a:p>
            <a:pPr marL="338138" indent="-14288">
              <a:buNone/>
            </a:pPr>
            <a:r>
              <a:rPr lang="en-US" sz="2800" dirty="0">
                <a:latin typeface="Calibri"/>
                <a:ea typeface="ＭＳ Ｐゴシック" charset="0"/>
                <a:cs typeface="Calibri"/>
              </a:rPr>
              <a:t>	</a:t>
            </a:r>
            <a:r>
              <a:rPr lang="en-US" sz="2800" dirty="0">
                <a:ea typeface="ＭＳ Ｐゴシック" charset="0"/>
                <a:cs typeface="Calibri"/>
              </a:rPr>
              <a:t>Observation: Witness reports blue (</a:t>
            </a:r>
            <a:r>
              <a:rPr lang="en-US" sz="2800" i="1" dirty="0">
                <a:latin typeface="Times New Roman"/>
                <a:ea typeface="ＭＳ Ｐゴシック" charset="0"/>
                <a:cs typeface="Times New Roman"/>
              </a:rPr>
              <a:t>W = b</a:t>
            </a:r>
            <a:r>
              <a:rPr lang="en-US" sz="2800" dirty="0">
                <a:ea typeface="ＭＳ Ｐゴシック" charset="0"/>
                <a:cs typeface="Calibri"/>
              </a:rPr>
              <a:t>) (correct 80%)</a:t>
            </a:r>
            <a:br>
              <a:rPr lang="en-US" sz="2800" dirty="0">
                <a:ea typeface="ＭＳ Ｐゴシック" charset="0"/>
                <a:cs typeface="Calibri"/>
              </a:rPr>
            </a:br>
            <a:r>
              <a:rPr lang="en-US" sz="2800" dirty="0">
                <a:ea typeface="ＭＳ Ｐゴシック" charset="0"/>
                <a:cs typeface="Calibri"/>
              </a:rPr>
              <a:t>“Diseases”:</a:t>
            </a:r>
          </a:p>
          <a:p>
            <a:pPr marL="338138" indent="-14288">
              <a:buFontTx/>
              <a:buNone/>
            </a:pPr>
            <a:r>
              <a:rPr lang="en-US" sz="2800" dirty="0">
                <a:latin typeface="Calibri"/>
                <a:ea typeface="ＭＳ Ｐゴシック" charset="0"/>
                <a:cs typeface="Calibri"/>
              </a:rPr>
              <a:t>			</a:t>
            </a:r>
            <a:r>
              <a:rPr lang="en-US" sz="2800" i="1" dirty="0">
                <a:latin typeface="Times New Roman"/>
                <a:ea typeface="ＭＳ Ｐゴシック" charset="0"/>
                <a:cs typeface="Times New Roman"/>
              </a:rPr>
              <a:t>B</a:t>
            </a:r>
            <a:r>
              <a:rPr lang="en-US" sz="2800" dirty="0">
                <a:latin typeface="Calibri"/>
                <a:ea typeface="ＭＳ Ｐゴシック" charset="0"/>
                <a:cs typeface="Calibri"/>
              </a:rPr>
              <a:t> (the cab in the accident was blue) 15% Prior</a:t>
            </a:r>
          </a:p>
          <a:p>
            <a:pPr marL="338138" indent="-14288">
              <a:buFontTx/>
              <a:buNone/>
            </a:pPr>
            <a:r>
              <a:rPr lang="en-US" sz="2800" dirty="0">
                <a:latin typeface="Calibri"/>
                <a:ea typeface="ＭＳ Ｐゴシック" charset="0"/>
                <a:cs typeface="Calibri"/>
              </a:rPr>
              <a:t>			</a:t>
            </a:r>
            <a:r>
              <a:rPr lang="en-US" sz="2800" i="1" dirty="0">
                <a:latin typeface="Times New Roman"/>
                <a:ea typeface="ＭＳ Ｐゴシック" charset="0"/>
                <a:cs typeface="Times New Roman"/>
              </a:rPr>
              <a:t>G </a:t>
            </a:r>
            <a:r>
              <a:rPr lang="en-US" sz="2800" dirty="0">
                <a:latin typeface="Calibri"/>
                <a:ea typeface="ＭＳ Ｐゴシック" charset="0"/>
                <a:cs typeface="Calibri"/>
              </a:rPr>
              <a:t>(the cab in the accident was green) 85% Prior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34716" y="6477000"/>
            <a:ext cx="4622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(</a:t>
            </a:r>
            <a:r>
              <a:rPr lang="en-US" dirty="0" err="1"/>
              <a:t>Kahneman</a:t>
            </a:r>
            <a:r>
              <a:rPr lang="en-US" dirty="0"/>
              <a:t> &amp; </a:t>
            </a:r>
            <a:r>
              <a:rPr lang="en-US" dirty="0" err="1"/>
              <a:t>Tversky</a:t>
            </a:r>
            <a:r>
              <a:rPr lang="en-US" dirty="0"/>
              <a:t>, 1972; Bar-Hillel, 1980)</a:t>
            </a:r>
          </a:p>
        </p:txBody>
      </p:sp>
      <p:pic>
        <p:nvPicPr>
          <p:cNvPr id="5" name="Picture 4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74" y="3719545"/>
            <a:ext cx="8686800" cy="3858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116" y="4187901"/>
            <a:ext cx="90588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Symbol" charset="0"/>
              <a:buChar char=""/>
            </a:pPr>
            <a:r>
              <a:rPr lang="en-US" sz="2700" dirty="0"/>
              <a:t>Slightly more likely to be Green despite witness saying blue!</a:t>
            </a:r>
          </a:p>
          <a:p>
            <a:pPr marL="457200" indent="-457200">
              <a:buFont typeface="Symbol" charset="0"/>
              <a:buChar char=""/>
            </a:pPr>
            <a:r>
              <a:rPr lang="en-US" sz="2700" dirty="0"/>
              <a:t>Normalize: denominator = 0.12 + 0.17 = 0.29</a:t>
            </a:r>
          </a:p>
        </p:txBody>
      </p:sp>
      <p:pic>
        <p:nvPicPr>
          <p:cNvPr id="7" name="Picture 6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74" y="3196107"/>
            <a:ext cx="8811678" cy="390841"/>
          </a:xfrm>
          <a:prstGeom prst="rect">
            <a:avLst/>
          </a:prstGeom>
        </p:spPr>
      </p:pic>
      <p:pic>
        <p:nvPicPr>
          <p:cNvPr id="8" name="Picture 7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524" y="5295804"/>
            <a:ext cx="4996423" cy="371356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524" y="5721903"/>
            <a:ext cx="4996423" cy="37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1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FA7D7-39FF-CAAE-F324-622D13416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9852F-590E-DA79-FB80-7BCF94C00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053" y="224204"/>
            <a:ext cx="8765931" cy="6409592"/>
          </a:xfrm>
        </p:spPr>
        <p:txBody>
          <a:bodyPr/>
          <a:lstStyle/>
          <a:p>
            <a:r>
              <a:rPr lang="en-US" dirty="0"/>
              <a:t>Foundations in probability</a:t>
            </a:r>
          </a:p>
          <a:p>
            <a:pPr lvl="1"/>
            <a:r>
              <a:rPr lang="en-US" dirty="0"/>
              <a:t>Definitions: Set, outcome set/space, size, event, event set/space, random variables, and probability.</a:t>
            </a:r>
          </a:p>
          <a:p>
            <a:pPr lvl="1"/>
            <a:r>
              <a:rPr lang="en-US" dirty="0"/>
              <a:t>More on probability</a:t>
            </a:r>
          </a:p>
          <a:p>
            <a:pPr lvl="1"/>
            <a:r>
              <a:rPr lang="en-US" dirty="0"/>
              <a:t>Joint probability </a:t>
            </a:r>
          </a:p>
          <a:p>
            <a:pPr lvl="1"/>
            <a:r>
              <a:rPr lang="en-US" dirty="0"/>
              <a:t>Conditional probability as set restriction</a:t>
            </a:r>
          </a:p>
          <a:p>
            <a:pPr lvl="1"/>
            <a:r>
              <a:rPr lang="en-US" dirty="0"/>
              <a:t>Traditional definition of conditional probability</a:t>
            </a:r>
          </a:p>
          <a:p>
            <a:pPr lvl="1"/>
            <a:r>
              <a:rPr lang="en-US" dirty="0"/>
              <a:t>Marginalization and proving Bayes rule</a:t>
            </a:r>
          </a:p>
          <a:p>
            <a:r>
              <a:rPr lang="en-US" dirty="0"/>
              <a:t>Intuitive Bayes</a:t>
            </a:r>
          </a:p>
          <a:p>
            <a:r>
              <a:rPr lang="en-US" dirty="0"/>
              <a:t>Human judgment and heuristics and biases</a:t>
            </a:r>
          </a:p>
          <a:p>
            <a:r>
              <a:rPr lang="en-US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9964403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151"/>
            <a:ext cx="8382000" cy="1143000"/>
          </a:xfrm>
        </p:spPr>
        <p:txBody>
          <a:bodyPr/>
          <a:lstStyle/>
          <a:p>
            <a:r>
              <a:rPr lang="en-US" dirty="0" err="1"/>
              <a:t>Bayesianism</a:t>
            </a:r>
            <a:endParaRPr lang="en-US" dirty="0"/>
          </a:p>
        </p:txBody>
      </p:sp>
      <p:sp>
        <p:nvSpPr>
          <p:cNvPr id="1098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500" y="987856"/>
            <a:ext cx="9017000" cy="57061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Bayesian inference is the mathematics of inductive problems.*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2800" dirty="0"/>
              <a:t>Steps to forming a Bayesian model:</a:t>
            </a:r>
          </a:p>
          <a:p>
            <a:pPr marL="0" indent="0">
              <a:buNone/>
            </a:pPr>
            <a:r>
              <a:rPr lang="en-US" sz="2800" dirty="0"/>
              <a:t>1. Formalize the problem that people face.</a:t>
            </a:r>
          </a:p>
          <a:p>
            <a:pPr marL="0" indent="0">
              <a:buNone/>
            </a:pPr>
            <a:r>
              <a:rPr lang="en-US" sz="2800" dirty="0"/>
              <a:t>2. Formalize the types of knowledge people have when 	solving the problem. </a:t>
            </a:r>
          </a:p>
          <a:p>
            <a:pPr marL="0" indent="0">
              <a:buNone/>
            </a:pPr>
            <a:r>
              <a:rPr lang="en-US" sz="2800" dirty="0"/>
              <a:t>3. Apply Bayes’ rule and see what an ideal learner/observer 	would learn from the data. </a:t>
            </a:r>
          </a:p>
          <a:p>
            <a:pPr marL="0" indent="0">
              <a:buNone/>
            </a:pPr>
            <a:r>
              <a:rPr lang="en-US" sz="2800" dirty="0"/>
              <a:t>4. How does the ideal learner behave?</a:t>
            </a:r>
          </a:p>
          <a:p>
            <a:pPr marL="0" indent="0">
              <a:buNone/>
            </a:pPr>
            <a:r>
              <a:rPr lang="en-US" sz="2800" dirty="0"/>
              <a:t>5. What types of knowledge (*and/or constraints on 	learning) must be assumed for the model and people to 	behave similarly?</a:t>
            </a:r>
          </a:p>
        </p:txBody>
      </p:sp>
    </p:spTree>
    <p:extLst>
      <p:ext uri="{BB962C8B-B14F-4D97-AF65-F5344CB8AC3E}">
        <p14:creationId xmlns:p14="http://schemas.microsoft.com/office/powerpoint/2010/main" val="4007651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8755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221.597"/>
  <p:tag name="LATEXADDIN" val="\documentclass{article}&#10;\usepackage{amsmath}&#10;\pagestyle{empty}&#10;\begin{document}&#10;&#10;$HH \in \{ HH, HT, TH \}$&#10;&#10;&#10;\end{document}"/>
  <p:tag name="IGUANATEXSIZE" val="14"/>
  <p:tag name="IGUANATEXCURSOR" val="12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200.6"/>
  <p:tag name="LATEXADDIN" val="\documentclass{article}&#10;\usepackage{amsmath}&#10;\pagestyle{empty}&#10;\begin{document}&#10;&#10;$ TT \notin \{HH, HH, TH \}$&#10;&#10;&#10;\end{document}"/>
  <p:tag name="IGUANATEXSIZE" val="20"/>
  <p:tag name="IGUANATEXCURSOR" val="10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30.4837"/>
  <p:tag name="LATEXADDIN" val="\documentclass{article}&#10;\usepackage{amsmath}&#10;\pagestyle{empty}&#10;\begin{document}&#10;&#10;&#10;$| \cdot |$&#10;&#10;\end{document}"/>
  <p:tag name="IGUANATEXSIZE" val="32"/>
  <p:tag name="IGUANATEXCURSOR" val="9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3.7046"/>
  <p:tag name="LATEXADDIN" val="\documentclass{article}&#10;\usepackage{amsmath}&#10;\pagestyle{empty}&#10;\begin{document}&#10;&#10;$|S| = 4$&#10;&#10;&#10;\end{document}"/>
  <p:tag name="IGUANATEXSIZE" val="20"/>
  <p:tag name="IGUANATEXCURSOR" val="8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0.9674"/>
  <p:tag name="ORIGINALWIDTH" val="2176.228"/>
  <p:tag name="LATEXADDIN" val="\documentclass{article}&#10;\usepackage{amsmath}&#10;\pagestyle{empty}&#10;\begin{document}&#10;&#10;\noindent Let $C_n$ be the outcome of the $n$-th coin. \\&#10;So, $C_1$ is the outcome of the 1st coin.&#10;&#10;&#10;\end{document}"/>
  <p:tag name="IGUANATEXSIZE" val="20"/>
  <p:tag name="IGUANATEXCURSOR" val="18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1.2261"/>
  <p:tag name="ORIGINALWIDTH" val="2384.702"/>
  <p:tag name="LATEXADDIN" val="\documentclass{article}&#10;\usepackage{amsmath}&#10;\pagestyle{empty}&#10;\begin{document}&#10;&#10;&#10;$P(C_1 = H) = \frac{|\{ HH, HT \} |}{ |\{ HH, HT, TH, TT \} |} = 2/4=1/2 $&#10;&#10;\end{document}"/>
  <p:tag name="IGUANATEXSIZE" val="28"/>
  <p:tag name="IGUANATEXCURSOR" val="15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568.429"/>
  <p:tag name="LATEXADDIN" val="\documentclass{article}&#10;\usepackage{amsmath}&#10;\pagestyle{empty}&#10;\begin{document}&#10;&#10;$P(C_1= H, C_2 = T) = P((C_1 = H) \cap (C_2=T))$&#10;&#10;&#10;\end{document}"/>
  <p:tag name="IGUANATEXSIZE" val="20"/>
  <p:tag name="IGUANATEXCURSOR" val="8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586.4267"/>
  <p:tag name="LATEXADDIN" val="\documentclass{article}&#10;\usepackage{amsmath}&#10;\pagestyle{empty}&#10;\begin{document}&#10;&#10;&#10;$\{HH, HT\}$&#10;&#10;\end{document}"/>
  <p:tag name="IGUANATEXSIZE" val="20"/>
  <p:tag name="IGUANATEXCURSOR" val="9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539.1826"/>
  <p:tag name="LATEXADDIN" val="\documentclass{article}&#10;\usepackage{amsmath}&#10;\pagestyle{empty}&#10;\begin{document}&#10;&#10;$\{ HT, TT \}$&#10;&#10;&#10;\end{document}"/>
  <p:tag name="IGUANATEXSIZE" val="20"/>
  <p:tag name="IGUANATEXCURSOR" val="9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7.24032"/>
  <p:tag name="ORIGINALWIDTH" val="69.74126"/>
  <p:tag name="LATEXADDIN" val="\documentclass{article}&#10;\usepackage{amsmath}&#10;\pagestyle{empty}&#10;\begin{document}&#10;&#10;&#10;$\cap$&#10;&#10;\end{document}"/>
  <p:tag name="IGUANATEXSIZE" val="20"/>
  <p:tag name="IGUANATEXCURSOR" val="8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43.9445"/>
  <p:tag name="LATEXADDIN" val="\documentclass{article}&#10;\usepackage{amsmath}&#10;\pagestyle{empty}&#10;\begin{document}&#10;&#10;$= \{HT \}$&#10;&#10;&#10;\end{document}"/>
  <p:tag name="IGUANATEXSIZE" val="20"/>
  <p:tag name="IGUANATEXCURSOR" val="9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1.2261"/>
  <p:tag name="ORIGINALWIDTH" val="2365.954"/>
  <p:tag name="LATEXADDIN" val="\documentclass{article}&#10;\usepackage{amsmath}&#10;\pagestyle{empty}&#10;\begin{document}&#10;&#10;$P(C_1= H, C_2 = T) = \frac{| \{HT \} |}{|\{HH, HT, TH, TT \} |} = \frac{1}{4}$&#10;&#10;&#10;\end{document}"/>
  <p:tag name="IGUANATEXSIZE" val="20"/>
  <p:tag name="IGUANATEXCURSOR" val="15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037.12"/>
  <p:tag name="LATEXADDIN" val="\documentclass{article}&#10;\usepackage{amsmath}&#10;\pagestyle{empty}&#10;\begin{document}&#10;&#10;$P(C_2 = T | C_1 = H) $&#10;&#10;&#10;\end{document}"/>
  <p:tag name="IGUANATEXSIZE" val="20"/>
  <p:tag name="IGUANATEXCURSOR" val="10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1690.289"/>
  <p:tag name="LATEXADDIN" val="\documentclass{article}&#10;\usepackage{amsmath}&#10;\pagestyle{empty}&#10;\begin{document}&#10;&#10;\noindent E.g., $X_1$ is &quot;at least one head&quot;. &#10;&#10;\end{document}"/>
  <p:tag name="IGUANATEXSIZE" val="20"/>
  <p:tag name="IGUANATEXCURSOR" val="12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0.9674"/>
  <p:tag name="ORIGINALWIDTH" val="2176.228"/>
  <p:tag name="LATEXADDIN" val="\documentclass{article}&#10;\usepackage{amsmath}&#10;\pagestyle{empty}&#10;\begin{document}&#10;&#10;\noindent Let $C_n$ be the outcome of the $n$-th coin. \\&#10;So, $C_1$ is the outcome of the 1st coin.&#10;&#10;&#10;\end{document}"/>
  <p:tag name="IGUANATEXSIZE" val="20"/>
  <p:tag name="IGUANATEXCURSOR" val="18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908.8864"/>
  <p:tag name="LATEXADDIN" val="\documentclass{article}&#10;\usepackage{amsmath}&#10;\pagestyle{empty}&#10;\begin{document}&#10;&#10;$P(C_1 | X_1 = T) =  $&#10;&#10;&#10;\end{document}"/>
  <p:tag name="IGUANATEXSIZE" val="20"/>
  <p:tag name="IGUANATEXCURSOR" val="10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908.8864"/>
  <p:tag name="LATEXADDIN" val="\documentclass{article}&#10;\usepackage{amsmath}&#10;\pagestyle{empty}&#10;\begin{document}&#10;&#10;$P(C_1 | X_1 = T) =  $&#10;&#10;&#10;\end{document}"/>
  <p:tag name="IGUANATEXSIZE" val="20"/>
  <p:tag name="IGUANATEXCURSOR" val="10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0.4762"/>
  <p:tag name="ORIGINALWIDTH" val="2142.482"/>
  <p:tag name="LATEXADDIN" val="\documentclass{article}&#10;\usepackage{amsmath}&#10;\pagestyle{empty}&#10;\begin{document}&#10;&#10;$P(C_1 = H | X_1 = T) = \frac{P(C_1=H, X_1=True)}{P(X_1=True)}$&#10;&#10;&#10;\end{document}"/>
  <p:tag name="IGUANATEXSIZE" val="20"/>
  <p:tag name="IGUANATEXCURSOR" val="14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592.4259"/>
  <p:tag name="LATEXADDIN" val="\documentclass{article}&#10;\usepackage{amsmath}&#10;\pagestyle{empty}&#10;\begin{document}&#10;&#10;$P(X_1=T)$&#10;&#10;\end{document}"/>
  <p:tag name="IGUANATEXSIZE" val="20"/>
  <p:tag name="IGUANATEXCURSOR" val="9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37.045"/>
  <p:tag name="LATEXADDIN" val="\documentclass{article}&#10;\usepackage{amsmath}&#10;\pagestyle{empty}&#10;\begin{document}&#10;&#10;$ (C=H) \cap (X_1 = T) = \{HH,HT\} \cap \{HH, HT, TH\} = \{HH, HT \} $ &#10;&#10;\end{document}"/>
  <p:tag name="IGUANATEXSIZE" val="20"/>
  <p:tag name="IGUANATEXCURSOR" val="10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122.235"/>
  <p:tag name="LATEXADDIN" val="\documentclass{article}&#10;\usepackage{amsmath}&#10;\pagestyle{empty}&#10;\begin{document}&#10;&#10;$ \Rightarrow P(C_1=H,X_1=True) = 2/4 = 1/2$&#10;&#10;\end{document}"/>
  <p:tag name="IGUANATEXSIZE" val="20"/>
  <p:tag name="IGUANATEXCURSOR" val="12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2.9809"/>
  <p:tag name="ORIGINALWIDTH" val="2346.457"/>
  <p:tag name="LATEXADDIN" val="\documentclass{article}&#10;\usepackage{amsmath}&#10;\pagestyle{empty}&#10;\begin{document}&#10;&#10;$P(X_1 = T) = \sum_{a \in \{T, F\} }{P(X_1 = T, C_1 = a)}$&#10;&#10;\end{document}"/>
  <p:tag name="IGUANATEXSIZE" val="20"/>
  <p:tag name="IGUANATEXCURSOR" val="14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050.619"/>
  <p:tag name="LATEXADDIN" val="\documentclass{article}&#10;\usepackage{amsmath}&#10;\pagestyle{empty}&#10;\begin{document}&#10;&#10;$P(X_1=T) = P(X_1 = T, C_1 = T) + P(X_1 = T, C_1 = H)$&#10;&#10;\end{document}"/>
  <p:tag name="IGUANATEXSIZE" val="20"/>
  <p:tag name="IGUANATEXCURSOR" val="9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0.4762"/>
  <p:tag name="ORIGINALWIDTH" val="2460.443"/>
  <p:tag name="LATEXADDIN" val="\documentclass{article}&#10;\usepackage{amsmath}&#10;\pagestyle{empty}&#10;\begin{document}&#10;&#10;$P(A|B)=\frac{P(A,B)}{P(B)} \Rightarrow P(A,B) = P(A|B) P(B)$&#10;&#10;\end{document}"/>
  <p:tag name="IGUANATEXSIZE" val="28"/>
  <p:tag name="IGUANATEXCURSOR" val="14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857.1428"/>
  <p:tag name="LATEXADDIN" val="\documentclass{article}&#10;\usepackage{amsmath}&#10;\pagestyle{empty}&#10;\begin{document}&#10;&#10;$P(A=a | B=b)$&#10;&#10;\end{document}"/>
  <p:tag name="IGUANATEXSIZE" val="20"/>
  <p:tag name="IGUANATEXCURSOR" val="9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0.4762"/>
  <p:tag name="ORIGINALWIDTH" val="2987.626"/>
  <p:tag name="LATEXADDIN" val="\documentclass{article}&#10;\usepackage{amsmath}&#10;\pagestyle{empty}&#10;\begin{document}&#10;&#10;$P(B|A) = \frac{P(B,A)}{P(A)} = \frac{P(A,B)}{P(A)} \Rightarrow P(A,B) = P(B|A)P(A)$&#10;&#10;\end{document}"/>
  <p:tag name="IGUANATEXSIZE" val="20"/>
  <p:tag name="IGUANATEXCURSOR" val="164"/>
  <p:tag name="TRANSPARENCY" val="True"/>
  <p:tag name="FILENAME" val=""/>
  <p:tag name="LATEXENGINEID" val="0"/>
  <p:tag name="TEMPFOLDER" val="c:\temp\"/>
  <p:tag name="LATEXFORMHEIGHT" val="330.75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6.6929"/>
  <p:tag name="ORIGINALWIDTH" val="2185.977"/>
  <p:tag name="LATEXADDIN" val="\documentclass{article}&#10;\usepackage{amsmath}&#10;\pagestyle{empty}&#10;\begin{document}&#10;&#10;\noindent $P(A|B)P(B) = P(A,B) = P(B|A)P(A)$ \\&#10;&#10;$\Rightarrow P(A|B) = \frac{P(B|A)P(A)}{P(B)}$&#10;&#10;\end{document}"/>
  <p:tag name="IGUANATEXSIZE" val="20"/>
  <p:tag name="IGUANATEXCURSOR" val="17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4985</TotalTime>
  <Words>3312</Words>
  <Application>Microsoft Office PowerPoint</Application>
  <PresentationFormat>On-screen Show (4:3)</PresentationFormat>
  <Paragraphs>486</Paragraphs>
  <Slides>43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ＭＳ Ｐゴシック</vt:lpstr>
      <vt:lpstr>Arial</vt:lpstr>
      <vt:lpstr>Calibri</vt:lpstr>
      <vt:lpstr>Symbol</vt:lpstr>
      <vt:lpstr>Times New Roman</vt:lpstr>
      <vt:lpstr>Office Theme</vt:lpstr>
      <vt:lpstr>Basic Bayes and Judgment</vt:lpstr>
      <vt:lpstr>PowerPoint Presentation</vt:lpstr>
      <vt:lpstr>Foundations of Probability</vt:lpstr>
      <vt:lpstr>Foundations of Probability</vt:lpstr>
      <vt:lpstr>Foundations of Probability</vt:lpstr>
      <vt:lpstr>Foundations of Probability</vt:lpstr>
      <vt:lpstr>Foundations of Probability</vt:lpstr>
      <vt:lpstr>Foundations of Probability</vt:lpstr>
      <vt:lpstr>Foundations of Probability</vt:lpstr>
      <vt:lpstr>More on Conditional Probability</vt:lpstr>
      <vt:lpstr>Conditional Probability Redux</vt:lpstr>
      <vt:lpstr>Marginalization</vt:lpstr>
      <vt:lpstr>Proving Bayes’ Theorem</vt:lpstr>
      <vt:lpstr>PowerPoint Presentation</vt:lpstr>
      <vt:lpstr>In a dark and depressing world...</vt:lpstr>
      <vt:lpstr>In a dark and depressing world...</vt:lpstr>
      <vt:lpstr>Writing probabilities</vt:lpstr>
      <vt:lpstr>PowerPoint Presentation</vt:lpstr>
      <vt:lpstr>PowerPoint Presentation</vt:lpstr>
      <vt:lpstr>Bayes’ rule</vt:lpstr>
      <vt:lpstr>Bayes’ rule via word math</vt:lpstr>
      <vt:lpstr>Bayes’ rule</vt:lpstr>
      <vt:lpstr>Bayes’ rule</vt:lpstr>
      <vt:lpstr>Bayes’ rule</vt:lpstr>
      <vt:lpstr>Bayes’ rule</vt:lpstr>
      <vt:lpstr>Bayes’ rule</vt:lpstr>
      <vt:lpstr>PowerPoint Presentation</vt:lpstr>
      <vt:lpstr>What is reasoning and why do it?</vt:lpstr>
      <vt:lpstr>Deduction and Induction</vt:lpstr>
      <vt:lpstr>Deduction vs. Induction</vt:lpstr>
      <vt:lpstr>Judgment</vt:lpstr>
      <vt:lpstr>PowerPoint Presentation</vt:lpstr>
      <vt:lpstr>Base-rate neglect</vt:lpstr>
      <vt:lpstr>Heuristics and biases</vt:lpstr>
      <vt:lpstr>Heuristics and Biases for Cognition</vt:lpstr>
      <vt:lpstr>Getting the correct answer:  Depicting the situation (Witness said blue)</vt:lpstr>
      <vt:lpstr>Getting the correct answer: Another depiction</vt:lpstr>
      <vt:lpstr>Getting the correct answer: Another depiction</vt:lpstr>
      <vt:lpstr>Getting the correct answer: Another depiction</vt:lpstr>
      <vt:lpstr>Bayes’ rule… again</vt:lpstr>
      <vt:lpstr>Bayes’ rule... again!</vt:lpstr>
      <vt:lpstr>PowerPoint Presentation</vt:lpstr>
      <vt:lpstr>Bayesianism</vt:lpstr>
    </vt:vector>
  </TitlesOfParts>
  <Company>Brown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Joseph Austerweil</dc:creator>
  <cp:lastModifiedBy>Joe Austerweil</cp:lastModifiedBy>
  <cp:revision>181</cp:revision>
  <cp:lastPrinted>2017-09-13T02:18:10Z</cp:lastPrinted>
  <dcterms:created xsi:type="dcterms:W3CDTF">2015-09-05T16:34:09Z</dcterms:created>
  <dcterms:modified xsi:type="dcterms:W3CDTF">2025-01-23T03:46:18Z</dcterms:modified>
</cp:coreProperties>
</file>