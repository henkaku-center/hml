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.xml" ContentType="application/vnd.openxmlformats-officedocument.presentationml.tags+xml"/>
  <Override PartName="/ppt/notesSlides/notesSlide2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0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33.xml" ContentType="application/vnd.openxmlformats-officedocument.presentationml.notesSlide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34.xml" ContentType="application/vnd.openxmlformats-officedocument.presentationml.notesSlide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5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36.xml" ContentType="application/vnd.openxmlformats-officedocument.presentationml.notesSlide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7.xml" ContentType="application/vnd.openxmlformats-officedocument.presentationml.notesSlide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38.xml" ContentType="application/vnd.openxmlformats-officedocument.presentationml.notesSlide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9.xml" ContentType="application/vnd.openxmlformats-officedocument.presentationml.notesSlide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44.xml" ContentType="application/vnd.openxmlformats-officedocument.presentationml.notesSlide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45.xml" ContentType="application/vnd.openxmlformats-officedocument.presentationml.notesSlide+xml"/>
  <Override PartName="/ppt/ink/ink162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56.xml" ContentType="application/vnd.openxmlformats-officedocument.presentationml.notesSlide+xml"/>
  <Override PartName="/ppt/ink/ink172.xml" ContentType="application/inkml+xml"/>
  <Override PartName="/ppt/ink/ink173.xml" ContentType="application/inkml+xml"/>
  <Override PartName="/ppt/ink/ink174.xml" ContentType="application/inkml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57.xml" ContentType="application/vnd.openxmlformats-officedocument.presentationml.notesSlide+xml"/>
  <Override PartName="/ppt/ink/ink175.xml" ContentType="application/inkml+xml"/>
  <Override PartName="/ppt/ink/ink176.xml" ContentType="application/inkml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58.xml" ContentType="application/vnd.openxmlformats-officedocument.presentationml.notesSlide+xml"/>
  <Override PartName="/ppt/ink/ink177.xml" ContentType="application/inkml+xml"/>
  <Override PartName="/ppt/ink/ink178.xml" ContentType="application/inkml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5"/>
  </p:notesMasterIdLst>
  <p:sldIdLst>
    <p:sldId id="257" r:id="rId2"/>
    <p:sldId id="795" r:id="rId3"/>
    <p:sldId id="259" r:id="rId4"/>
    <p:sldId id="586" r:id="rId5"/>
    <p:sldId id="587" r:id="rId6"/>
    <p:sldId id="792" r:id="rId7"/>
    <p:sldId id="781" r:id="rId8"/>
    <p:sldId id="449" r:id="rId9"/>
    <p:sldId id="780" r:id="rId10"/>
    <p:sldId id="598" r:id="rId11"/>
    <p:sldId id="796" r:id="rId12"/>
    <p:sldId id="315" r:id="rId13"/>
    <p:sldId id="316" r:id="rId14"/>
    <p:sldId id="317" r:id="rId15"/>
    <p:sldId id="318" r:id="rId16"/>
    <p:sldId id="296" r:id="rId17"/>
    <p:sldId id="319" r:id="rId18"/>
    <p:sldId id="320" r:id="rId19"/>
    <p:sldId id="321" r:id="rId20"/>
    <p:sldId id="335" r:id="rId21"/>
    <p:sldId id="336" r:id="rId22"/>
    <p:sldId id="337" r:id="rId23"/>
    <p:sldId id="338" r:id="rId24"/>
    <p:sldId id="339" r:id="rId25"/>
    <p:sldId id="788" r:id="rId26"/>
    <p:sldId id="322" r:id="rId27"/>
    <p:sldId id="323" r:id="rId28"/>
    <p:sldId id="324" r:id="rId29"/>
    <p:sldId id="325" r:id="rId30"/>
    <p:sldId id="327" r:id="rId31"/>
    <p:sldId id="328" r:id="rId32"/>
    <p:sldId id="329" r:id="rId33"/>
    <p:sldId id="330" r:id="rId34"/>
    <p:sldId id="331" r:id="rId35"/>
    <p:sldId id="306" r:id="rId36"/>
    <p:sldId id="332" r:id="rId37"/>
    <p:sldId id="333" r:id="rId38"/>
    <p:sldId id="334" r:id="rId39"/>
    <p:sldId id="298" r:id="rId40"/>
    <p:sldId id="299" r:id="rId41"/>
    <p:sldId id="789" r:id="rId42"/>
    <p:sldId id="308" r:id="rId43"/>
    <p:sldId id="309" r:id="rId44"/>
    <p:sldId id="310" r:id="rId45"/>
    <p:sldId id="805" r:id="rId46"/>
    <p:sldId id="797" r:id="rId47"/>
    <p:sldId id="588" r:id="rId48"/>
    <p:sldId id="600" r:id="rId49"/>
    <p:sldId id="601" r:id="rId50"/>
    <p:sldId id="787" r:id="rId51"/>
    <p:sldId id="568" r:id="rId52"/>
    <p:sldId id="569" r:id="rId53"/>
    <p:sldId id="798" r:id="rId54"/>
    <p:sldId id="570" r:id="rId55"/>
    <p:sldId id="558" r:id="rId56"/>
    <p:sldId id="567" r:id="rId57"/>
    <p:sldId id="799" r:id="rId58"/>
    <p:sldId id="573" r:id="rId59"/>
    <p:sldId id="800" r:id="rId60"/>
    <p:sldId id="574" r:id="rId61"/>
    <p:sldId id="575" r:id="rId62"/>
    <p:sldId id="576" r:id="rId63"/>
    <p:sldId id="577" r:id="rId64"/>
    <p:sldId id="581" r:id="rId65"/>
    <p:sldId id="801" r:id="rId66"/>
    <p:sldId id="782" r:id="rId67"/>
    <p:sldId id="341" r:id="rId68"/>
    <p:sldId id="350" r:id="rId69"/>
    <p:sldId id="351" r:id="rId70"/>
    <p:sldId id="594" r:id="rId71"/>
    <p:sldId id="340" r:id="rId72"/>
    <p:sldId id="595" r:id="rId73"/>
    <p:sldId id="802" r:id="rId74"/>
    <p:sldId id="578" r:id="rId75"/>
    <p:sldId id="579" r:id="rId76"/>
    <p:sldId id="353" r:id="rId77"/>
    <p:sldId id="354" r:id="rId78"/>
    <p:sldId id="355" r:id="rId79"/>
    <p:sldId id="580" r:id="rId80"/>
    <p:sldId id="803" r:id="rId81"/>
    <p:sldId id="590" r:id="rId82"/>
    <p:sldId id="804" r:id="rId83"/>
    <p:sldId id="302" r:id="rId84"/>
    <p:sldId id="303" r:id="rId85"/>
    <p:sldId id="304" r:id="rId86"/>
    <p:sldId id="596" r:id="rId87"/>
    <p:sldId id="806" r:id="rId88"/>
    <p:sldId id="589" r:id="rId89"/>
    <p:sldId id="279" r:id="rId90"/>
    <p:sldId id="278" r:id="rId91"/>
    <p:sldId id="277" r:id="rId92"/>
    <p:sldId id="301" r:id="rId93"/>
    <p:sldId id="280" r:id="rId94"/>
    <p:sldId id="281" r:id="rId95"/>
    <p:sldId id="282" r:id="rId96"/>
    <p:sldId id="283" r:id="rId97"/>
    <p:sldId id="284" r:id="rId98"/>
    <p:sldId id="285" r:id="rId99"/>
    <p:sldId id="286" r:id="rId100"/>
    <p:sldId id="287" r:id="rId101"/>
    <p:sldId id="288" r:id="rId102"/>
    <p:sldId id="268" r:id="rId103"/>
    <p:sldId id="265" r:id="rId10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06" autoAdjust="0"/>
    <p:restoredTop sz="89180" autoAdjust="0"/>
  </p:normalViewPr>
  <p:slideViewPr>
    <p:cSldViewPr snapToGrid="0" snapToObjects="1">
      <p:cViewPr varScale="1">
        <p:scale>
          <a:sx n="98" d="100"/>
          <a:sy n="98" d="100"/>
        </p:scale>
        <p:origin x="18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0:03:22.7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910 112,'-4'0,"0"-1,0-1,0 1,0 0,0-1,0 0,0 0,1 0,-6-4,-20-10,-88-20,97 28,-1 1,0 1,0 0,-1 2,-35-3,-111 5,90 3,57 1,-1 0,-30 7,-6 2,49-9,0 0,0 0,0 1,1 0,-1 1,1 0,0 0,0 1,0 0,1 0,-1 1,1 0,-7 9,10-12,1 1,-1 0,1 0,0 0,0 0,1 1,-1-1,1 1,0-1,0 1,0 0,1 0,0 0,0 0,0 0,1 0,-1 0,1 1,0-1,1 0,-1 0,1 0,0 0,3 9,-1-9,1 0,-1 0,1 0,0 0,1 0,-1-1,1 0,0 0,0 0,0 0,1-1,-1 0,1 0,7 2,0 1,1-1,1 0,-1-1,29 4,20-4,74-7,-74 0,71 7,-69 6,-45-5,-1-2,31 1,-42-3,0-1,0-1,0 0,1 0,-1 0,0-1,13-5,-16 5,-1-1,1 0,-1 0,1 0,-1 0,0-1,0 1,-1-1,1 0,-1-1,0 1,5-9,0 1,1 1,0-1,16-14,15-20,-39 44,0 0,0 1,0-1,0 0,-1 0,1 1,-1-1,1 0,-1 0,0 0,0 0,0 1,0-1,0 0,0 0,0 0,0 0,-1 0,1 1,-1-1,0 0,1 0,-1 1,0-1,0 0,0 1,0-1,-2-1,0-1,0 1,0-1,-1 1,1 0,-1 0,1 0,-1 1,0 0,0-1,0 1,-5-1,-6-2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0:03:34.2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387 1,'2'0,"-1"1,1 0,0 0,-1 0,1 0,-1 0,1 0,-1 0,0 1,0-1,1 0,-1 1,0-1,0 1,0-1,0 1,-1 0,1-1,1 4,12 35,-8-17,1 0,2 0,12 24,-11-27,-1 0,-2 1,1 0,4 28,10 49,-12-60,5 43,-13-67,-2-1,1 1,-1-1,-1 0,-1 1,0-1,-4 15,4-19,-1 0,0 0,0 0,0-1,-1 1,-1-1,1 0,-2-1,1 1,-1-1,0 0,0 0,0-1,-1 0,0 0,-1 0,1-1,-1 0,0 0,-1-1,1 0,-18 5,-29 7,-86 15,93-22,30-5,-1 0,-28 0,36-3,1 0,0 1,-1 0,-14 5,25-7,0 0,0 0,0 1,-1-1,1 0,0 0,0 0,0 0,0 0,-1 0,1 0,0 0,0 0,0 0,-1 0,1 0,0 0,0-1,0 1,0 0,-1 0,1 0,0 0,0 0,0 0,0 0,0 0,0 0,-1-1,1 1,0 0,0 0,0 0,0 0,0 0,0-1,0 1,0 0,0 0,-1 0,1 0,0-1,0 1,0 0,0 0,0-1,2-12,8-14,-10 26,7-19,-6 15,1 0,0 0,-1 1,2-1,-1 0,0 1,1 0,0-1,0 1,0 0,1 0,5-5,-55 64,44-53,1-1,-1 1,1 0,0 0,0 0,0 0,0 0,0 0,0 0,1 1,-1-1,1 0,-1 0,1 1,0-1,0 0,0 0,0 1,0-1,1 0,-1 0,1 1,-1-1,1 0,0 0,0 0,2 4,-1-4,0 0,0 0,0 1,1-1,-1-1,0 1,1 0,-1-1,1 1,0-1,0 0,-1 0,1 0,0 0,0 0,0-1,0 1,0-1,0 0,5 0,-7 0,0 0,1 0,-1 0,0 0,0 0,0-1,0 1,1 0,-1-1,0 1,0-1,0 1,0-1,0 1,0-1,0 0,0 1,-1-1,1 0,0 0,0 0,0 0,-1 0,1 0,0-1,0-1,0 0,-1 1,1-1,-1 0,1 1,-1-1,0 0,0 0,0 0,-2-4,-1-8,-1 1,-1-1,-7-15,9 23,-11-61,10 48,7 49,8 28,1 25,-12-63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0:44:36.4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07:45.376"/>
    </inkml:context>
    <inkml:brush xml:id="br0">
      <inkml:brushProperty name="width" value="0.05" units="cm"/>
      <inkml:brushProperty name="height" value="0.05" units="cm"/>
      <inkml:brushProperty name="color" value="#00B0F0"/>
      <inkml:brushProperty name="ignorePressure" value="1"/>
    </inkml:brush>
  </inkml:definitions>
  <inkml:trace contextRef="#ctx0" brushRef="#br0">1152 68,'0'-1,"0"0,-1 0,1 0,-1 0,1 0,-1 0,0 0,1 0,-1 0,0 1,1-1,-1 0,0 1,0-1,0 0,0 1,0-1,1 1,-1-1,0 1,0 0,0-1,0 1,-1 0,1 0,0 0,-1 0,-35-5,33 5,-20-3,0 0,-42-13,46 9,-1 2,0 1,0 0,-28 0,-570 6,609-2,1 1,-1 0,0 1,1 0,0 1,-1 0,1 0,0 1,1 0,-1 1,1 0,0 0,0 1,0 0,1 0,0 1,0 0,0 0,1 1,0-1,-7 14,8-12,0-1,1 1,0 0,0 0,1 0,0 0,1 1,0-1,1 1,0-1,0 1,1 0,0-1,1 1,0 0,0-1,1 1,0-1,1 1,0-1,7 15,-3-13,0 1,0-1,1-1,9 11,7 10,10 12,3-6,-32-30,1-1,0 1,0-2,0 1,1-1,0 0,0 0,0-1,0 1,9 2,11 3,-8-2,0-2,1 1,0-2,0-1,0 0,35 1,43-4,114-4,-191-1,-1 0,33-10,-35 8,0 1,1 1,30-3,-40 6,0 0,-1 0,1 0,-1-1,0 0,1-1,-1 0,0 0,0-1,-1 0,1 0,-1-1,0 0,0 0,-1 0,1-1,-1 0,0-1,-1 1,1-1,-2 0,1 0,-1-1,0 1,5-13,-4 11,0 0,0 0,1 1,0-1,13-11,-13 13,0 1,0-2,0 1,-1 0,0-1,0 0,-1-1,5-11,-5 5,-1 0,-1 0,0 0,-1 0,-1-26,0 35,0 0,-1 0,1 0,-2 0,1 0,0 0,-1 0,0 0,-1 1,1-1,-1 1,0 0,0 0,-1 0,1 0,-1 0,-5-4,-37-11,30 15,2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07:52.077"/>
    </inkml:context>
    <inkml:brush xml:id="br0">
      <inkml:brushProperty name="width" value="0.05" units="cm"/>
      <inkml:brushProperty name="height" value="0.05" units="cm"/>
      <inkml:brushProperty name="color" value="#00B0F0"/>
      <inkml:brushProperty name="ignorePressure" value="1"/>
    </inkml:brush>
  </inkml:definitions>
  <inkml:trace contextRef="#ctx0" brushRef="#br0">6981 1034,'-65'20,"-66"2,90-14,-1-1,-77 3,-881-12,542 3,438 0,0 1,-28 7,28-5,-1-1,-26 2,-24-6,36-1,0 2,1 2,-66 11,73-8,-1-2,-51 1,47-3,-58 8,33-1,0-4,-1-1,-64-6,9 0,55 3,5-2,0 3,-84 13,80-7,0-2,0-3,-58-5,5 1,-929 2,1020 1,-1 1,-28 6,27-3,1-2,-28 1,-101-3,-163-20,244 13,-116 7,-31-2,137-9,43 5,-46-2,15 6,-94-14,76 8,68 8,0-2,0 0,1-1,-1 0,1-1,-1-1,-26-11,7 0,-64-17,75 26,0-1,0-1,1-1,0-1,1-1,-32-22,38 19,1-1,1-1,0-1,1 0,1 0,0-1,1-1,2 0,-1 0,2-1,1 0,1-1,-7-34,3-6,2-1,0-76,8 106,-1 17,1 0,1 0,0 1,5-22,-4 31,-1 0,1 0,0 1,1-1,-1 0,1 1,0-1,0 1,0 0,1 0,-1 0,1 1,0-1,0 1,0 0,7-4,-1 1,0 0,1 0,-1 1,1 1,0 0,1 0,-1 1,15-2,70-14,-65 12,0 1,1 1,44-1,-42 8,-25-1,0 0,0 0,0-1,0 0,0-1,0 0,-1 0,1-1,0 0,0-1,9-4,-17 7,0-1,-1 1,1-1,0 1,-1-1,1 1,0-1,-1 0,1 1,-1-1,1 0,-1 0,0 1,1-1,-1 0,0 0,1 0,-1 1,0-1,0 0,0 0,0 0,0 0,0 0,0 0,0 1,0-1,0 0,0 0,0 0,-1 0,1 1,0-1,-1 0,1 0,0 0,-1 1,1-1,-1 0,0 1,1-1,-1 0,1 1,-1-1,0 1,-1-2,-42-30,28 22,-13-21,28 31,1-1,-1 1,1-1,-1 1,1-1,-1 0,1 1,-1-1,1 1,0-1,-1 0,1 1,0-1,0 0,-1 0,1 1,0-1,0 0,0 1,0-1,0 0,0 0,0 1,0-1,0 0,1 1,-1-1,0 0,0 0,1 1,-1-1,0 1,1-1,-1 0,0 1,1-1,-1 1,1-1,-1 1,1-1,0 1,-1-1,1 1,-1-1,1 1,0 0,-1-1,1 1,0 0,-1 0,1-1,1 1,1 0,0 0,1 0,-1 1,0-1,0 1,1 0,-1 0,0 0,0 0,0 1,0-1,0 1,0-1,-1 1,1 0,4 4,-1-1,-1 0,0 0,0 0,0 0,-1 1,8 11,-10-12,0 1,0-1,-1 1,1 0,-1-1,-1 1,1 0,-1 0,0-1,0 1,-1 0,-2 8,1-2,-2 1,1-2,-2 1,-9 18,14-29,0-1,0 0,0 0,0 0,0 1,0-1,0 0,0 0,0 0,0 1,0-1,0 0,0 0,0 0,-1 1,1-1,0 0,0 0,0 0,0 0,0 1,0-1,-1 0,1 0,0 0,0 0,0 0,0 0,-1 0,1 0,0 1,0-1,0 0,-1 0,1 0,0 0,0 0,0 0,-1 0,1 0,0 0,0 0,0 0,-1 0,1 0,0 0,0-1,0 1,-1 0,1 0,0 0,0 0,0 0,-1 0,-3-17,1-33,2 39,0 5,0 0,0 0,-1 0,1 1,-2-1,1 1,0-1,-1 1,0 0,-1 0,1 0,-1 0,0 1,0 0,0-1,0 1,-1 1,-6-5,-12-12,14 11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10:09.332"/>
    </inkml:context>
    <inkml:brush xml:id="br0">
      <inkml:brushProperty name="width" value="0.05" units="cm"/>
      <inkml:brushProperty name="height" value="0.05" units="cm"/>
      <inkml:brushProperty name="color" value="#5B2D90"/>
      <inkml:brushProperty name="ignorePressure" value="1"/>
    </inkml:brush>
  </inkml:definitions>
  <inkml:trace contextRef="#ctx0" brushRef="#br0">1 125,'-1'14,"1"1,1 0,0-1,1 1,1-1,7 24,-8-33,0-1,1 1,-1-1,1 0,0 0,0 0,0 0,1-1,0 1,-1-1,1 0,0 0,0 0,1 0,-1-1,1 1,-1-1,1-1,0 1,0-1,-1 1,1-1,7 0,58 5,-48-5,-1 1,26 5,-12-1,0-2,0-1,52-3,-47-1,0 2,50 8,-23-1,0-4,112-5,-58-2,733 3,-828-1,47-9,-47 6,46-3,5 7,-29 2,0-3,89-13,-97 9,1 1,0 2,55 4,61-2,-79-11,-44 6,53-1,26 8,128-4,-151-8,-39 3,52 1,-77 5,47-9,25-1,-83 11,19-1,0 2,0 1,57 10,-88-11,0 0,0 0,1 0,-1-1,1 1,-1-1,0 0,1 0,-1 0,0-1,1 1,-1-1,0 0,1 0,3-2,-5 2,0-1,0 0,0 0,0 0,-1 0,1 0,-1 0,1-1,-1 1,0 0,0-1,0 1,0-1,0 1,-1-1,1 1,-1-1,0 1,1-1,-2-4,3-98,-3 96,1-1,-2 0,1 0,-2 1,1-1,-1 1,0-1,-8-12,4 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10:13.748"/>
    </inkml:context>
    <inkml:brush xml:id="br0">
      <inkml:brushProperty name="width" value="0.05" units="cm"/>
      <inkml:brushProperty name="height" value="0.05" units="cm"/>
      <inkml:brushProperty name="color" value="#5B2D90"/>
      <inkml:brushProperty name="ignorePressure" value="1"/>
    </inkml:brush>
  </inkml:definitions>
  <inkml:trace contextRef="#ctx0" brushRef="#br0">452 1,'-1'27,"1"0,2 0,0 0,2 0,1-1,2 1,0-1,18 41,-22-61,-1 0,1 0,-1 1,0-1,-1 0,0 1,0-1,0 1,-1-1,0 1,0 0,-1 6,0-10,1 0,-1-1,0 1,0-1,0 1,-1-1,1 1,0-1,-1 0,1 0,-1 0,0 1,0-2,0 1,0 0,0 0,0-1,-1 1,1-1,0 1,-1-1,1 0,-1 0,1 0,-1-1,0 1,1-1,-1 1,0-1,-4 0,-144-1,55-1,89 1,0 1,0-1,1 0,-1 0,0-1,-8-3,15 5,-1 0,0-1,0 1,0 0,1-1,-1 1,0-1,0 1,1-1,-1 1,0-1,1 0,-1 1,1-1,-1 0,1 0,-1 1,1-1,-1 0,1 0,0 0,-1 0,1-1,1 1,-1 0,1-1,-1 1,1 0,-1 0,1-1,-1 1,1 0,0 0,0 0,0 0,0 0,0 0,0 0,0 0,0 0,0 1,0-1,2 0,12-8,1 2,-1 0,2 1,-1 1,1 0,24-3,-4 0,-2 2,1 2,1 1,-1 2,50 5,7-1,-91-4,-1 1,1 0,0 0,0 0,0 0,0 0,0 0,0 0,0 1,0-1,0 1,0 0,0-1,-1 1,1 0,0 0,0 0,-1 0,1 0,-1 1,1-1,-1 0,1 1,-1-1,0 1,1 1,-1-1,-1 1,-1-1,1 0,0 0,0 0,-1 0,1 1,-1-1,0 0,1 0,-1 0,0 0,0 0,0-1,-1 1,1 0,0 0,-1-1,1 1,-1-1,1 1,-1-1,-3 3,-12 8,0-1,0 0,-1-2,-1 0,-23 9,-33 15,59-24,-1-2,0 0,0-1,-1 0,1-2,-1 0,-35 3,41-6,0-1,0-1,0 0,0 0,0-1,0-1,1 0,-1-1,1 0,-1 0,2-2,-20-10,-10-7,31 18,-1 0,1 0,0-1,0 0,1-1,0 0,-13-13,21 20,-1-1,1 1,0-1,-1 1,1-1,0 1,0-1,-1 1,1-1,0 1,0-1,0 1,0-1,-1 1,1-1,0 1,0-1,0 1,0-1,0 0,0 1,1-1,-1 1,0-1,0 1,0-1,0 1,1-1,-1 1,0-1,1 0,17-8,29 6,-44 3,19-1,27 0,1 1,-1 3,59 11,53 9,-104-17,59 14,-111-17,-13-2,-13 0,3-1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11:30.433"/>
    </inkml:context>
    <inkml:brush xml:id="br0">
      <inkml:brushProperty name="width" value="0.05" units="cm"/>
      <inkml:brushProperty name="height" value="0.05" units="cm"/>
      <inkml:brushProperty name="color" value="#F6630D"/>
      <inkml:brushProperty name="ignorePressure" value="1"/>
    </inkml:brush>
  </inkml:definitions>
  <inkml:trace contextRef="#ctx0" brushRef="#br0">1371 1349,'-41'-1,"1"-1,0-2,0-2,-43-12,-125-31,177 43,0 2,-1 1,1 1,-60 6,6-1,-356-4,437 1,0 0,-1 0,1 1,0-1,0 1,0 0,0 0,1 0,-1 0,0 1,0-1,1 1,-1 0,1 0,-4 3,2 1,-1 0,2-1,-1 2,1-1,0 0,-4 9,-8 14,10-20,1 0,0 1,1 0,0 0,0 0,1 0,1 1,-1-1,0 22,-6 31,4-32,-1 53,5-68,1 0,1 0,1-1,0 1,1 0,0 0,1-1,8 19,12 27,-21-48,2 1,0-1,0-1,1 1,1-1,0 0,1-1,0 1,15 15,-18-21,0 0,0 0,-1 1,0 0,0 0,5 11,-6-10,1 1,1-1,0 0,9 12,-4-11,1 0,0 0,1-1,-1 0,2-1,-1-1,1 0,21 7,39 21,-63-30,1 0,-1 0,1-1,0-1,0 1,0-2,21 1,29 6,107 17,-156-23,0 0,0-1,0-1,1 0,-1-1,0 0,0-1,0-1,0 1,-1-2,1 0,-1 0,0-1,0 0,12-8,24-14,-24 14,-1 0,35-28,-24 14,-10 9,-2 0,0-1,-1-2,21-27,-19 12,-16 25,0 1,0 0,14-16,-11 15,0 0,-1-1,10-20,-11 19,0 1,1 0,15-18,-17 23,-1-1,0 0,0 0,0-1,-1 0,0 1,-1-1,0-1,0 1,-1 0,0-1,0-9,0-8,-1 1,-1-1,-3-28,1 48,0 1,-1 0,1 0,-1 0,-1 1,1-1,-1 1,1-1,-2 1,1 0,0 1,-8-7,-12-15,18 20,0-1,0 1,-1 1,-13-10,16 13,0 0,0-1,1 1,-1-1,0 0,1 0,0-1,0 1,0-1,0 1,0-1,1 0,0 0,-1 0,2-1,-1 1,0 0,1-1,-2-8,0-14,2-1,0 1,2 0,1 0,1-1,2 1,0 1,2-1,1 1,1 0,1 1,16-30,-4 17,1 2,1 0,2 2,2 0,38-36,-18 12,-41 47,0 1,1 0,0 1,0-1,1 2,1-1,10-7,27-16,-32 21,0 1,1 0,0 1,20-8,127-49,-125 50,-2-1,-1 3,2 1,0 1,0 2,45-5,-43 9,0-2,59-19,-53 14,-24 7,-15 5,-1 0,1 0,-1-1,0 0,1-1,-1 1,6-4,-9 4,0 0,0 0,-1 0,1-1,0 1,-1 0,1-1,-1 1,0-1,0 1,0-1,0 1,0-1,-1 0,1 0,-1 1,0-1,0-4,1-4,-1 0,-1 0,0 0,0 0,-1 0,-4-13,4 20,1-1,-1 0,0 1,0 0,0-1,-1 1,1 0,-1 0,0 1,0-1,-1 0,1 1,-1 0,0 0,1 0,-6-2,114 56,141 77,-243-127,-1 0,1 1,-1-1,1 1,-1 0,0 0,0 0,0 0,0 0,0 0,0 1,-1-1,1 0,-1 1,0 0,1-1,-1 1,0 0,-1-1,1 1,0 0,-1 0,1 0,-1 0,0 0,0-1,0 1,-1 0,1 0,-1 0,1 0,-1-1,0 1,0 0,0 0,0-1,-1 1,1-1,-1 1,-2 2,-3 5,-1-1,1-1,-2 0,1 0,-1 0,0-1,-1 0,-18 10,-10 5,28-16,1-1,0 1,-1-2,0 1,-16 4,2-2,16-5,0 1,0-1,-1 0,1-1,-17 1,23-2,0 0,1 0,-1-1,0 1,0-1,0 1,1-1,-1 0,0 0,0 1,1-1,-1 0,1 0,-1-1,1 1,-1 0,1 0,0-1,0 1,-1-1,1 1,0-1,0 0,1 1,-1-1,0 0,1 0,-1 1,1-1,-1 0,0-4,-2-26,0 0,3-1,3-48,1-8,-4 1,0 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0:44:36.4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3:02.730"/>
    </inkml:context>
    <inkml:brush xml:id="br0">
      <inkml:brushProperty name="width" value="0.05" units="cm"/>
      <inkml:brushProperty name="height" value="0.05" units="cm"/>
      <inkml:brushProperty name="color" value="#FF0000"/>
      <inkml:brushProperty name="ignorePressure" value="1"/>
    </inkml:brush>
  </inkml:definitions>
  <inkml:trace contextRef="#ctx0" brushRef="#br0">1601 126,'-9'-1,"0"-1,0 0,0 0,0-1,1 0,-1-1,-10-6,-9-3,-8-2,9 2,0 2,-1 0,0 2,-1 1,0 2,0 0,-37-1,-845 9,901-2,1 1,-1 0,1 1,0 0,0 1,0-1,0 2,0-1,-12 8,-16 6,-12-4,41-11,0-1,0 1,0 0,1 1,-1 0,-13 7,19-8,0-1,0 1,1 0,-1 0,0 0,1 0,-1 0,1 0,-1 1,1-1,0 0,0 1,0-1,1 1,-1-1,0 1,1-1,0 1,-1-1,1 1,0 0,0-1,1 1,-1-1,1 1,0 3,3 10,0 1,2-1,10 23,-10-26,-1 0,0 0,0 1,-1 0,-1 0,1 14,-2 18,-1-20,1 0,6 32,-7-50,1-1,0 0,1 0,-1 0,1 0,1 0,-1-1,1 1,0-1,1 0,0 0,7 7,34 32,-33-32,-1 0,2 0,-1-2,2 1,-1-2,2 0,-1-1,20 8,-7-7,0-2,0-1,39 5,4 1,-43-7,-1-1,36 1,386-6,-207-1,-231 0,1 1,-1-2,1 0,-1 0,1-1,-1-1,0 0,0 0,-1-1,1-1,-1 1,0-2,-1 1,0-1,0-1,0 0,-1 0,0-1,0 0,-1 0,0 0,9-18,-6 9,0 4,-1 0,-1-1,0 0,-1 0,-1 0,-1-1,0 0,-1 0,4-29,-7 37,0 0,-1 0,0 0,-1 0,0 0,0 0,0 1,-1-1,0 0,-1 1,0 0,0-1,-1 1,1 0,-1 1,-1-1,-9-11,7 10,1-1,0 0,1-1,0 1,0-1,1 0,0 0,1 0,-3-12,4 15,-1-1,0 1,-1 0,0 0,0 0,0 0,-1 0,0 1,0 0,-1 0,1 1,-1-1,-1 1,-9-6,-2-1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3:07.460"/>
    </inkml:context>
    <inkml:brush xml:id="br0">
      <inkml:brushProperty name="width" value="0.05" units="cm"/>
      <inkml:brushProperty name="height" value="0.05" units="cm"/>
      <inkml:brushProperty name="color" value="#FF0000"/>
      <inkml:brushProperty name="ignorePressure" value="1"/>
    </inkml:brush>
  </inkml:definitions>
  <inkml:trace contextRef="#ctx0" brushRef="#br0">4796 846,'-35'11,"2"2,-43-6,-1-2,-107-8,47 0,65 4,-139 18,149-12,-1-3,-68-3,68-2,1 2,-71 11,9 2,1-5,-162-10,103-2,64 5,-133-5,141-12,69 9,-52-3,-674 7,370 4,350-2,0-2,-76-15,13 2,-13-2,99 13,-1 1,0 1,-33 2,34 1,-1-1,1-2,-34-5,49 4,-1-1,1 0,1 0,-1-1,1 1,-1-2,1 1,1-2,-11-9,1 0,2-1,0 0,-12-20,18 21,1 0,1-1,0 0,1 0,-4-19,-9-27,15 55,1-1,0 0,1 0,0 0,1 0,-1-1,2 1,-1 0,2-1,-1 1,3-15,-2 20,1 0,-1 0,1 0,0 0,0 0,0 0,1 0,0 1,-1-1,1 1,0 0,0-1,1 2,-1-1,1 0,0 1,-1-1,1 1,0 0,0 0,0 1,1-1,-1 1,0 0,0 0,6 0,247-31,-234 29,66-15,-49 8,-38 10,0 0,0 0,0 0,0 0,-1-1,1 1,0-1,0 0,0 1,-1-1,1 0,0 0,-1 0,1 0,-1 0,1-1,-1 1,1 0,-1-1,0 1,0-1,0 1,0-1,0 0,0 1,0-1,0 0,-1 0,1 1,-1-1,1 0,-1 0,1-4,-2 2,-1-1,1 1,0 0,-1-1,0 1,0 0,0 0,-1 0,1 0,-1 0,0 1,0-1,-4-2,-26-37,29 37,1 1,-1-1,0 1,0 0,0 0,-1 0,0 0,0 1,0 0,-1 0,1 0,-1 1,0 0,-10-4,-125-28,173 36,-19-2,0 1,0 1,18 2,2 4,-1 2,0 1,0 2,-1 1,-1 1,35 22,-62-34,1 1,-1 0,0 0,0 0,0 1,0-1,-1 0,1 1,-1 0,0 0,0 0,0 0,-1 0,1 0,-1 0,0 0,0 0,-1 1,1-1,-1 0,0 1,0-1,0 1,-1-1,1 0,-1 0,0 1,0-1,-1 0,-3 7,-2 7,-2-1,0-1,0 0,-2 0,-22 26,19-27,-2-2,1 0,-2-1,0-1,-28 15,44-25,0-1,0 1,0-1,0 0,0 1,0-1,0 0,0 0,0 0,0 1,0-1,0 0,-1 0,1-1,0 1,0 0,0 0,0 0,0-1,0 1,0-1,0 1,0 0,0-1,0 0,0 1,0-1,1 0,-1 1,0-1,0 0,1 0,-1 0,0 1,1-1,-1 0,1 0,-1 0,1 0,0 0,-1 0,1 0,0 0,-1-1,1 1,0 0,0 0,0-2,-4-62,4 58,4-315,-4 295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4:57.247"/>
    </inkml:context>
    <inkml:brush xml:id="br0">
      <inkml:brushProperty name="width" value="0.05" units="cm"/>
      <inkml:brushProperty name="height" value="0.05" units="cm"/>
      <inkml:brushProperty name="color" value="#5B2D90"/>
      <inkml:brushProperty name="ignorePressure" value="1"/>
    </inkml:brush>
  </inkml:definitions>
  <inkml:trace contextRef="#ctx0" brushRef="#br0">287 931,'42'0,"-8"1,-1-1,0-2,56-10,-68 8,0 2,0 0,0 1,0 2,0 0,0 1,21 5,47 3,-59-8,10 0,44 9,-24-4,0-2,1-3,60-5,-3 0,-32 2,93 3,-114 8,-44-6,-1 0,28 0,461-5,-483 0,48-9,-48 5,47-2,-44 5,1-2,50-12,-65 12,39-14,-44 13,0 1,1 1,0 0,-1 0,17-1,50-7,-52 7,49-3,-1 9,-51 1,0-2,0-1,0 0,0-2,-1 0,1-2,26-7,-41 8,0 0,1 0,-1-1,0 0,-1 0,1-1,-1 0,0 0,0 0,0-1,-1 0,0 0,0 0,5-11,-5 8,-1-1,0 0,0-1,-2 1,1-1,-1 1,-1-1,0 0,0-21,0 11,0 0,7-27,2-39,-9 63,-1 6,0 0,-1 0,-3-20,3 32,-1 0,0 0,0 0,0 0,-1 0,0 0,0 0,-1 1,1 0,-1 0,0 0,-7-7,-9-4,-1 0,0 1,-1 2,-30-15,29 16,0-1,1 0,0-2,-20-18,34 26,0 1,-1 0,0 0,0 1,0 0,0 0,-1 1,0 0,-10-2,-10-1,-53-5,18 2,37 6,-56-4,-25 7,-114 4,157 8,47-7,-1-1,-29 2,7-4,-77 14,83-11,-63 0,65-4,0 1,-45 8,-96 23,70-11,77-14,-1-1,-53 4,52-8,0 2,-49 12,51-9,-1-1,0-2,-33 1,-778-6,834 1,0 1,1-1,-1 1,0 0,0 0,1 1,-1 0,1 0,0 0,-1 1,1-1,0 1,0 1,1-1,-1 1,-5 5,-2 4,1 0,0 1,1 1,-9 18,13-23,1 0,0 0,1 1,0 0,0-1,1 1,1 1,0-1,0 0,1 1,1 13,1-16,0-1,0 1,1-1,0 1,0-1,1 1,0-1,1 0,0-1,0 1,0-1,1 1,0-1,1-1,7 8,71 73,29 26,-93-99,1-1,1-1,-1-1,2-1,40 13,-29-11,50 24,-72-29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5:01.915"/>
    </inkml:context>
    <inkml:brush xml:id="br0">
      <inkml:brushProperty name="width" value="0.05" units="cm"/>
      <inkml:brushProperty name="height" value="0.05" units="cm"/>
      <inkml:brushProperty name="color" value="#5B2D90"/>
      <inkml:brushProperty name="ignorePressure" value="1"/>
    </inkml:brush>
  </inkml:definitions>
  <inkml:trace contextRef="#ctx0" brushRef="#br0">9217 1,'-1'1,"0"1,0-1,1 1,-1-1,-1 0,1 1,0-1,-1 0,1 1,-1-1,1 0,-1 0,0 0,0 0,0 0,0 0,0 0,0 0,0 0,-5 1,-46 12,-381 83,-68-6,249-48,-145 4,305-43,-130-4,85-2,-1102 2,977-7,6 0,-156 16,229-3,55 1,-51 0,-255 3,-64-5,287-7,-540 2,726 1,0 1,1 1,-33 5,28-4,-58 5,-416-6,267-5,-248 2,461 1,-47 5,-19 1,-387-7,453 1,0 0,0 2,-38 6,38-5,-1 0,0-1,-32 0,38-3,12 0,0 0,0 0,0 0,0 1,0 0,0-1,-8 3,13-2,0 0,-1 0,1 0,1 0,-1 0,0 0,0 0,1 0,-1 0,1 0,-1 1,1-1,0 0,0 1,0-1,0 1,0-1,0 1,1-1,-1 1,1-1,0 1,-1-1,2 4,-3 38,8 55,-5-95,-1 0,1-1,0 1,0-1,0 0,1 1,-1-1,1 0,0 1,0-1,0 0,1 0,-1 0,1 0,0 0,0 0,0-1,0 1,0-1,0 1,1-1,5 2,7 1,0 0,1 0,0-2,20 3,-22-3,1 0,0 1,24 6,-17-3,1 0,31 4,-2 0,-6 0,0-2,64 6,-111-14,1 0,0 1,0-1,-1 0,1 0,0 0,0 0,-1 0,1 0,0 0,0 0,0 0,-1 0,1 0,0 0,0 0,-1 0,1-1,0 1,0 0,-1 0,1 0,0-1,-1 1,1 0,0-1,-1 1,1 0,-1-1,1 1,-1 0,1-1,-1 1,0-1,1 1,-1-1,0 1,1-1,-1 1,0 0,0-1,0 1,1-1,-1 1,0-1,0 1,0-1,0 1,-1-1,1 0,-18-31,6 12,9 13,0 0,0 1,-1-1,0 1,-1-1,0 1,-11-10,24 21,1-1,0 1,0-1,1 0,0-1,0 1,0-1,18 3,-12-2,-1 0,28 11,-18-6,-18-7,-2 0,1 0,0 1,-1-1,1 1,-1-1,7 6,-11-7,0 0,0 0,0 0,-1 1,1-1,-1 0,1 0,-1 0,0 0,0 0,0 1,0-1,0 0,0 0,0 0,-1 0,1 0,0 1,-1-1,0 0,1 0,-1 0,0 0,0 0,0 0,0 0,0 0,0 0,-1 0,1-1,0 1,-1 0,-2 1,-15 8,-1 0,-1-1,0 0,-1-1,-39 11,29-10,-58 24,82-29,3-1,0-1,0 1,0-1,-1 0,0 0,0 0,0 0,0-1,-12 3,17-5,0 1,0 0,0 0,1-1,-1 1,0 0,0-1,0 1,0 0,0-1,1 1,-1-1,0 1,1-1,-1 1,0-1,1 1,-1-1,1 1,0-1,-1 0,1 1,0-1,-1 1,1-1,0 0,0 1,0-1,0 0,0 1,0-1,0 0,0 1,0-2,6-23,-5 23,29-55,-20 41,10-27,8-37,-27 78,0 0,0 0,0 1,1-1,-1 0,1 0,0 1,0-1,0 1,0-1,0 1,0-1,1 1,-1 0,1 0,0 0,-1 0,1 0,0 0,0 0,0 0,0 1,0-1,0 1,0 0,0-1,1 1,-1 0,0 0,0 0,4 1,11-2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5:42.567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3365 138,'-2'-3,"0"1,-1 0,1-1,0 1,-1 0,1 0,-1 1,0-1,1 0,-1 1,0 0,0 0,0-1,0 2,-6-2,1-1,-21-6,0 2,-1 1,-46-4,-13-3,50 8,0 2,-47 0,-17 0,22-7,49 5,-54-2,37 6,0-1,-56-11,49 7,0 2,-93 6,39 1,59-1,-73 13,122-15,-71 7,-148-7,95-2,112 2,-22 0,-43 5,66-3,0 0,0 1,0 1,1 0,-1 1,-19 11,11-7,0 0,0-1,-1-1,0-2,0 0,-28 3,18-4,-62 19,77-18,-1-1,0-1,1-1,-22 1,-46 7,-91 12,99-11,61-10,0 0,0 2,1 0,-1 0,-17 8,9-3,-1-1,0 0,-32 3,34-7,-1 2,1 0,0 1,-22 10,42-14,1-1,-1 1,0 0,0 0,1 0,-1 0,1 0,-1 0,1 1,0-1,0 1,0 0,1 0,-1 0,0-1,-1 6,1-1,0-1,1 1,0 0,0-1,0 1,1 0,1 12,1-3,1 0,0 0,1 0,1-1,13 31,-1-10,29 53,-40-81,-1 0,2 0,-1-1,1 1,0-2,1 1,-1-1,12 7,-1-2,0-1,1 0,0-1,1-1,0-1,0-1,0-1,38 5,119 12,-113-12,-43-6,1-1,25 1,772-5,-800 2,1 1,28 7,-28-5,1-1,26 1,6-3,99 14,-110-10,-1-2,81-5,-70-1,61 6,-48 8,-45-7,0-1,29 2,7-3,66 12,-33-7,21 4,-64-4,0-3,1-1,0-3,53-6,33-17,-125 23,1-1,0-1,-1 0,1 0,-1 0,0-1,10-5,-16 6,1 1,0-1,-1 0,1-1,-1 1,0 0,0-1,0 1,0-1,0 0,0 1,-1-1,0 0,1 0,-1 0,0 0,0 0,-1 0,1-1,-1 1,1 0,-1-4,1-20,-1 14,0 1,1-1,0 1,1-1,1 1,0 0,0 0,1 0,1 0,7-14,-6 14,-1 1,0-1,-1 0,-1 0,0 0,0-1,-1 1,0-17,7-35,-4 27,-1 0,-2-1,-4-55,1 19,1 71,0-1,0 1,0-1,0 1,-1 0,1-1,-1 1,0 0,0-1,0 1,-1 0,1 0,-1 0,1 0,-1 0,0 0,0 0,0 1,-1-1,1 1,-1-1,1 1,-1 0,0 0,0 0,0 1,-6-4,-5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5:49.229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687 1641,'-18'-2,"1"0,0-1,-1 0,1-2,1 0,-1-1,1 0,0-1,0-1,1-1,0 0,0-1,-13-13,-23-20,3-2,-45-54,91 97,-9-9,1-1,0 0,0 0,1-1,1 0,0-1,-9-23,-24-57,28 69,1-2,2 0,-14-54,0-93,4 60,12 80,2 0,-3-51,8 59,1-1,2 1,0-1,2 1,11-41,-13 60,1 0,-1 0,1 0,0 0,1 0,-1 1,1 0,1-1,-1 2,1-1,0 0,1 1,-1 0,1 0,0 0,0 1,0 0,1 0,0 1,-1 0,1 0,0 0,1 1,9-2,275-57,-264 56,0 1,0 2,0 1,52 4,-39-1,49-4,-89 2,0 1,0-1,0 0,0 0,0 0,0-1,0 1,0 0,0 0,0 0,0-1,0 1,0-1,0 1,0-1,0 1,0-1,0 1,-1-1,1 0,0 1,0-1,0-1,-1 1,0 0,0 0,0 0,-1 0,1 0,0 0,-1 0,1 0,-1 0,1 0,-1 1,1-1,-1 0,1 0,-1 1,0-1,0 0,1 1,-1-1,-1 0,-58-36,47 31,-8-3,18 9,1-1,-1 0,1 0,-1 0,0 0,1 0,0-1,-1 1,1-1,0 1,0-1,-3-2,5 3,0 1,0 0,0-1,0 1,0 0,0-1,0 1,0 0,0-1,0 1,0 0,0 0,1-1,-1 1,0 0,0-1,0 1,0 0,0-1,1 1,-1 0,0 0,0-1,1 1,-1 0,0 0,0 0,1-1,-1 1,0 0,0 0,1 0,-1 0,0 0,1 0,-1 0,0-1,1 1,-1 0,0 0,1 0,-1 0,0 0,1 0,-1 1,0-1,1 0,-1 0,0 0,0 0,1 0,-1 0,0 0,1 1,-1-1,1 0,20 4,-15-2,-1 1,1-1,-1 1,0 0,0 1,0-1,0 1,0 0,-1 0,0 0,0 1,6 8,-9-11,0 1,0-1,0 0,-1 1,1 0,-1-1,1 1,-1-1,0 1,0-1,0 1,-1 0,1-1,0 1,-1-1,0 1,0-1,1 1,-1-1,-1 0,1 1,0-1,-1 0,1 0,-1 0,1 0,-1 0,0 0,0 0,0-1,-4 3,-4 3,1 0,-2-1,1 0,-1-1,-19 7,-3 2,32-14,0 1,1-1,-1 1,0-1,0 0,0 0,0 1,0-1,0 0,0 0,0 0,0 0,0 0,0 0,1 0,-1 0,0-1,0 1,0 0,0-1,0 1,0 0,0-1,1 1,-1-1,0 1,0-1,1 0,-1 1,0-1,1 0,-1 1,0-1,1 0,-1 0,1 1,-1-1,1 0,0 0,-1 0,1 0,0 0,0 0,0 0,-1 0,1 0,0 1,0-1,0 0,1-2,0-62,0 49,0-4,-1 13,0-1,0 1,1-1,0 1,0 0,1-1,2-6,-3 12,0-1,1 1,-1 0,1 0,0 0,-1 0,1 1,0-1,0 0,0 1,0-1,0 1,1 0,-1 0,0 0,1 0,-1 0,0 0,1 0,-1 1,1-1,-1 1,1 0,5 0,-1 0,41-1,-45 1,0 0,-1 0,1 1,0-1,0 1,-1 0,1-1,0 1,-1 0,1 1,-1-1,1 0,2 3,-4-2,-1-1,1 0,-1 0,0 0,1 0,-1 0,0 0,0 1,0-1,0 0,0 0,0 0,0 1,0-1,0 0,-1 0,1 0,-1 0,1 0,0 0,-1 0,0 0,1 0,-1 0,0 0,1 0,-1 0,0 0,0 0,-1 1,-34 32,28-28,-59 41,57-37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7:08.835"/>
    </inkml:context>
    <inkml:brush xml:id="br0">
      <inkml:brushProperty name="width" value="0.05" units="cm"/>
      <inkml:brushProperty name="height" value="0.05" units="cm"/>
      <inkml:brushProperty name="color" value="#F6630D"/>
      <inkml:brushProperty name="ignorePressure" value="1"/>
    </inkml:brush>
  </inkml:definitions>
  <inkml:trace contextRef="#ctx0" brushRef="#br0">1922 64,'-36'-1,"0"3,1 1,-58 12,-128 17,167-24,0-2,0-3,-95-6,32 0,-667 3,751 2,0 1,1 1,-1 2,-49 15,77-19,1 0,0 0,0 0,0 0,0 1,0-1,0 1,1 0,0 0,-1 1,1-1,0 1,0-1,1 1,-1 0,1 0,0 0,0 0,0 1,0-1,1 0,0 1,0-1,-1 7,0 12,0 0,2 1,4 41,0-12,-4-37,0-1,2 1,0 0,6 21,-6-31,0-1,0 1,1-1,0 1,0-1,0 0,1 0,-1 0,1-1,1 1,-1-1,0 0,1 0,8 5,99 71,-95-72,0 1,0-2,0 0,1-2,0 0,1 0,-1-2,1 0,24 0,-22-1,60 12,-55-8,-1-2,33 2,519-5,-275-3,-277 1,1-2,49-12,-13 2,-27 7,0-2,0-2,-1-1,64-30,-94 38,1 0,-1 0,0 0,0-1,-1 1,1-1,-1 0,0 0,0 0,0-1,0 1,-1-1,0 1,0-1,2-7,2-9,-1 0,3-33,2-11,15 6,-20 50,0-1,-1 1,-1-1,1 1,3-20,-4 12,-2 1,0-1,-1 1,0-1,-1 1,-1-1,-1 1,0 0,-10-28,10 37,0 0,-1 0,0 0,0 0,-1 1,1-1,-1 1,-1 0,1 0,-1 1,0 0,0 0,-1 0,1 1,-1 0,0 0,0 1,-1 0,1 0,-1 0,1 1,-9-1,-8-1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27:12.596"/>
    </inkml:context>
    <inkml:brush xml:id="br0">
      <inkml:brushProperty name="width" value="0.05" units="cm"/>
      <inkml:brushProperty name="height" value="0.05" units="cm"/>
      <inkml:brushProperty name="color" value="#F6630D"/>
      <inkml:brushProperty name="ignorePressure" value="1"/>
    </inkml:brush>
  </inkml:definitions>
  <inkml:trace contextRef="#ctx0" brushRef="#br0">1 192,'0'-2,"1"1,-1-1,1 1,-1 0,1 0,0-1,0 1,0 0,0 0,0 0,0 0,0 0,0 0,0 0,1 0,-1 0,0 0,1 1,-1-1,0 1,1-1,-1 1,1-1,-1 1,1 0,-1 0,3 0,47-6,-45 5,399-2,-209 6,-190-3,1 0,-1-1,0 1,0-1,-1-1,1 1,0-1,0 0,6-3,-11 4,0 1,0-1,0 1,0-1,-1 0,1 1,0-1,0 0,-1 0,1 0,0 1,-1-1,1 0,-1 0,1 0,-1 0,0 0,1 0,-1 0,0 0,0 0,1-2,-2 1,1 0,-1 0,1 0,-1 0,0 0,0 0,0 0,0 0,0 0,0 1,0-1,-1 0,1 1,-1-1,-2-1,-7-8,-1 2,0 0,0 0,-1 1,0 1,-1 0,1 1,-1 0,-1 1,1 1,-1 0,1 1,-1 0,0 1,-21 1,64 1,-1-1,0 2,32 5,-50-5,0 1,0 0,-1 0,1 1,-1 1,0-1,0 1,0 1,0-1,-1 1,11 10,6 2,4 7,-27-23,0 0,-1 0,1 0,-1 0,1 0,-1 0,0 1,1-1,-1 0,0 0,0 0,0 1,0-1,0 0,0 0,0 1,0-1,0 0,-1 0,1 0,0 1,-1-1,1 0,-1 0,0 0,1 0,-2 2,-6 6,1 1,-2-1,0 0,0 0,0-1,-1-1,0 1,-17 8,13-7,0 0,0 1,-18 17,32-27,0 1,-1-1,1 0,0 1,0-1,-1 0,1 0,0 0,-1 1,1-1,-1 0,1 0,0 0,-1 0,1 0,-1 1,1-1,0 0,-1 0,1 0,-1 0,1 0,0 0,-1 0,1-1,-1 1,1 0,0 0,-1 0,1 0,0 0,-1-1,1 1,0 0,-1 0,1-1,0 1,-1 0,1 0,0-1,0 1,-1 0,1-1,0 1,0 0,0-1,-1 1,1-1,-12-32,-2-45,-12-25,20 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44.2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1 649,'4'-1,"1"-1,-1 1,1-1,-1 0,0-1,0 1,0-1,0 0,0 0,5-5,6-4,171-105,-118 75,-42 25,53-27,-55 32,-1-1,-1-1,23-18,-21 14,0 2,27-15,-34 22,-1-2,27-20,-28 19,1 0,29-16,31-8,57-31,-47 30,-67 30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46.7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415 89,'-11'1,"-1"1,1-1,-1 2,1 0,-1 0,1 1,1 1,-1-1,0 2,1-1,0 2,1-1,-16 15,-11 11,1 2,-29 40,35-41,19-21,1 0,1 1,0 0,1 0,1 1,-1 0,2 0,0 0,1 1,1 0,-4 27,3 11,3 1,4 55,1-6,-4-79,-1-2,1 1,1-1,1 0,1 0,7 26,-8-42,0-1,0 1,0-1,1 0,0 0,0 0,0 0,1 0,0-1,0 1,0-1,0 0,0 0,1-1,0 1,0-1,0 0,0-1,0 1,1-1,-1 0,1 0,-1 0,1-1,6 1,17 2,0-1,32-1,-48-2,1-1,-1 0,0-1,0-1,0 0,24-8,-32 8,0 0,-1 0,1 0,-1 0,0-1,0 1,0-1,0 0,0-1,-1 1,0 0,3-7,28-66,-7 15,-12 38,2 1,0 0,2 2,34-33,-27 29,0-2,21-30,-40 47,-1 0,1-1,-2 0,1 0,-2 0,0 0,0-1,-1 0,0 0,1-14,-2-3,-2 0,0 0,-2-1,-2 1,0 0,-2 1,-1-1,-2 1,0 1,-27-52,25 52,8 20,1 0,-1 0,0 1,-1-1,1 1,-1 0,0 0,-1 0,0 1,0-1,0 1,0 0,-1 0,0 1,0 0,-7-4,5 3,-1 0,0 1,1 0,-2 1,1 0,0 0,-1 1,1 0,-1 1,1 0,-1 0,0 1,0 0,1 1,-1 0,0 1,1 0,-12 4,-1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48.2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2,'90'-2,"102"5,-107 11,-61-8,0-2,32 2,-30-5,-7 1,-1-2,0 0,0-1,34-6,-32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49.5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1 478,'2'0,"0"-1,0 1,0-1,1 0,-1 0,0 0,0 0,0 0,0 0,0 0,0-1,-1 1,1-1,0 1,-1-1,2-2,27-36,-16 21,79-110,11-14,-96 135,1-1,0 1,1 1,0 0,0 0,0 1,19-9,-15 9,-1-2,0 0,21-16,-20 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51.3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507 0,'-19'2,"0"1,0 1,0 1,1 0,0 1,-1 1,2 1,-1 0,-26 19,17-7,1 2,2 1,-33 37,0 0,47-49,0 1,0 0,2 1,-1 0,1 0,1 1,1 0,0 0,0 1,-5 26,6-16,1 0,1 0,1 1,2-1,4 45,-4-65,1 1,0 0,1-1,-1 1,1-1,0 0,1 1,-1-1,1 0,0 0,0 0,1-1,-1 1,1-1,0 0,0 0,1 0,-1-1,1 1,0-1,-1 0,2 0,-1-1,0 0,0 0,1 0,-1 0,1-1,0 0,-1 0,1 0,0-1,-1 0,1 0,0 0,0-1,-1 0,1 0,-1-1,1 1,-1-1,1 0,-1-1,0 1,9-7,12-11,33-35,4-3,-58 53,1 0,-1-1,-1 1,1-1,-1 0,0-1,0 1,-1-1,1 1,-2-1,1 0,-1 0,0-1,0 1,0-11,1-12,-2 1,-5-50,2 22,1 37,-1 0,-7-31,8 44,0 0,-1 1,-1-1,1 1,-1-1,0 1,0 0,-1 0,1 0,-10-10,-2 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30:52.4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0,'5'0,"2"5,6 2,5 0,5-2,4-1,3-1,1-2,1-1,0 0,1 0,-6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5:56.6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1261 7,'-1167'0,"1163"0,-1 0,1 0,0 0,0 0,-1 1,1 0,0 0,0 0,0 0,0 1,0 0,0 0,0 0,-6 5,7-4,1 0,-1 0,1 0,0 1,0-1,0 1,0 0,1-1,-1 1,1 0,0 0,0 0,1 0,-1 0,1 0,0 5,2 156,1-56,-3-104,-1 0,1 0,0 0,1 0,-1 0,1 0,0-1,0 1,0 0,1 0,-1-1,1 1,1-1,-1 1,0-1,1 0,0 0,0 0,0 0,1 0,-1-1,1 0,0 1,0-1,0-1,0 1,0-1,1 1,-1-1,1 0,5 1,30 15,-28-12,0-1,0 0,0-1,1 0,0 0,-1-2,19 3,342-4,-177-3,-174 0,0 0,41-10,-40 7,1 1,30-2,-32 5,13 0,1-1,63-12,-80 11,1 1,34-1,-40 4,0-1,0-1,0-1,0 0,0 0,23-9,-34 9,1 0,-1 0,0 0,0-1,0 0,0 1,0-1,-1 0,1-1,-1 1,0 0,0-1,0 1,0-1,-1 1,1-1,-1 0,0 0,0 1,-1-1,1 0,0-6,0-13,0 0,-5-41,2 27,-1-143,3 177,-1 0,1 0,-1 0,0 1,0-1,0 0,0 0,0 1,-1-1,1 0,-1 1,0 0,0-1,0 1,0 0,0 0,0 0,0 0,-1 0,1 1,-1-1,1 1,-1-1,0 1,1 0,-1 0,-3 0,-1-1,1 1,-1 0,0 0,0 0,1 1,-1 0,0 1,0 0,1 0,-13 3,-2 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6:02.0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0 817,'10'0,"0"1,0 1,0 0,0 0,0 1,-1 0,14 7,66 38,-31-16,163 62,-93-42,-78-33,94 21,-28-10,-84-22,-1-1,55 3,-54-8,0 3,51 12,-38-6,0-2,73 5,8 2,-87-12,78 0,-7-1,-28 12,-60-10,-1-1,34 2,267-7,76 2,-254 13,46 2,37-1,16 1,773-18,-988 0,0-1,0-2,52-15,-35 8,107-35,-125 39,48-20,3-1,-20 11,9-3,136-25,139-13,-318 54,-1-1,43-16,17-5,-75 25,0 0,1-1,-1 0,0-1,-1 0,1 0,-1 0,0-1,0 0,0-1,0 1,-1-1,0 0,0-1,-1 0,0 0,0 0,0 0,-1-1,6-14,-1-6,-1 0,-1 0,4-33,-7 40,1 0,1 1,9-23,11-35,-17 42,1 0,3 1,0 0,3 0,25-41,-38 72,0 0,1 0,-1 0,1 1,0-1,0 1,0 0,1 1,-1-1,1 1,0-1,-1 2,1-1,0 0,0 1,0 0,0 0,9 0,13-1,-1 2,40 3,-18 1,-11-6,33 2,-66 0,0 1,0-1,0 1,-1-1,1 1,0 0,-1 1,1-1,-1 1,1-1,-1 1,0 0,5 4,-7-5,0 1,0-1,-1 0,1 1,0-1,-1 1,1-1,-1 1,1-1,-1 1,0 0,0-1,0 1,0-1,0 1,0 0,0-1,0 1,-1-1,1 1,-1-1,1 1,-2 2,-22 42,13-25,8-14,1-3,1 1,-1-1,1 0,-1 0,0 0,-1 0,1-1,-1 1,0-1,0 1,0-1,0 0,0 0,-1 0,-4 3,7-7,0 1,0 0,0 0,1 0,-1-1,0 1,0 0,0-1,0 1,1-1,-1 1,0-1,0 1,1-1,-1 1,0-1,1 0,-1 1,1-1,-1 0,1 0,-1 1,1-1,-1 0,1 0,0 0,-1 0,1 0,0 1,0-1,0 0,0 0,0-2,-5-35,5 35,0-11,0 0,-2 0,1 0,-2 0,0 0,0 1,-1-1,-1 1,-8-16,10 25,-36-81,37 79,0 0,0 1,0-2,1 1,0 0,1 0,-1 0,1 0,0-1,1 1,-1 0,3-9,-1 11,0 1,0 0,0 0,0 0,1 1,-1-1,1 0,0 1,0 0,0 0,0-1,0 2,0-1,1 0,-1 1,0-1,1 1,-1 0,1 0,0 1,-1-1,1 1,0-1,-1 1,8 1,0-1,0 0,0 1,0 0,0 1,0 0,0 1,16 6,-22-7,-1 1,0-1,0 1,0 0,0 0,-1 0,1 0,-1 1,0-1,0 1,0 0,0 0,-1 0,1 0,-1 1,0-1,0 0,-1 1,2 7,-1-2,-1-1,0 1,-1 0,0 0,0-1,-1 1,0 0,-5 14,1-4,2-3,-2 0,-11 29,14-42,-1 1,1 0,-1-1,0 0,0 0,-1 0,1 0,-1 0,0-1,1 1,-2-1,1 0,-9 5,-5-1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6:34.8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660 54,'-35'-2,"-65"-11,64 7,-62-3,72 8,-9 2,0-2,0-2,-57-11,87 13,0 0,0 0,0 0,-1 0,1 1,0 0,-1 0,1 0,0 1,0 0,-1 0,1 0,0 1,-9 3,11-3,-1 1,1-1,0 1,-1 0,1 0,1 0,-1 0,0 1,1-1,0 1,-1-1,2 1,-1 0,0 0,1 0,-1 0,1 0,0 0,0 6,-21 168,17-143,1-1,1 1,2 0,4 36,-3-68,1 0,-1 0,1 0,0 0,0 0,0 0,0 0,1-1,-1 1,1 0,0-1,0 1,0-1,0 0,0 1,0-1,0 0,1 0,-1-1,1 1,0 0,-1-1,1 0,0 1,0-1,0 0,0-1,0 1,0 0,3-1,12 3,0-2,1-1,-1 0,20-3,-6 1,29 1,-44 2,0 0,-1-1,1-1,0-1,-1-1,1 0,-1 0,0-2,0 0,25-12,11-7,-41 20,0 0,0-1,-1-1,12-7,-19 11,0-1,0 1,0-1,-1 0,1 0,-1 0,0 0,1 0,-1-1,-1 1,1-1,0 0,-1 1,0-1,0 0,1-5,1-13,0 0,-2 0,-1-1,0 1,-2 0,0 0,-2 0,0 0,-11-29,13 46,0 1,0 0,-1 1,0-1,0 0,0 1,0-1,0 1,-1 0,1 0,-1 1,0-1,-4-2,4 3,0 0,1 0,-1 0,1-1,-1 0,1 1,0-1,0-1,1 1,-1 0,1-1,-1 1,1-1,0 1,0-1,1 0,-2-5,-2-13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6:54.0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0 158,'23'0,"19"1,0-2,0-2,62-11,-44 0,1 2,0 4,104-2,523 11,-666 1,-1 0,43 10,-41-7,1 0,30 1,98 8,-95-6,63-1,-69-7,0 2,86 14,-69-7,-1-3,1-3,78-7,-17 2,2920 2,-3008 2,1 2,0 3,41 10,-42-7,1-2,-1-2,46 1,-50-5,61 11,-60-7,57 2,-55-5,21-1,-59-2,-1-1,0 0,1 0,-1 1,0-1,1 0,-1 0,0-1,0 1,0 0,0 0,0 0,0-1,0 1,0 0,0-1,-1 1,1-1,-1 1,1-1,-1 1,1-1,-1 1,0-1,0 0,0 1,0-1,0-2,-3-47,1 38,0 0,-2 0,1 0,-12-24,12 39,0 12,0 16,5 220,-4-355,5-123,-3 225,0 0,1 0,-1 1,1-1,0 0,0 1,0-1,0 1,0-1,0 1,1-1,-1 1,1 0,0 0,0 0,0 0,0 0,0 0,0 0,3-1,0 0,1 1,-1-1,0 1,1 1,0-1,-1 1,1 0,0 0,7 0,6 1,-1 1,0 1,0 0,0 2,24 7,-38-10,-1-1,1 2,-1-1,0 0,0 1,0-1,0 1,0 0,0 0,0 0,0 1,-1-1,1 1,-1-1,0 1,0 0,0 0,0 0,0 0,2 4,-4-4,0 0,0 0,0-1,0 1,0 0,0 0,-1-1,1 1,-1 0,0 0,0-1,0 1,0-1,0 1,-1-1,1 0,-1 1,0-1,1 0,-1 0,0 0,0 0,0 0,-1 0,1-1,-4 3,-30 22,-68 54,22-10,69-58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53.8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1 414,'16'0,"0"-1,0-1,0 0,0-1,-1-1,1-1,28-11,-17 2,0-1,-1-1,29-24,19-14,-27 22,59-56,-87 71,1 1,1 0,0 1,1 2,1 0,32-13,-36 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57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212 1,'-2'0,"0"1,0-1,0 1,0-1,0 1,1 0,-1 0,0 0,0 0,0 0,1 0,-1 0,1 0,-1 1,1-1,-1 1,-1 2,-23 34,15-20,-7 6,2 0,1 1,1 0,1 1,-18 49,23-49,1 1,1-1,1 2,1-1,-1 43,5-62,0 1,0 1,0-1,1 0,0 0,5 16,-5-22,0-1,0 1,1-1,-1 1,1-1,-1 0,1 0,0 0,0 0,0 0,0 0,0 0,0 0,1-1,-1 0,1 1,-1-1,1 0,-1 0,1 0,-1 0,1-1,5 2,33 1,0 0,1-3,75-9,-117 9,19-2,0-1,0-1,-1-1,1 0,25-12,-34 12,1 0,-1 0,0-1,-1-1,0 0,0 0,0-1,-1 0,0 0,8-13,-9 12,6-9,0-1,-1-1,16-37,-25 50,-1 1,0-1,-1 0,1 0,-1 0,-1 0,1 1,-1-1,0 0,-1 0,0 0,0 0,0 0,-1 0,0 0,-6-12,7 16,-1 0,-1 0,1-1,0 1,-1 1,0-1,1 0,-1 1,0-1,-1 1,1 0,0 0,0 0,-1 0,1 1,-1-1,0 1,1 0,-1 0,0 1,-5-1,-10-1,-1 1,0 0,-21 4,-14-1,42-4,0 0,0-1,1-1,-1 0,1 0,0-1,0-1,-12-7,10 5,-1 0,0 2,0 0,-18-5,12 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59.1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31,'86'2,"97"-5,-102-11,-59 9,0 0,33-1,124 6,-153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11.7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1,'19'-1,"0"2,0 0,0 1,0 1,0 1,-1 0,1 1,-1 2,0-1,-1 2,20 11,-30-14,2-1,-1 1,1 1,-1-1,-1 1,11 11,-15-13,0 0,0 0,-1 1,0-1,1 1,-2-1,1 1,-1 0,1 0,-1 0,-1-1,1 1,-1 7,0 11,-1 0,-2-1,0 1,-1-1,-1 0,-1 0,-2 0,0-1,-1 0,-1-1,0 0,-16 21,20-34,0-1,0 0,0 0,-15 9,16-12,0 1,0-1,0 1,0 0,1 0,0 1,-1 0,2-1,-1 1,-6 11,10-14,0-1,-1 0,1 1,0-1,0 1,0-1,0 1,0-1,0 1,0-1,1 1,-1-1,0 1,1-1,-1 0,1 1,0-1,-1 0,1 1,0-1,0 0,0 0,0 0,0 1,0-1,0 0,0 0,0-1,1 1,-1 0,0 0,0-1,1 1,-1 0,1-1,-1 0,0 1,1-1,-1 0,3 1,10 2,0-1,0 0,20 0,-17-1,112 22,-106-21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46.8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1 311,'40'-15,"-19"6,-4 3,0 0,-1-1,0-1,-1-1,1 0,-2-1,1-1,-1 0,-1-1,0 0,18-24,-25 27,1 1,0 0,1 0,8-7,-10 9,0 1,0-1,0 0,-1-1,0 1,0-1,-1 0,5-9,0-3,0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49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183 85,'-5'0,"0"1,0 0,0 0,0 1,0-1,0 1,0 0,1 0,-1 1,1-1,-1 1,1 0,0 0,0 1,0-1,-3 5,0 0,0 1,0-1,1 1,0 0,1 0,-8 18,3 0,0 1,2 0,1 0,1 1,-2 43,7-60,1 0,0 0,1-1,1 1,0 0,0-1,1 1,1-1,-1 0,2 0,0 0,0-1,1 0,0 0,1 0,11 13,103 94,-115-111,1-2,-1 1,1-1,-1 0,1 0,0-1,0 0,1 0,-1-1,1 0,-1 0,1 0,0-1,0-1,-1 1,1-1,0 0,11-3,-11 3,0-1,0-1,-1 0,1 0,-1 0,1-1,-1 0,0 0,0-1,-1 0,1 0,-1-1,1 0,-2 0,1 0,0-1,-1 1,6-9,-5 2,0 1,-1-1,0 0,-1-1,0 1,-1-1,-1 0,2-15,-2-13,-3-52,-1 33,1 43,0 1,-1 0,-1 0,0 0,-1 0,-1 1,-1 0,0 0,-1 0,0 0,-14-18,-6-19,22 40,-1 0,-1 0,0 1,-1-1,-8-9,12 17,0-1,-1 1,1 0,-1 0,0 0,0 1,0 0,-1 0,1 0,-8-2,10 4,-1 0,0 1,1-1,-1 1,1 0,-1 0,0 0,1 0,-1 1,1-1,-1 1,1 0,-1 0,1 0,0 1,-1-1,1 1,-5 3,-5 3,0 1,1 0,0 1,1 1,0 0,-14 18,11-13,1-3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8:51.2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1,'5'0,"7"0,7 0,4 0,-1 5,1 2,1 0,2-2,2-1,1-2,0 4,1 1,0 0,0-2,1-2,-1-1,0-1,-5-1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14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0,'1107'0,"-1082"0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20.6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0 180,'28'-1,"1"0,-1-2,47-11,-41 7,0-3,59-24,-73 27,0 1,0 0,1 2,-1 1,27-2,23-4,140-26,-164 31,89 3,12 0,-24-25,-100 24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48.0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62,'15'42,"-6"-21,0 5,-2 0,0 0,-2 0,0 1,0 49,-5-69,-1 1,2-1,-1 1,1 0,0-1,0 0,1 1,0-1,1 0,4 9,-7-16,0 0,0 0,1 1,-1-1,0 0,0 0,1 0,-1 0,0 0,0 0,1 0,-1 0,0 0,0 0,1 0,-1-1,0 1,0 0,1 0,-1 0,0 0,0 0,0 0,1-1,-1 1,0 0,0 0,0 0,1 0,-1-1,0 1,0 0,0 0,0-1,0 1,1 0,-1 0,0 0,0-1,0 1,0 0,0 0,0-1,0 1,0 0,0-1,0 1,0 0,0 0,0-1,0 1,0 0,0 0,0-1,-1 1,1 0,3-19,1-36,-3 0,-10-103,9 157,0 1,-1-1,1 0,0 0,-1 0,1 1,0-1,0 0,0 0,0 0,0 1,0-1,0 0,0 0,0 0,0 1,1-1,-1 0,0 0,0 1,1-1,-1 0,1 0,-1 1,1-1,-1 0,1 1,-1-1,1 1,-1-1,1 1,1-2,-1 2,1 0,0 1,-1-1,1 0,0 1,-1-1,1 1,-1-1,1 1,-1 0,1 0,-1 0,0 0,3 1,4 5,1 0,-1 1,-1 0,8 9,17 35,44 103,-68-139,8 26,-14-34,0-1,0 1,1-1,1 1,-1-1,1 0,0-1,1 1,-1-1,1 1,12 10,-16-17,-1 1,1 0,-1-1,1 1,-1-1,1 1,0-1,-1 1,1-1,0 0,0 1,-1-1,1 0,0 0,0 1,0-1,-1 0,1 0,0 0,0 0,0 0,-1 0,1 0,0 0,0-1,0 1,-1 0,1 0,1-1,-1 0,0 0,0-1,-1 1,1 0,-1 0,1-1,-1 1,1 0,-1-1,0 1,0-1,1 1,-1 0,0-1,0-1,-8-52,-8-67,12 81,-9-43,-17-94,24 158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52.1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124 31,'-1'2,"-1"0,1 0,0 0,-1 0,0 0,1-1,-1 1,0 0,0-1,0 1,0-1,0 0,0 0,0 0,0 0,0 0,-5 1,-25 17,24-5,1 0,0 0,1 1,1-1,0 1,1 1,1-1,0 1,1-1,0 30,2-36,-2 10,2 0,0-1,1 1,1 0,5 21,-5-35,-1 0,1 0,0 0,1 0,-1-1,1 1,0-1,0 1,0-1,1 0,0 0,-1-1,1 1,1-1,-1 0,0 0,1 0,-1 0,1-1,0 0,0 0,0 0,6 1,0 0,0 0,1-1,0 0,-1-1,1-1,0 1,0-2,0 0,-1 0,1-1,16-5,-22 5,0 0,0-1,0 0,-1 0,1 0,-1-1,0 0,0 0,0 0,-1 0,1-1,-1 0,0 0,0 0,-1-1,0 1,0-1,0 1,0-1,-1 0,0 0,2-10,-2-1,0 1,-1-1,-1 1,0-1,-1 0,-1 1,-1-1,0 1,-1 0,-1 0,0 0,-1 1,-1 0,-1 0,-9-14,8 17,0 1,-1 1,0 0,-1 0,0 1,-1 0,0 1,0 0,0 1,-1 1,-21-8,13 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49:53.7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62,'0'-5,"5"-2,7 1,6 1,5 1,0-3,-1-1,3 1,1 1,1 3,2 1,-5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50:51.7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1819 271,'0'-1,"0"0,-1 0,0-1,1 1,-1 0,0 0,0 0,1-1,-1 1,0 0,0 0,0 0,0 1,0-1,-1 0,1 0,0 1,0-1,0 0,-1 1,1-1,-2 1,-40-15,24 9,-14-10,-40-25,57 30,-1 0,-1 2,1 0,-2 0,1 2,-1 0,0 2,-34-7,-46-2,63 7,-70-3,79 9,0-2,-32-7,-38-4,-23-1,79 8,-67-3,28 9,-138 5,206-3,0 1,0 1,0 0,0 1,0 0,0 1,-20 12,-1 4,-36 29,41-28,-54 32,74-50,1 0,-1 1,1 0,0 0,0 1,1 0,-9 9,12-12,1 0,0 1,0-1,0 1,1-1,-1 1,1 0,0-1,0 1,0 0,0 0,0 0,1 0,0 0,0 0,0 0,1-1,-1 1,2 4,4 22,9 35,-2 1,-4 1,2 78,-13 303,2-440,1 0,-1-1,1 1,0 0,1-1,0 0,0 1,1-1,0 0,0 0,0 0,1-1,0 1,1-1,-1 0,1 0,0 0,0-1,1 0,0 0,0 0,0 0,1-1,-1 0,1-1,0 0,0 0,0 0,0-1,1 0,-1 0,1 0,-1-1,1-1,8 1,188-2,-77-1,-105 1,0-2,0 0,-1-2,42-13,-41 10,0 2,1 0,-1 2,37-3,-15 6,1-3,46-8,-35 4,1 4,0 1,63 7,98-6,-138-12,-58 9,1 1,31-2,-8 6,53-4,-89 3,0-1,-1 0,1 0,-1-1,1 0,-1-1,16-8,-19 7,-1 0,1 0,-1-1,0 1,0-1,-1 0,1-1,-1 1,-1-1,1 0,2-10,2-2,-2-1,0 1,3-23,14-132,-17 138,-1 0,-2-1,-1 1,-2-1,-2 0,-1 1,-2 0,-1-1,-16-49,20 81,0 1,-1-1,1 0,-1 1,-1 0,1 0,0 0,-1 0,0 0,0 0,0 1,-6-4,-62-30,14 8,34 15,1 1,-2 2,0 0,0 1,-1 1,0 2,-40-7,42 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19:50:54.3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170 1,'1'0,"1"0,-1 1,0 0,1-1,-1 1,0 0,0-1,0 1,0 0,0 0,0 0,0 0,0 0,0 0,0 1,0-1,0 0,-1 0,1 1,-1-1,1 0,-1 1,1-1,-1 0,0 1,1-1,-1 3,5 45,-4-43,14 92,-9-68,4 56,-10-15,-2-48,2 1,0-1,2 0,0 0,2 0,0 0,2 0,15 41,-16-52,0-1,-2 1,1 0,-1 0,1 15,-3-23,0 1,-1-1,0 0,0 1,0-1,0 0,-1 1,1-1,-1 0,0 0,0 1,-1-1,1 0,-1 0,0 0,0-1,-5 7,6-9,-1 0,1 0,-1 0,1 0,-1 0,0-1,1 1,-1-1,0 1,1-1,-1 0,0 1,0-1,0 0,1 0,-1 0,0-1,0 1,1 0,-1-1,0 1,1-1,-1 1,0-1,1 0,-3-1,-49-31,30 17,-25-13,30 17,-2 1,1 1,-27-10,149 18,-75 1,-1-2,1 0,-1-2,33-10,-12 3,-46 11,0 1,0-1,0 1,0 0,0-1,0 1,0 0,0 0,0 0,1 1,-1-1,0 0,0 1,2 0,-3 0,-1-1,1 0,-1 1,0-1,1 1,-1-1,1 1,-1-1,0 1,1-1,-1 1,0-1,0 1,0 0,1-1,-1 1,0-1,0 1,0 0,0-1,0 1,0-1,0 1,0 0,0-1,0 1,-1-1,1 1,0 1,-2 2,0 1,-1-1,1 0,-1 0,0 1,0-2,0 1,0 0,-8 5,-76 64,72-62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34.6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37.1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1 581,'13'0,"79"1,152-19,217-27,-175 15,-28 1,103-13,-214 20,198-3,-270 24,98-14,-81 1,-17 1,145-4,-172 16,67-12,-64 6,62-1,-106 8,49 1,0-3,94-14,-107 8,-21 5,-1-1,0-1,0-1,-1-1,0 0,34-18,-14 3,77-27,-28 13,-69 28,0 2,1 1,35-6,-3 2,175-33,-200 38,-2-3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39.7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306 1,'-15'1,"0"0,1 0,-1 2,0 0,1 0,-1 1,1 1,0 1,1 0,-1 1,1 0,0 1,1 0,0 1,0 0,1 1,0 0,1 1,-15 20,21-22,-1 0,2 0,-1 1,1 0,0 0,1 0,0 0,1 0,0 0,1 13,0 18,7 43,-6-73,1-1,0 0,0 0,1 0,1 0,-1 0,2-1,-1 1,1-1,1 0,0-1,0 1,0-1,1 0,0-1,1 0,11 9,-11-10,0-1,0-1,1 0,-1 0,1-1,0 0,-1 0,2-1,-1 0,0 0,0-1,0-1,1 1,-1-2,0 1,1-1,-1 0,0-1,12-4,133-29,-25 8,-53 13,-58 12,-1-1,1 0,-1-2,0 0,17-7,-29 9,0 1,-1-1,1 0,-1-1,0 1,0-1,0 1,0-1,-1 0,1-1,-1 1,0 0,0-1,-1 0,1 0,-1 0,0 0,-1 0,1 0,-1 0,1-7,1-7,0 0,-1 0,-1-1,-1 1,-1-1,0 1,-2 0,0 0,-10-32,6 41,-1 0,0 0,0 1,-1 0,-1 0,1 1,-1 0,-1 1,1 0,-15-6,10 6,-1 1,0 1,-1 1,1 0,-1 1,1 1,-1 1,0 0,-30 3,24-1,0-1,0-1,0-1,-32-7,31 3,-1 1,1 2,-32-1,31 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41.7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1,'748'0,"-722"0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45.1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1 686,'41'1,"0"-2,0-2,57-11,50-27,-97 25,0 2,2 2,82-8,-12 5,-80 9,60-3,-57 9,-1-2,79-13,258-55,-278 40,-73 19,43-8,105-13,-79 13,130-41,97-36,-307 90,0-1,-1-1,26-15,-26 12,0 2,1 0,27-7,73-13,60-16,-121 31,-33 10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46.9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0,'-1'86,"3"97,13-101,-10-61,-1 1,3 34,-7 2,0-32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48.8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1 690,'42'-1,"1"-1,67-13,-6 1,-67 10,0-1,47-13,-38 6,-1 3,52-4,48-9,114-18,29-8,-209 31,100-7,-105 17,134-33,41-15,-157 38,172-57,-93 23,-119 38,-1-2,58-26,-77 27,0 0,0 3,1 1,0 1,50-6,67-12,-100 16,1 2,86-3,-112 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8:50.9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127 126,'-5'2,"-1"1,0 0,1 0,0 0,-1 0,1 1,0 0,1 0,-1 0,1 1,-8 9,0-1,7-7,0 0,0 1,1-1,0 1,0 0,1 0,0 1,0-1,0 1,1-1,0 1,1 0,-1 0,2 0,-1-1,1 1,0 0,1 0,0 0,2 9,-2-8,1-1,0 0,1 0,0 0,0-1,0 1,1-1,0 1,1-1,0 0,0-1,0 1,1-1,0 0,0 0,0-1,1 0,0 0,7 4,1-4,0 0,1-1,-1 0,1-2,-1 1,1-2,21 0,55 7,-57-2,2-1,-1-2,0-2,1-1,-1-1,0-3,40-8,-46 7,-12 2,-1 0,0-1,0-1,30-12,-42 14,-1 1,0-1,0 1,0-1,0 0,0-1,-1 1,0-1,1 1,-1-1,0 0,-1 0,1-1,-1 1,0 0,0-1,0 0,-1 1,1-1,-1 0,0 0,0-5,1-36,-4-67,-1 31,3 78,0-1,0 1,0 0,-1-1,0 1,1 0,-2-1,1 1,0 0,-1 0,0 0,0 0,0 0,0 1,-1-1,-3-4,0 3,0 1,0-1,-1 1,1 0,-1 1,0-1,0 1,-13-3,-24-6,1 2,-1 2,-1 2,1 2,-1 2,0 2,-58 7,76-2,0 0,0 2,0 1,-26 11,22-7,0-2,-42 9,47-15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3T20:09:19.3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1:30.5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 1379,'12'-1,"1"0,-1-2,1 0,-1 0,0-1,0 0,0-1,-1 0,0-1,0-1,0 0,15-13,12-11,61-67,-31 32,-47 47,0 0,-2-1,0-2,-1 1,-2-2,16-27,-22 27,-1-1,7-30,8-22,-18 59,5-11,0 1,17-28,-13 25,-2 0,-1-2,-2 1,-1-1,10-63,-14 48,-1 0,-3 1,-7-77,6 116,-1 1,0-1,0 1,0-1,-1 1,0-1,-1 1,1 0,-1 0,0 0,-1 1,-5-9,5 11,1-1,-1 1,0 0,-1 0,1 1,0-1,-1 1,1 0,-1 0,0 0,1 1,-1 0,0 0,0 0,0 0,-9 1,-7-1,-1 2,1 0,-1 1,1 1,0 1,0 1,-32 12,41-13,1 1,0 0,1 1,-1 1,1-1,0 2,1-1,0 1,0 1,1-1,0 2,0-1,1 1,-11 20,-57 104,70-123,-1 1,2 0,-1 0,-4 24,6-21,-2-1,-10 29,1-17,2 0,1 1,-11 45,-4 20,17-67,2 1,1 1,0-1,-2 45,7-46,-2 1,-7 28,4-27,-3 51,8-60,1-1,0 1,2 0,0-1,5 20,-6-33,0 1,1-1,0 1,0-1,0 0,0 0,1 0,0 0,0 0,0 0,0-1,0 1,1-1,-1 0,1 0,0 0,0-1,0 1,1-1,-1 0,0 0,1 0,8 1,8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1:35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10105 1,'-2544'0,"2522"1,1 2,0 1,0 0,1 2,-1 0,1 1,-21 11,9-5,-46 13,73-24,-58 15,-1-3,0-2,-127 5,170-16,0 1,-40 9,-28 4,-8-15,62-1,1 2,-1 1,-45 8,9 1,0-4,0-2,-111-8,49 1,67 2,-37 1,-167-20,159 8,0 5,-117 8,55 1,90-3,-517-18,245 0,73 5,81-4,-204-9,80 12,-28-1,-419 17,745 0,0 2,0 1,0 1,1 1,-1 1,-26 13,-36 11,24-11,40-11,-1-2,-1 0,1-2,-1-1,-40 2,-592-8,650 1,-1 1,1 1,-1 0,1 0,0 0,0 1,0 1,0 0,0 0,1 1,0-1,0 2,0-1,1 1,0 1,0-1,0 1,1 0,-7 10,8-10,0-1,1 2,0-1,0 0,0 1,1-1,1 1,-1 0,1 0,0 0,1 0,0 0,0 1,1-1,0 0,0 0,1 1,0-1,1 0,0 0,0 0,5 12,-4-15,1 1,-1-1,1 0,1 1,-1-2,1 1,0-1,0 1,0-1,11 6,65 31,-51-26,-14-7,1-1,-1 0,1-1,0 0,1-2,-1 0,1-1,0-1,0 0,18-2,-7 0,-12 2,0-2,0-1,1 0,-1-1,0 0,0-2,0 0,22-9,-86 5,43 7,0 0,0 0,0-1,0 1,0-1,1 1,-1-1,0-1,1 1,0 0,-1-1,1 1,0-1,0 0,1 0,-1 0,1-1,-1 1,1-1,0 1,0-1,1 0,-1 1,-1-8,1 5,-1 1,1-1,-1 1,0 0,0 0,-1 0,0 0,1 0,-2 1,-4-4,9 7,-1 0,1 1,-1-1,0 1,1 0,-1-1,0 1,0 0,1-1,-1 1,0 0,0-1,1 1,-1 0,0 0,0 0,0 0,1 0,-1 0,0 0,0 0,0 0,1 1,-1-1,0 0,0 0,0 1,0 0,0 0,-1 0,1 0,0 1,0-1,0 1,0-1,0 1,0-1,0 1,1 0,-1-1,0 4,-8 58,8-52,-8 32,5-28,0 1,1-1,-1 22,4-35,0 0,0 1,0-1,0 0,0 0,0 1,1-1,-1 0,1 0,-1 0,1 0,0 0,0 1,0-1,0-1,0 1,1 0,-1 0,0 0,1-1,0 1,-1-1,1 1,0-1,0 1,0-1,-1 0,5 2,-2-3,-1 1,1-1,0 1,-1-1,1 0,0-1,-1 1,1 0,0-1,-1 0,1 0,-1 0,1 0,-1-1,0 0,1 1,2-3,55-41,-49 35,47-33,-39 30,-1-1,-1-1,30-30,-37 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1:50.294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545 0,'-20'2,"0"0,0 2,0 0,0 1,0 1,1 1,0 1,1 0,0 2,0 0,1 1,0 0,1 2,0 0,-14 15,-88 63,76-59,37-30,0 1,0 0,1 0,-1 1,1-1,0 1,0 0,0 0,1 0,0 0,-1 1,1-1,1 1,-1 0,1 0,0 0,0 0,0 1,1-1,-2 7,-1 43,2 0,10 104,-8-156,0 0,1 0,0 0,0 0,0 0,0 0,0-1,0 1,1 0,0-1,-1 1,1-1,0 1,0-1,0 0,0 0,1 0,-1 0,1 0,-1 0,1-1,0 1,-1-1,1 0,0 1,0-2,0 1,0 0,0 0,3-1,12 2,0 0,0-2,0 0,20-3,-5 1,-12 1,17 0,0-1,0-1,0-3,64-17,-45 8,-43 13,0-1,-1-1,0 0,0-1,0 0,0-1,13-8,-23 11,0-1,0 1,0 0,0-1,-1 1,1-1,-1 0,0 0,-1 0,1 0,0 0,0-7,12-60,-10 38,3-14,-3-1,-1 0,-3 1,-6-52,6 96,-1-1,1 1,-1 0,0 0,0-1,-1 1,1 0,-1 0,1 0,-1 1,0-1,0 0,0 1,0-1,-5-3,-46-28,7 6,41 24,-1 0,0 0,1 0,-2 1,1 0,0 0,-12-2,-3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1:56.691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0,'2'16,"1"-1,0 1,1-1,1 0,0-1,1 1,0-1,1 0,1 0,13 17,20 41,-35-60,0-1,0 0,1 0,1-1,0 0,1 0,-1-1,2 0,-1 0,1-1,1-1,-1 0,1 0,1-1,-1 0,1-1,0 0,0-1,0 0,1-1,0-1,-1 0,1 0,24-1,52 0,182-5,-265 3,1 1,-1-1,1 0,-1-1,1 0,-1 0,0 0,0 0,0-1,0 0,-1-1,10-6,-12 7,0-1,1 0,-1 0,-1 0,1 0,-1-1,1 1,-1-1,0 1,-1-1,1 0,-1 0,0 0,0 0,-1 0,1-8,-3-96,6 126,0-1,2 1,0 0,0-1,2 0,13 22,-2-7,-2 1,15 37,-51-132,14 42,0 1,-1 1,-2-1,0 1,0 1,-21-31,15 21,14 27,0 0,0 1,0-1,0 0,0 0,0 1,0-1,0 0,1 0,-1 1,0-1,0 0,1 0,-1 1,0-1,1 0,-1 1,1-1,-1 1,1-1,-1 1,1-1,0 0,3-1,0 0,0 1,0-1,0 1,0 0,0 0,1 0,-1 1,0 0,8 0,7 0,0 2,0 1,0 0,0 1,0 1,-1 1,28 12,-1-1,-44-17,1 0,-1 1,1-1,-1 1,1-1,-1 1,1-1,-1 1,1 0,-1 0,1 0,-1 0,0 0,0 0,0 0,0 0,1 1,-1-1,-1 0,1 1,0-1,0 1,0-1,-1 1,1 1,-1-1,-1-1,1 1,-1 0,1 0,-1-1,0 1,0 0,0-1,0 1,0-1,0 1,0-1,0 0,-1 1,1-1,-1 0,1 0,-3 1,-12 9,-1-1,0-1,-21 8,31-14,-55 26,45-20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2:02.040"/>
    </inkml:context>
    <inkml:brush xml:id="br0">
      <inkml:brushProperty name="width" value="0.05" units="cm"/>
      <inkml:brushProperty name="height" value="0.05" units="cm"/>
      <inkml:brushProperty name="color" value="#7030A0"/>
      <inkml:brushProperty name="ignorePressure" value="1"/>
    </inkml:brush>
  </inkml:definitions>
  <inkml:trace contextRef="#ctx0" brushRef="#br0">1341 37,'-42'0,"-1"1,0-2,0-1,-68-14,62 8,0 3,-1 1,1 3,-51 5,-10-1,24-5,-96 4,168 0,1-1,-1 2,1 0,-1 0,1 1,-21 10,29-12,1 0,0 1,0 0,0-1,0 2,0-1,1 0,-1 1,1-1,0 1,0 0,0 0,1 0,-1 0,1 1,0-1,1 1,-1-1,1 1,-1 0,0 7,-1 38,3-36,-1 0,0 0,-6 24,5-33,1 0,-1 0,-1 0,1-1,0 1,-1-1,0 0,0 0,-1 0,1 0,-1 0,0 0,0-1,-5 3,1-1,0 1,0-1,0 1,1 0,-1 1,1 0,1 0,0 1,0-1,0 1,1 1,-5 9,0 3,0-1,2 1,-10 38,17-52,0 1,0 0,0 0,1-1,1 1,-1 0,1 0,0-1,1 1,0 0,0-1,1 0,0 1,5 9,62 95,-65-102,0 0,-1 0,-1 0,1 0,2 16,-4-16,1 0,0 0,0 0,1 0,5 10,-7-17,0 0,1 0,-1-1,0 1,1 0,0-1,0 0,-1 1,1-1,0 0,1-1,-1 1,0 0,0-1,1 0,-1 0,1 0,7 1,0-1,1-1,-1-1,1 0,0 0,-1-1,0 0,16-6,46-7,271 11,-180 7,-111 5,2-1,-52-7,0 0,0-1,0 1,0-1,-1 0,1 0,0 0,0 0,0 0,-1 0,1-1,0 1,-1-1,1 0,-1 0,2-2,4-6,-1 0,0-1,-1 1,-1-1,1 0,-2-1,1 1,-2-1,0 0,0 0,-1 0,1-18,6-22,-2 5,-2 0,-3 0,-4-69,0 25,1 76,-1 0,0 0,-2 0,1 0,-2 0,0 1,-8-17,-7-18,18 43,-1 1,0-1,0 1,0 0,-1 0,0 0,0 1,0-1,0 1,-1 0,-6-4,-61-37,46 31,19 10,0 1,-1 0,1 0,-1 1,0 0,-15-2,0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2:05.361"/>
    </inkml:context>
    <inkml:brush xml:id="br0">
      <inkml:brushProperty name="width" value="0.05" units="cm"/>
      <inkml:brushProperty name="height" value="0.05" units="cm"/>
      <inkml:brushProperty name="color" value="#7030A0"/>
      <inkml:brushProperty name="ignorePressure" value="1"/>
    </inkml:brush>
  </inkml:definitions>
  <inkml:trace contextRef="#ctx0" brushRef="#br0">1 506,'0'-2,"1"1,-1 0,0 0,1 0,-1 0,1 0,-1 0,1 0,0 0,-1 0,1 0,0 0,0 1,0-1,-1 0,1 0,0 1,0-1,0 1,0-1,0 1,1-1,-1 1,0 0,1-1,38-9,-21 5,14-5,-27 9,0 0,0 0,0-1,-1 0,1-1,0 1,-1-1,0 0,0 0,0 0,0-1,0 0,-1 0,1 0,-1-1,0 1,0-1,-1 0,4-6,-3 4,1 0,0-1,1 2,-1-1,1 1,0 0,1 0,0 0,0 1,12-7,10-8,31-37,-48 44,0 1,1 0,18-12,-27 21,1 0,-1-1,1 1,-1-1,0 0,-1 0,1 0,-1 0,1-1,-1 1,2-6,-4 7,0 1,-1 0,1-1,-1 1,1-1,-1 1,0 0,0-1,0 1,0-1,-1 1,1-1,-1 1,1 0,-1-1,0 1,0 0,0 0,0-1,0 1,0 0,-1 0,1 0,-1 0,0 1,1-1,-3-1,-22-19,-8-8,34 30,-1 0,1 0,0 0,0-1,0 1,0 0,0 0,-1 0,1 0,0 0,0-1,0 1,0 0,0 0,0 0,0-1,0 1,0 0,0 0,0 0,0 0,0-1,0 1,0 0,0 0,0 0,0-1,0 1,0 0,0 0,0 0,0-1,0 1,0 0,0 0,0 0,0 0,1 0,-1-1,0 1,0 0,0 0,0 0,0 0,0 0,1 0,-1-1,13 1,13 7,-22-4,0 1,1-1,-1 1,-1 0,1 0,-1 1,1-1,-1 1,0 0,-1 0,1-1,-1 2,0-1,-1 0,1 0,-1 1,0-1,0 1,0-1,-1 10,0-10,0 0,0 0,-1 0,1 0,-1 0,-1 0,1 0,-1-1,1 1,-5 7,5-10,-1 0,1 1,-1-1,0 0,0 0,0 0,0-1,0 1,0 0,0-1,-1 1,1-1,0 0,-1 0,1 0,-1 0,0 0,1 0,-6 0,6-1,0 0,0 0,0 0,0 0,0 0,0 0,0 0,0-1,0 1,0-1,0 1,0-1,0 0,0 0,0 0,0 0,1 0,-1 0,0-1,-1-1,0 0,1 0,0-1,0 1,0-1,0 1,0-1,1 0,0 1,-1-1,1-4,-2-11,1 0,1 1,2-32,0 36,0-13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4:52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0 187,'49'1,"-1"1,64 13,-35-6,0-3,139-7,-75-2,994 3,-941-15,-14 0,-96 14,8 1,117-16,-47-5,263 0,-397 20,0-2,40-8,-37 5,51-4,-52 8,55-13,-19 3,3 0,-27 5,0 1,43 0,-16 6,-27 2,-1-3,1-1,75-14,-69 8,1 3,-1 1,1 3,53 5,8-1,876-3,-961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2.7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1,'0'479,"0"-453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3.1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0,'0'5,"0"7,0 7,5-1,2 2,0 3,-2 3,-1 1,-2 2,-1-4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3.6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0,'0'5,"5"2,1 5,1 5,-2 4,-2 5,0 2,-2 2,5 1,0 0,1 0,-2 0,-2-1,-1-5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4.0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1,'0'5,"0"6,0 8,0 4,0 4,0 2,0-3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4.4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0,'0'6,"0"5,0 8,0 4,0 5,0-4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07.1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153 0,'-1'1,"-1"-1,1 1,0-1,0 1,-1 0,1-1,0 1,0 0,0 0,0 0,0 0,0 0,0 0,0 0,0 0,0 1,0-1,1 0,-1 0,1 1,-1-1,1 0,-1 1,1-1,0 1,0-1,-1 3,-4 45,4-44,0 12,-1 14,0-1,3 1,3 32,-4-61,1-1,0 0,-1 1,1-1,0 0,-1 0,1 0,0 1,0-1,0 0,0 0,0 0,0 0,0-1,1 1,-1 0,0 0,0-1,1 1,-1-1,0 1,1-1,-1 1,0-1,1 0,-1 0,1 0,-1 0,0 0,1 0,-1 0,1 0,-1 0,1-1,1 0,54-15,-53 15,9-4,0 0,1 2,0-1,0 2,0 0,0 1,0 0,15 1,-25 0,0 1,0-1,0 1,0 0,0 0,-1 0,1 1,0-1,-1 1,1 0,-1 0,1 0,-1 0,0 1,0 0,0-1,0 1,-1 0,1 0,-1 0,0 1,0-1,0 0,0 1,0 0,-1-1,1 1,-1 0,0 0,0 0,-1 0,1 5,0 1,-1 0,-1 0,1 0,-2-1,1 1,-1 0,-1-1,0 1,0-1,0 0,-2 0,1 0,-1 0,0-1,-1 0,0 0,0 0,0-1,-1 0,0 0,-1-1,0 0,0 0,0-1,0 0,-1 0,0-1,0 0,0-1,-1 1,1-2,-1 0,1 0,-15 1,-24-1,-83-7,128 5,0 0,0-1,1 1,-1-1,0 1,1-1,-1 0,0 0,1 0,-1-1,1 1,0 0,-1-1,1 0,0 0,0 1,0-1,0 0,0-1,1 1,-1 0,1 0,-1-1,1 1,0-1,0 1,0-1,0 0,0 1,1-1,-1-5,0 3,1 0,1 0,-1-1,1 1,-1 0,2 0,-1 0,0 0,1 0,0 0,0 0,1 0,-1 1,1-1,0 1,4-5,4-3,-1 0,0-1,0 0,-2-1,1 0,-2-1,0 0,-1 0,5-19,-7 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0.7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0,'0'5,"0"7,0 6,0 6,0 3,0 2,0-3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1.1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1,'0'5,"0"7,0 6,0 5,0 4,0 3,0 0,0 1,0-5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1.4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1.8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1,'0'5,"5"1,2 6,-1 5,0 5,-3 4,0 2,-2-3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2.1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1,'5'0,"2"5,-1 7,-1 6,-1 6,-2 3,-1 3,5-5,1 0,-1-1,-1 2,-1 1,-2 1,-1-4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0.2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0,'0'5,"0"7,0 6,0 6,0 3,0 3,0 0,0 1,0 0,0 0,0 0,0-1,5 1,2-1,-1 0,-1-1,-1-4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14.3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321 0,'-6'1,"0"0,0 0,0 0,0 1,1-1,-1 1,0 1,1-1,0 1,-1 0,1 0,-8 8,-59 57,34-30,17-20,9-9,0 1,1 0,1 1,-1 0,2 0,0 1,0 1,-13 24,21-35,1 0,-1 1,0-1,1 1,0-1,-1 1,1-1,0 1,0-1,0 1,1 0,-1-1,1 1,-1-1,1 0,0 1,0-1,0 1,0-1,1 2,1 0,0-1,0 0,0 1,1-2,-1 1,1 0,-1-1,1 1,0-1,7 3,2 0,1 0,0-1,0-1,1-1,-1 0,16 1,-28-3,11 1,0-1,1 0,-1-1,0 0,22-6,-31 6,1-1,-1 0,0 0,0 0,0-1,-1 1,1-1,-1 0,1 0,-1 0,0-1,0 1,0-1,-1 1,1-1,-1 0,0 0,0 0,0-1,1-4,3-14,-2-1,0 1,-1-1,-2 0,0 0,-2 0,-5-34,6 52,0 0,-1 1,0-1,0 1,-1 0,0-1,0 1,0 0,-4-7,6 12,0 0,0 0,0 0,0 0,0 0,0 0,0 0,0 0,0 0,0 1,0-1,0 0,-1 0,1 0,0 0,0 0,0 0,0 0,0 0,0 0,0 0,0 0,0 0,0 1,0-1,0 0,0 0,0 0,-1 0,1 0,0 0,0 0,0 0,0 0,0 0,0 0,0 0,0 0,0 0,-1 0,1 0,0 0,0 0,0 0,0 0,0 0,0 0,0 0,0 0,0 0,0 0,-1 0,1 0,0 0,0-1,0 1,0 0,0 0,0 0,0 0,0 0,0 0,0 0,0 0,0 0,0 0,0 0,0-1,0 1,-1 13,6 14,1-17,0 0,1 0,0 0,1-1,0 0,0-1,15 12,22 25,12 29,-34-43,29 31,34 48,-70-95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5:29.807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3229,'4'3,"1"1,-1-1,1-1,-1 1,1-1,0 1,0-2,0 1,0 0,1-1,-1 0,8 1,71 1,-61-3,97-3,92 5,-132 12,-58-8,1-2,31 2,19-7,0-3,80-15,-111 12,0-3,57-19,-46 14,1 3,0 2,57-3,-88 10,12-3,0-1,-1-2,37-15,-34 11,1 1,41-6,71-10,-138 26,1 0,-1-1,1 0,-1-1,0-1,0 0,-1 0,1-1,-1 0,-1-1,1-1,15-13,61-66,-72 71,2-2,-1-1,-1 0,-1-1,-1-1,20-41,-20 39,0 0,23-30,20-32,-16 21,-29 48,-1 0,0-1,-1 0,8-23,26-77,26-91,-38 48,-24 120,3-45,2-17,-7 62,0-79,-5 83,1-1,10-61,-7 81,1-13,2 0,1 1,1 0,1 0,25-46,32-67,-45 99,30-86,-2 5,-40 95,0-1,-2 0,-1 0,-2 0,-1-1,1-37,-7-3,0 55,1 0,1 0,0 1,1-1,1 0,0 1,2-1,4-15,-5 27,-1-1,2 0,-1 1,0 0,1 0,0 0,0 0,0 0,0 1,1 0,-1 0,10-5,69-26,-51 22,13-8,-32 13,1 1,0 0,0 1,0 0,0 2,1-1,17 0,218 3,-112 3,-129-1,-1-1,1 1,0 1,-1-1,0 1,1 1,-1 0,0 0,0 1,0-1,-1 2,0-1,1 1,-1 0,-1 1,1-1,-1 1,0 1,6 8,34 24,-39-35,0 1,0 0,-1 1,0-1,0 1,-1 0,0 0,0 1,6 9,43 105,-37-77,41 71,-27-74,-25-33,1-1,-1 1,-1 1,0-1,0 1,4 11,-1 1,4 13,1-1,25 46,-26-56,-2 1,-1 0,-1 1,-1 0,8 49,-3-14,29 138,-36-174,1 0,11 26,-10-30,-1 1,0 0,3 28,7 33,-10-57,5 49,-9-53,1-1,0 0,2 0,1 0,0-1,1 0,1 0,1-1,1 0,19 27,-20-28,0-1,-1 1,9 31,17 34,-4-25,-17-30,1 0,1-1,2-1,0 0,33 34,-38-45,0 0,-1 1,-1 0,9 19,-7-14,0-1,16 20,9 4,2-2,2-2,81 60,28 20,-115-97,2-1,1-2,0-1,67 20,-58-23,74 29,-94-34,0-1,32 6,-33-9,154 23,-137-23,0-1,0-3,69-3,-36-1,-50 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15.09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24 1,'0'5,"0"7,-5 1,-2 4,1 4,1-2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17.09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48 1,'0'5,"0"7,-5 1,-2 4,1 4,-5-2,1 1,1-2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17.908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168 1,'0'5,"-5"1,-2 6,1 5,-5 0,1 2,-4-2,1 1,2 2,-1-1,1 0,-3-3,1 2,-3-4,3 3,2-3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18.724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221 1,'-1'5,"-1"1,1-1,-1 0,0 0,-1 0,1 0,-1 0,-6 7,-5 11,2 0,-1-1,-1-1,0-1,-2 0,-1 0,-30 26,9 5,27-37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19.55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295 0,'-2'23,"-1"-1,-1 0,-1 0,-1 0,-1-1,-1 0,-20 40,15-33,3-9,-1-1,-1-1,-26 31,-2 4,34-45,-1 1,0-1,0 0,-13 10,13-12,0 0,1 1,-1 0,1 0,1 0,-9 12,6-1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0.87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288 0,'0'13,"0"0,0-1,-1 1,-1-1,0 1,-1-1,0 1,-1-1,0 0,-1-1,-1 1,1-1,-13 17,-7 7,-37 72,15-23,-42 59,78-125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2.79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91 1,'0'420,"-1"-396,-2 0,-11 47,1-12,1 0,6-39,2 0,-3 31,-8 48,9-73,2 1,-2 29,7 184,-1-215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4.544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5 0,'-1'74,"-2"-46,2 0,2 1,0-1,2 0,1 0,1 0,10 32,2-9,13 57,-19-60,28 74,-17-62,-2 1,-4 1,16 112,-5-44,-17-96,-3 1,0 0,2 60,-11 204,2-273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5.709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0,'1'22,"1"1,1-1,1 0,1 0,13 37,53 104,-18-47,100 187,-42-95,-65-98,-29-68,38 73,-46-97,-1-1,10 31,-13-33,0-1,1 1,1-1,0-1,12 18,26 42,-37-56,1-1,1-1,1 0,13 15,9 9,-2 2,32 54,-32-48,-18-25,-1 0,-1 1,-1 1,11 34,-20-55,0 1,0-1,1 1,0-1,-1 1,1-1,1 0,-1 0,4 4,8 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7.172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3 0,'-2'126,"5"138,-1-251,1 0,1 0,0 0,0-1,2 0,-1 0,2 0,-1 0,2-1,-1 0,1-1,11 11,28 43,-9-12,-27-39,-1 0,-1 1,0 0,-1 1,12 28,82 209,-80-186,-20-56,1 0,0-1,0 1,1 0,0-1,1 0,0 0,1-1,9 13,3 1,24 37,-32-42,1-1,1-1,0 0,1 0,22 18,-17-15,0 1,-2 0,0 1,-2 1,0 0,-1 1,17 41,-7-19,77 151,-34-67,-62-119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28.691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0,'0'17,"1"1,0-1,1 0,5 21,-4-29,0 1,1-1,0 0,0-1,1 1,1-1,-1 0,13 14,11 6,2-2,0-1,1-1,70 38,-12-8,111 55,-146-83,-2 2,0 2,50 40,-44-27,-37-28,0 1,28 27,-24-15,0 2,-2 0,-2 1,22 38,-34-53,0 0,2-2,-1 1,2-1,0-1,24 19,97 58,-116-79,-4-2,-1 2,0 0,14 15,-15-14,0-1,1 0,18 12,-10-11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0.65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0,'0'5,"1"0,0-1,0 1,0-1,0 1,1-1,0 1,0-1,0 0,5 7,34 42,-9-12,34 57,83 93,93 79,-212-237,39 35,113 87,-20-20,-98-86,-44-37,33 31,108 90,-125-102,-23-20,0 0,21 24,-8 2,-20-27,0-1,1 0,0-1,0 1,1-2,9 9,2-3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2.54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0,'1'5,"1"0,0 0,1 0,-1-1,1 1,0-1,0 0,0 0,1 0,-1 0,1 0,8 6,8 9,26 41,-2 1,46 84,-65-97,-17-30,1-1,1-1,0 1,16 18,-25-34,96 117,-52-66,5 9,-35-40,33 34,-15-18,116 132,-101-107,67 114,-78-99,-32-63,1 0,0 0,1 0,1-1,0 0,19 21,-6-9,-1 0,18 31,-28-38,1-2,0 0,1 0,1-1,1 0,0-1,0-1,31 21,-25-22,-1-2,-1 1,0 1,25 22,-29-19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4.02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0,'1'3,"-1"0,1 0,0 0,0 0,0 0,1 0,-1 0,1-1,-1 1,1 0,0-1,4 4,30 31,-25-27,142 131,-116-114,60 33,-21-14,13 6,152 65,-222-106,1 0,-1 1,32 29,-5-6,-38-29,31 24,2-2,72 36,-14-14,-83-41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5.521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56,'0'-2,"0"-1,1 1,0 0,-1-1,1 1,0 0,0 0,1 0,-1 0,0 0,1 0,-1 0,1 0,-1 0,1 0,0 1,0-1,0 1,0 0,0-1,0 1,0 0,0 0,0 0,1 0,-1 1,4-1,1-2,1 2,0-1,-1 1,1 0,0 0,0 1,9 1,9 4,0 0,-1 2,0 1,0 1,-1 1,26 14,-25-10,0-1,0-2,1-1,1-1,34 8,-19-5,-1 1,-1 2,39 22,-22-11,-28-15,51 13,-57-18,0 1,0 0,-1 2,24 13,-23-12,1-1,0-1,0-1,1-1,-1-1,1-2,50 2,-23-3,-18-2,-1 2,0 1,37 8,-3 0,-56-9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6.891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0 0,'32'1,"0"1,-1 2,34 7,246 49,45 36,-154-29,-93-32,71 28,18 13,-198-76,0 0,0 1,0-1,0 0,0 0,0 0,0 0,0 0,-1 0,1 0,0 1,0-1,0 0,0 0,0 0,0 0,0 0,0 0,0 1,0-1,0 0,0 0,0 0,0 0,0 0,0 1,0-1,0 0,0 0,0 0,0 0,1 0,-1 0,0 1,0-1,0 0,0 0,0 0,0 0,0 0,0 0,-16 1,15-1,-18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6:38.80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1,'5'1,"1"0,-1 1,0 0,0 0,0 1,0-1,0 1,7 5,12 7,-7-7,0 0,0 0,1-2,0 0,0-1,1-1,0-1,30 2,-17-3,-1 2,33 8,-10-2,-8 2,-27-5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7:06.99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1531 152,'-14'-1,"1"-1,0 0,0-1,0-1,1 0,-1 0,1-1,-21-13,18 10,-1 1,1 0,-2 1,-30-8,1 6,-12-2,-2 1,-69 0,93 8,-65-12,64 7,-58-3,74 8,0 1,0 0,0 2,0 0,1 2,-1 0,1 1,0 1,-25 12,-34 14,47-20,-45 24,-19 8,73-36,1 2,1 0,0 1,-27 19,44-26,0-1,1 1,-1 0,1 0,0 1,0-1,1 1,-1-1,1 1,0 0,0 0,-1 8,-10 69,6-31,0 8,2-1,2 1,6 61,0-8,-3-101,1 1,0-1,1 0,0 0,1 0,0 0,1-1,0 1,0-1,1 0,1 0,-1-1,2 1,-1-1,1-1,15 15,15 23,-30-37,-1 0,2-1,-1 1,1-2,0 1,10 6,1 0,13 8,52 28,-71-44,0 0,1-1,-1-1,1 0,0-1,0-1,25 2,-2-3,-1 2,52 10,-35-2,-26-7,0 2,40 14,-26-4,1-2,0-3,65 11,-41-10,-40-6,1-2,34 2,2-5,263-4,-308 1,-1-1,1-1,-1-1,0-1,0 0,0-1,-1 0,0-2,-1 0,0 0,0-2,-1 0,0 0,-1-2,0 1,-1-2,15-21,81-108,-97 128,-1 0,0-1,-2 0,0 0,0-1,-2 0,6-21,-10 29,0-1,-1 0,0 0,-1 1,0-1,-1 0,0 0,0 0,-1 1,0-1,-1 1,0-1,-1 1,-8-17,-15-32,21 42,-2-1,0 1,-13-19,-18-20,-35-71,62 102,-1 0,-1 1,-1 0,-1 1,-2 0,0 2,0 0,-30-23,34 36,1 0,-1 1,-1 1,1 0,-1 1,-27-4,-20-6,-127-32,168 42,-1 1,-42-1,39 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7:25.878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1 431,'8'0,"20"0,55 6,-72-4,0 1,0 0,0 1,0 0,0 1,-1 0,16 10,76 57,-74-50,1 0,1-3,1 0,1-2,64 25,-81-38,-44-15,-28-11,2-9,31 17,-43-18,65 32,1-1,-1 1,0-1,1 0,-1 1,1-1,-1 0,1 0,-1 0,1 0,-1 0,1 0,0 0,0-1,-1 1,1 0,-2-3,4 3,-1 0,0 0,0 0,0 1,0-1,0 0,1 0,-1 1,0-1,1 0,-1 1,1-1,-1 0,0 1,1-1,-1 0,1 1,0-1,-1 1,1-1,-1 1,1 0,0-1,0 1,-1-1,2 1,10-6,0 2,0-1,18-3,-24 7,46-15,84-39,-35 13,-101 42,0 0,0 0,1 0,-1 0,0 0,1 0,-1 0,0 0,0 0,1 0,-1 0,0 0,1 0,-1 0,0 0,0-1,1 1,-1 0,0 0,0 0,1 0,-1-1,0 1,0 0,0 0,1 0,-1-1,0 1,0 0,0 0,0-1,1 1,-1 0,0 0,0-1,0 1,0 0,0-1,0 1,0 0,0 0,0-1,0 1,0 0,0-1,0 1,0 0,0 0,0-1,0 1,-1 0,1 0,0-1,0 1,0 0,0 0,0-1,-1 1,1 0,0 0,-1-1,-27-10,-45-5,71 16,-30-6,-23-4,0 2,-76-1,29 10,205-3,109 5,-197-1,-1 0,1 1,23 7,-34-9,0 0,0 1,-1 0,1-1,0 1,-1 0,1 1,-1-1,0 1,0-1,0 1,0 0,0 0,-1 0,1 1,-1-1,3 6,1 7,-5-13,0 1,0 0,1-1,-1 1,1-1,0 0,0 1,0-1,3 3,-3-5,0 1,0-1,0 0,0 0,1 0,-1 0,0 0,1-1,-1 1,1-1,-1 1,1-1,-1 0,1 0,-1 0,1-1,2 0,418-9,-311 11,-105-1,-3-1,0 1,-1 0,1 0,0 0,0 0,-1 1,1 0,0-1,-1 1,1 0,-1 1,1-1,-1 1,4 2,-7-3,0 1,0-1,0 1,-1-1,1 0,-1 1,1-1,-1 0,0 0,1 1,-1-1,0 0,0 0,0 0,0 0,0 0,0 0,-2 2,-11 15,18-15,11-6,-15 3,9-2,0 0,-1-1,1 0,-1-1,0 0,0 0,0 0,13-12,-21 16,1 0,-1 0,0 0,0 0,0 0,0-1,0 1,0 0,0 0,1 0,-1-1,0 1,0 0,0 0,0 0,0-1,0 1,0 0,0 0,0 0,0-1,0 1,0 0,0 0,0 0,0-1,0 1,0 0,0 0,-1 0,1 0,0-1,0 1,0 0,0 0,0 0,0 0,-1-1,1 1,0 0,0 0,0 0,0 0,-1 0,1 0,0 0,0-1,-16-3,-17 1,-1 1,-44-10,45 6,-51-2,63 8,-2 0,-45-6,64 6,-1-1,1 0,0 0,0 0,0 0,0-1,0 1,0-1,0 0,0-1,1 1,-1 0,1-1,0 0,-1 0,1 0,-3-4,6 6,-1 0,1 0,-1 0,1 0,-1 0,1 0,0 0,0 0,-1 0,1 0,0 0,0 0,0 0,0 0,0 0,0 0,0 0,1 0,-1 0,0 0,1 0,-1 0,0 0,1 0,-1 0,1 0,0-1,2 0,-1-1,0 1,1 0,0-1,0 1,-1 1,1-1,6-2,3-1,0 0,0 1,21-3,26 1,19-2,-72 7,-1-1,1 1,-1-1,0 0,0-1,0 1,0-1,0 0,0 0,-1-1,7-5,-2 2,0 0,1 1,-1 0,1 0,1 1,-1 1,1-1,0 2,0 0,0 0,13-1,-5-1,1 0,29-12,-35 9,1-1,-1 0,-1-1,1 0,-2-2,18-18,29-25,-56 52,-1 1,1 0,-1 1,1-1,0 0,-1 1,1-1,0 1,0 0,0 0,0 0,1 1,-1-1,0 1,0-1,7 1,-10 1,0-1,1 0,-1 1,0-1,1 1,-1-1,0 1,1-1,-1 0,0 1,0-1,1 1,-1-1,0 1,0 0,0-1,0 1,0-1,0 1,0-1,0 1,0-1,0 1,0-1,0 1,0-1,0 1,0-1,-1 1,1-1,0 1,0-1,-1 1,1-1,0 1,-1-1,1 1,0-1,-1 0,1 1,0-1,-1 0,0 1,-17 21,18-21,-18 15,1 0,-2-1,-35 21,54-36,-1 0,1 0,-1 0,1 0,-1 1,1-1,0 0,-1 0,1 0,-1 0,1 1,-1-1,1 0,0 0,-1 1,1-1,0 0,-1 1,1-1,0 0,-1 1,1-1,0 1,0-1,0 1,-1-1,1 0,0 1,0-1,0 1,0-1,0 1,0-1,0 1,0-1,0 1,0-1,0 0,0 1,0-1,0 1,0-1,0 1,0-1,1 1,-1-1,0 1,23 5,-5-7,-41-1,-26 4,1 1,-1 3,-71 18,69-13,-188 27,204-33,29-4,0-1,0 1,1 0,-1 1,1 0,-1 0,1 0,-10 5,15-7,0 1,0-1,0 0,0 0,0 1,0-1,0 0,0 1,0-1,0 0,0 0,1 1,-1-1,0 0,0 0,0 1,0-1,0 0,0 0,1 1,-1-1,0 0,0 0,0 0,1 1,-1-1,0 0,0 0,1 0,-1 0,0 1,0-1,1 0,-1 0,0 0,0 0,1 0,-1 0,0 0,0 0,1 0,-1 0,0 0,1 0,-1 0,0 0,0 0,1 0,-1 0,0 0,1-1,18 4,297-1,-191-4,-151 3,1 1,0 1,0 1,0 2,-41 14,44-15,1 0,-39 4,40-7,-1 1,1 1,-21 6,32-5,10-1,21 1,34-2,121-33,-180 30,0 0,0 0,0 1,0-1,0 1,0 0,0 0,0 0,0 0,0 0,0 1,0-1,1 1,-1-1,1 1,-1 0,1 0,0 1,0-1,0 0,0 1,-3 3,4-4,0 0,0 0,0 0,0 1,0-1,0 0,1 0,-1 1,1-1,0 0,-1 1,1-1,0 1,1-1,-1 0,0 1,1-1,-1 0,1 1,-1-1,1 0,2 3,-1-2,0 0,1 0,-1 0,1 0,0 0,0-1,0 1,1-1,-1 0,1 0,-1 0,5 2,9 1,-1 0,1 0,0-2,0 0,20 1,136-3,-115-3,-57 2,-1 0,0-1,1 1,-1 0,0-1,1 1,-1-1,0 1,0-1,1 1,-1 0,0-1,0 1,0-1,0 1,0-1,0 1,0-1,0 1,0-1,0 1,0-1,0 1,0-1,0 1,0-1,0 1,0-1,-1 1,1-1,0 0,-8-28,3 14,1-21,0 0,4-68,-2-21,1 118,0-1,-1 1,0-1,-1 1,1 0,-1 0,-1 0,1 0,-1 0,0 1,-1 0,0 0,0 0,0 0,0 1,-1 0,0 0,-8-5,13 9,-1 1,1-1,0 1,0-1,-1 1,1 0,0 0,-1-1,1 1,-1 0,1 0,0 0,-1 0,1 1,0-1,-1 0,1 0,0 1,0-1,-1 1,1-1,0 1,0 0,-1-1,1 1,0 0,0 0,0 0,0 0,0 0,1 0,-1 0,-1 2,-28 49,21-33,1-9,0 0,-1-1,1 0,-2-1,1 0,-1-1,-13 8,-18 16,-20 15,34-27,-35 34,61-53,1 1,-1-1,1 0,-1 1,0-1,1 1,-1-1,1 1,-1-1,1 1,0 0,-1-1,1 1,0 0,-1-1,1 1,0 0,0-1,-1 1,1 0,0-1,0 1,0 0,0 0,0-1,0 1,0 0,0-1,0 1,1 0,-1 0,0-1,1 2,0-1,0 0,1 0,-1 0,1 0,-1-1,1 1,0 0,-1-1,1 1,0-1,-1 1,1-1,2 1,71-1,-65 0,56-2,116 2,-178 0,1 1,-1-1,0 1,0 0,0 1,0-1,-1 1,1-1,0 1,0 0,-1 1,0-1,1 1,-1-1,0 1,0 0,0 0,-1 0,1 1,-1-1,1 1,-1-1,0 1,-1 0,1-1,-1 1,1 0,-1 0,0 0,-1 1,1-1,-1 0,1 0,-1 0,-1 0,1 1,-1-1,1 0,-1 0,0 0,-1 0,1 0,-1 0,1-1,-1 1,0 0,-4 4,-1 10,17-19,-8 0,1-1,-1 0,1 0,-1 0,0 0,0 0,0 0,0-1,0 1,2-5,-3 5,-1 1,1 0,-1-1,1 1,-1 0,0-1,0 1,0-1,0 1,0-1,0 1,0 0,0-1,-1 1,1 0,-1-1,1 1,-1 0,1-1,-1 1,1 0,-1 0,0-1,-1 0,-1-1,0 0,0 0,-1 1,1-1,-1 1,1 0,-1 0,-5-2,-6-2,-1 2,1 0,-24-4,38 8,-16-3,0 1,0 1,-1 0,-32 3,50-1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7:18.707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225 0,'-5'0,"-7"0,-1 5,-4 2,2 5,-3 0,-2-2,1 2,0 0,2 3,-1-2,-2-3,2 2,5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7:20.057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1,'18'1,"1"1,-1 1,21 5,44 6,-62-11,-1 0,1 0,-1 2,1 1,-2 1,1 0,-1 1,0 1,0 1,26 19,31 13,-59-33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37:29.89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2009 302,'0'-2,"-1"0,1 0,-1 0,1 0,-1 0,0 0,0 0,0 0,0 0,0 1,-1-1,1 0,0 1,-1-1,1 1,-1-1,-2-1,-36-23,26 18,-16-9,0 2,-2 1,-38-12,35 14,-1-2,-42-24,52 23,-2 1,1 2,-2 0,1 2,-2 1,1 2,-1 1,0 1,0 1,-1 2,1 1,-44 4,62-1,0 0,0 2,0-1,0 2,1-1,-1 2,1-1,1 2,-20 13,20-13,-15 7,-1-2,1 0,-2-2,-49 12,-8 4,67-21,1-1,-1-1,0 0,-28 0,24-2,0 1,-33 8,-119 26,163-34,-2 1,0-1,1 2,-1 0,-11 5,19-6,-1 0,1 0,0 0,0 1,0-1,0 1,1 0,-1 0,1 0,0 1,0-1,-2 7,-41 55,36-53,0 0,0 1,-12 26,8-9,-38 77,38-80,2 1,0 0,2 1,-9 46,-9 25,22-82,1 0,1 0,-3 40,6-52,1 0,0-1,0 1,0 0,1 0,0-1,0 1,1 0,0-1,0 0,1 1,-1-1,1 0,1 0,4 7,-3-8,1-1,0 1,0-1,1 0,-1-1,1 1,-1-1,1-1,0 1,0-1,10 2,6 0,0-1,30 1,55-4,-56-1,-1 2,1 2,51 11,-44-6,1-2,1-3,83-6,-25 1,-117 2,36 1,0-2,0-2,66-12,-31-1,-34 8,65-22,-71 18,-1-1,0-2,33-22,-30 15,-12 9,-1-2,-1-1,34-31,-40 34,0 0,22-13,-24 17,-1 0,1 0,-2-2,21-20,-26 19,0 1,0-1,-1-1,0 1,-1-1,-1 0,0 0,1-15,10-33,-7 35,0-1,-2 0,3-40,-7 56,-1 0,0 0,0 0,-2 0,1 0,-1 1,-1-1,0 0,0 1,-1 0,-9-16,11 22,-1 1,0 0,0 0,0 0,0 0,-1 1,1-1,-1 1,0 0,1 0,-1 0,0 0,0 1,-5-2,-67-11,47 10,-17-8,28 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29:50.9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94,'509'0,"-486"-1,0-1,38-10,-36 7,-1 1,29-2,657 4,-344 5,949-3,-1293-2,0 0,41-10,-40 7,1 1,30-2,-32 5,14 0,-1-1,64-12,-51 7,0 2,0 1,89 6,-40 1,2080-3,-2148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02.2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92,'24'-1,"0"-2,0-1,-1 0,41-14,-39 10,0 1,1 1,40-3,33-6,-72 9,0 1,28 0,335 6,-368 0,0 1,41 10,-40-6,1-2,30 2,-19-5,-1 1,59 12,-56-8,0-1,1-3,69-3,-70-1,1 2,0 1,67 12,-35-3,0-2,0-3,120-7,-53-1,282 3,-406-1,1-1,-1 0,1-1,-1 0,0-1,25-11,-23 9,1 0,0 0,29-4,-22 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07.4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0,'0'5,"0"7,0 6,0 6,0 3,0 2,0 2,5-5,2-1,-1-1,0 2,2-4,1-1,-1-4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08.1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1,'0'5,"0"7,0 6,0 5,5-1,2 1,-1 1,0 2,-3 2,-1 1,0 0,-2 1,0-5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08.8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0,'0'5,"0"7,0 6,0 6,0 3,0-3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09.4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0,'0'5,"0"7,0 6,0 6,0 3,0 2,0 2,0-5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12.4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1,'0'5,"0"7,0 6,0 5,0 5,0 1,5 2,2 0,0 0,-2-5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15.3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183 45,'-7'-1,"0"2,0-1,1 1,-1 0,0 0,0 1,1 0,-1 0,1 1,-1 0,1 0,0 0,0 1,0 0,1 0,-1 0,1 1,0 0,0 0,1 0,0 1,-5 6,2 0,2 0,-1 0,1 1,1 0,0-1,1 2,0-1,1 0,1 0,0 23,1-17,0 0,2-1,0 0,1 1,8 22,-10-37,0 0,0 0,0 0,1-1,0 1,-1-1,1 1,1-1,-1 0,0 0,1 0,0 0,-1 0,1 0,0-1,1 1,-1-1,0 0,1 0,-1 0,1-1,0 1,-1-1,1 0,0 0,0 0,0 0,0-1,0 0,0 1,6-2,-3-1,0 0,0 0,0 0,-1-1,1 0,-1-1,0 1,0-1,0 0,0-1,-1 0,1 1,-1-2,-1 1,1 0,-1-1,5-7,-3 4,-1 0,1-1,-1 1,-1-1,0 0,0 0,-1-1,0 1,-1-1,2-19,-5 24,1 0,-1 1,0-1,0 0,0 1,-1-1,0 1,0 0,-1 0,1 0,-1 0,0 0,-6-8,-5-2,0 1,-26-22,29 29,1-2,0 1,1-1,0-1,1 0,-1 0,-12-22,20 31,1-1,-1 1,0-1,1 1,-1-1,1 1,-1-1,1 0,0 1,0-1,0 0,0 1,0-1,0 0,0 1,1-3,-1 4,1-1,-1 0,0 1,1-1,-1 0,1 1,-1-1,1 1,0-1,-1 1,1-1,-1 1,1 0,0-1,-1 1,1 0,0 0,-1-1,1 1,0 0,0 0,-1 0,1 0,1 0,1 0,0 0,0 0,0 1,0 0,0-1,0 1,0 0,0 1,-1-1,1 0,0 1,-1-1,1 1,-1 0,5 4,9 15,0 0,-2 1,19 36,-8-13,8 23,-25-47,1-2,15 25,45 79,-59-108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18.2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0,'0'5,"0"7,0 6,0 6,0 3,0 3,0 0,0 1,0 0,0-5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18.8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62 1,'0'5,"0"7,0 6,0 5,-5-1,-2 1,0 1,-3-3,-1 0,3 1,1 2,3 2,2 2,1-4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19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0,'0'5,"0"7,0 7,5-1,1 2,1 3,-2 3,-1 1,-2 2,-1 1,-1 0,0 1,0-6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20.4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1,'0'5,"0"7,0 6,0 5,0 4,0 3,0 1,0 0,0-5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21.3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1,'0'5,"0"7,0 6,0 6,0 3,0 2,0 2,0 0,0 0,0 0,0 0,0-1,0 0,0 0,0 0,0-5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27.0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 0,'-2'54,"1"-22,3 48,-1-72,0 0,1 0,-1 0,2 0,-1 0,1 0,0 0,1-1,0 1,8 11,-12-19,1 0,-1 1,1-1,-1 1,1-1,-1 0,1 1,-1-1,1 0,-1 0,1 1,0-1,-1 0,1 0,0 0,-1 0,1 0,-1 0,1 0,0 0,-1 0,1 0,0 0,-1 0,1 0,-1 0,1-1,0 1,-1 0,1 0,-1-1,1 1,-1 0,1-1,-1 1,1-1,-1 1,1-1,-1 1,1-1,-1 1,0-1,1 1,-1-1,0 1,0-1,1 0,23-41,-10 17,-9 19,0 0,1 0,0 0,1 1,-1 0,1 0,0 1,0-1,0 2,1-1,0 1,-1 0,1 0,0 1,0 0,1 1,-1 0,9 0,-12 0,0 1,-1 0,1 1,-1-1,1 1,0 0,-1 0,0 0,1 1,-1-1,0 1,1 0,-1 0,0 1,-1-1,1 1,0 0,-1 0,1 0,-1 0,0 1,0-1,-1 1,1 0,-1 0,1 0,-1 0,0 0,-1 1,1-1,-1 0,0 1,1 4,0 5,0 0,0 0,-2 0,0 0,0 0,-1 0,-4 15,4-23,0 0,-1-1,0 1,-1-1,1 0,-1 1,0-1,0-1,0 1,-1 0,0-1,0 1,0-1,0 0,-1-1,1 1,-1-1,0 0,-9 4,-5 3,8-5,0 1,0-2,0 1,-19 3,28-7,-1-1,1 1,-1-1,1 0,-1 0,1 0,-1 0,1-1,-1 1,1 0,0-1,-1 0,1 0,0 0,-1 0,1 0,0 0,0 0,0-1,0 1,0-1,0 0,0 1,1-1,-1 0,0 0,-1-3,-7-13,1 0,-11-34,-9-18,9 19,14 28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4T08:30:49.3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 0,'0'29,"0"-1,3 1,6 34,-7-55,-1-1,1 0,0 0,1-1,0 1,0 0,0-1,1 0,0 1,0-2,1 1,-1 0,1-1,0 0,1 0,-1 0,1-1,9 5,-14-8,0 0,0-1,1 1,-1-1,1 1,-1-1,0 0,1 1,-1-1,1 0,-1 0,1 0,-1 0,0-1,1 1,-1 0,1 0,-1-1,0 1,1-1,-1 1,0-1,1 0,-1 0,0 1,0-1,0 0,0 0,0 0,0 0,0 0,0 0,0 0,0-1,0 1,-1 0,1 0,-1-1,1 1,0-3,4-8,-2 0,1-1,2-22,-2 16,1-14,-4 24,0 0,0 1,1-1,0 1,1-1,0 1,0 0,1 0,5-9,-9 17,0 0,1 0,-1 0,0 0,0-1,1 1,-1 0,0 0,0 0,1 0,-1 0,0 0,0 0,1 0,-1 0,0 0,0 0,1 0,-1 0,0 0,0 1,1-1,-1 0,0 0,0 0,0 0,1 0,-1 0,0 1,0-1,0 0,1 0,-1 0,0 1,0-1,0 0,0 0,1 0,-1 1,0-1,0 0,0 0,0 1,0-1,0 0,0 0,0 1,0-1,0 0,0 0,0 1,0-1,0 0,0 0,0 1,0-1,0 0,0 0,-1 1,4 18,-2 10,-1 0,-2 0,0 0,-8 29,-34 110,29-115,1 1,11-37,-1 0,-1 1,-1-2,-1 1,-8 17,-1-2,-19 55,-2 3,28-73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2:03:58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1012 108 24575,'-12'-2'0,"-1"0"0,1 0 0,0-1 0,0-1 0,0 0 0,1-1 0,-1 0 0,1-1 0,-11-7 0,7 5 0,1 1 0,-1 0 0,-1 0 0,-19-4 0,-36 1 0,0 2 0,0 4 0,-100 7 0,40-1 0,117-2 0,0 1 0,0 0 0,0 1 0,0 0 0,0 1 0,0 1 0,1 0 0,0 1 0,-19 9 0,24-10 0,1 1 0,0 0 0,0 0 0,0 1 0,0 0 0,1 0 0,0 1 0,0-1 0,1 1 0,0 0 0,0 1 0,0-1 0,1 1 0,0 0 0,1 0 0,-3 10 0,1-4 0,1 0 0,1 1 0,0-1 0,1 1 0,1-1 0,0 1 0,2 22 0,0-31 0,0-1 0,0 1 0,0-1 0,1 1 0,0-1 0,0 0 0,0 1 0,1-1 0,0 0 0,0-1 0,0 1 0,0 0 0,1-1 0,0 0 0,0 0 0,0 0 0,0 0 0,1-1 0,-1 1 0,1-1 0,0 0 0,7 3 0,4 2 0,0-1 0,0-1 0,1-1 0,0 0 0,0-1 0,0 0 0,0-2 0,28 2 0,32 6 0,-34-3 0,180 28 0,-172-29 0,-40-3 0,0-1 0,1 0 0,-1-1 0,1-1 0,-1 0 0,1 0 0,-1-1 0,1 0 0,-1-1 0,0-1 0,1 1 0,19-10 0,23-9 0,-42 18 0,-1-1 0,0 0 0,-1 0 0,1-1 0,-1-1 0,0 1 0,0-2 0,-1 1 0,0-1 0,15-15 0,-18 12 0,1-2 0,-2 1 0,1-1 0,-2 1 0,1-1 0,-2-1 0,1 1 0,1-20 0,-6 24 10,0 1 0,0-1 0,-1 0 0,0 1-1,-1-1 1,0 1 0,0 0 0,0 0 0,-1 0 0,-8-11-1,-14-33-1482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2:04:01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24575,'-2'84'0,"4"90"0,0-160 0,0-1 0,0 1 0,1-1 0,1 0 0,1 0 0,-1 0 0,2-1 0,0 0 0,0 0 0,1 0 0,1-1 0,0 0 0,0 0 0,1-1 0,1 0 0,0 0 0,20 14 0,-12-11 0,0 0 0,1-1 0,0-2 0,1 0 0,1-1 0,-1 0 0,1-2 0,37 8 0,-14-8 0,1-2 0,72 0 0,-89-4 0,0 1 0,40 8 0,-44-7 0,-1-1 0,28-1 0,-31-2 0,1 2 0,-1 0 0,30 6 0,-48-6 0,1 0 0,-1 0 0,1-1 0,-1 1 0,1-1 0,-1 0 0,1 0 0,0 0 0,-1 0 0,1 0 0,-1 0 0,1-1 0,-1 1 0,1-1 0,-1 1 0,1-1 0,-1 0 0,0 0 0,1 0 0,-1-1 0,0 1 0,0 0 0,0-1 0,0 0 0,0 1 0,0-1 0,2-3 0,-2 2 0,-1 0 0,-1 1 0,1-1 0,0 0 0,-1 0 0,1 0 0,-1 0 0,0 0 0,0 0 0,0 0 0,0 0 0,-1 1 0,1-1 0,-1 0 0,0 0 0,1 0 0,-1 0 0,-1 1 0,1-1 0,0 0 0,-1 1 0,1-1 0,-1 1 0,-2-3 0,-80-96 0,141 139 0,-47-29 0,0 1 0,-1 0 0,0 0 0,-1 1 0,14 22 0,-19-27 0,-1-1 0,0 1 0,0-1 0,0 1 0,-1 0 0,0 0 0,0-1 0,0 1 0,-1 0 0,0 0 0,0 0 0,0 0 0,-1 0 0,0 0 0,0 0 0,-2 6 0,-4 15 0,5-19 0,0 1 0,-1-1 0,0 1 0,-6 11 0,7-17 0,0 0 0,0 0 0,-1 0 0,1 0 0,-1-1 0,1 1 0,-1-1 0,0 0 0,0 1 0,0-1 0,0-1 0,0 1 0,-1 0 0,-5 1 0,-3 2-273,-1 1 0,1 0 0,0 1 0,-16 11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1:36.360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992 32,'-30'-2,"0"-1,-34-7,32 4,-51-3,53 8,-210 3,220 2,1 1,-1 0,1 2,1 0,-1 1,1 1,1 0,0 2,-24 18,11-9,-50 26,69-40,0 0,1 1,0 0,1 1,0 0,0 0,0 1,1 0,0 0,1 1,0 0,1 1,0-1,1 1,0 1,0-1,1 0,1 1,-3 16,-1 8,2-1,2 0,1 1,2 0,6 50,-5-80,0 0,0-1,0 1,1 0,0-1,0 0,0 1,1-1,-1 0,1 0,1 0,-1 0,5 4,3 2,0-2,0 1,22 12,23 19,-46-33,0-1,0-1,0 0,1 0,0-1,0-1,0 0,0 0,1-1,20 3,7-1,75-1,-31-3,103-4,-178 1,0 0,0-1,-1 0,1 0,-1 0,0-1,0 0,0 0,13-11,-8 5,0-1,0 0,-1-1,11-14,-14 13,0-1,-1-1,0 1,-2-1,8-28,17-40,-23 66,0-1,-1 0,-1 0,-1-1,-1 1,2-30,-3 8,-2 0,-6-42,5 75,0 0,-1-1,0 1,0 0,-1 0,0 0,0 0,-1 1,0-1,0 1,0 0,-1 0,0 0,0 1,0 0,-1 0,0 0,0 1,0-1,0 1,-1 1,1-1,-1 1,0 0,0 1,0 0,-1 0,-9-1,-7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1:42.961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1932 0,'0'3,"-1"0,0-1,0 1,0-1,0 1,0-1,0 0,-1 1,1-1,-1 0,0 0,0 0,0 0,0 0,0 0,0 0,0-1,-4 3,-50 27,47-27,-13 9,0 0,-28 25,-19 11,-150 96,166-110,-61 50,22 8,84-84,1 0,-1 0,1 1,1 1,0-1,0 1,1 0,1 0,-4 13,-20 41,-68 97,79-130,9-19,1 0,0 0,1 1,-8 28,-1 6,-2 1,-30 61,15-40,-7 36,26-66,-3 0,-25 49,5-31,16-25,-33 68,-67 139,101-207,9-17,1 0,0 0,1 1,1 0,1 0,0 1,1-1,-4 27,-6 47,9-64,1 1,-1 33,6-44,-1 0,-1 0,0 0,-1 0,-1-1,-1 1,0-1,-11 22,10-20,0 0,1 0,1 0,0 1,0 19,-7 31,5-33,2 0,1 66,4-67,-2-1,-2 0,-10 49,7-51,-4 58,8-55,-10 47,-18 115,0 13,17-142,-16 101,15-94,9-51,1 0,-3 33,7-15,0-6,-2-1,-1 1,-9 37,5-24,1 1,3 0,5 98,1-38,-6 69,7 190,2-319,17 71,-13-82,-2 1,-2 1,1 46,-8 2423,2-2487,1 0,10 38,-7-36,-1-1,2 29,-4-31,1 0,1 0,0 0,2-1,9 22,-3-4,-5-6,-1-1,-2 1,-2 0,-1 0,-5 58,1 1,1 10,5 124,-3-221,0 1,1-1,0 0,0 1,1-1,-1 0,1 0,0 0,5 8,-31-46,-35-45,39 54,1-1,1 0,1-1,2-1,0 0,-17-48,30 70,1 0,-1 0,0 0,-1 1,1-1,-1 1,0-1,-6-7,8 18,1-1,0 0,1 1,-1-1,1 0,0 1,3 9,9 23,1-1,39 70,-28-49,-22-49,0-1,0 1,0-1,1 0,0 0,1 0,0-1,0 1,0-1,1-1,0 1,11 8,-16-14,1 0,-1-1,1 1,0-1,-1 1,1-1,0 1,-1-1,1 0,0 0,-1 0,1 0,0 0,0 0,-1-1,1 1,0 0,-1-1,1 0,0 1,-1-1,1 0,-1 0,1 1,-1-1,1 0,-1-1,0 1,0 0,1 0,-1-1,0 1,0 0,0-1,0 1,-1-1,1 1,0-1,0-2,6-10,0 0,-2-1,6-20,-6 20,6-14,2 1,28-49,-23 47,25-60,-36 76,8-19,-15 32,1 0,-1-1,1 1,-1 0,0 0,0 0,1-1,-1 1,0 0,0 0,0 0,0-1,0 1,0 0,-1 0,1-1,0 1,-1 0,0-2,-4 2,-1 1,1-1,-1 1,0 1,1-1,-1 1,1 0,0 0,-10 3,10-3,-45 12,28-6,-1-2,0 0,-43 3,46-9,15 0,0 1,0-1,-1 1,1 0,0 1,0-1,0 1,0 0,0 0,1 1,-1-1,0 1,-5 3,10-4,-1-1,1 0,0 1,0-1,0 0,0 1,0-1,0 0,0 1,0-1,0 0,1 1,-1-1,0 0,0 1,0-1,0 0,0 1,0-1,1 0,-1 1,0-1,0 0,1 0,-1 1,0-1,0 0,1 0,-1 1,0-1,1 0,-1 0,0 0,1 0,-1 1,0-1,1 0,-1 0,0 0,1 0,-1 0,0 0,1 0,-1 0,0 0,1 0,-1 0,1 0,20 4,-8-3,-1 0,1 0,0-2,0 1,0-2,-1 1,1-2,-1 0,14-5,-26 8,0 0,-1 0,1 0,0 0,0 0,0 0,0 0,0 0,0 0,0 0,-1-1,1 1,0 0,0 0,0 0,0 0,0 0,0 0,0 0,0-1,0 1,0 0,0 0,0 0,0 0,0 0,0-1,0 1,0 0,0 0,0 0,0 0,0 0,0 0,0-1,0 1,0 0,0 0,0 0,0 0,0 0,0 0,0-1,0 1,1 0,-1 0,0 0,0 0,0 0,0 0,0 0,0 0,0 0,1 0,-1 0,0-1,0 1,0 0,0 0,0 0,0 0,1 0,-21-4,-26 0,-37 4,83 0,-1 0,1 0,0 0,0 0,0 0,0 0,0 0,-1 0,1 0,0 0,0 0,0 0,0 0,-1 0,1 0,0 0,0 0,0 0,0 1,-1-1,1 0,0 0,0 0,0 0,0 0,0 0,0 0,-1 0,1 1,0-1,0 0,0 0,0 0,0 0,0 0,0 1,0-1,0 0,0 0,0 0,0 0,0 1,0-1,0 0,0 0,0 0,0 0,0 1,0-1,0 0,0 0,0 0,0 0,0 1,10 11,22 16,-25-22,-1-1,1-1,-1 0,1 0,0-1,0 1,0-2,0 1,12 2,19 8,-37-13,0 0,-1 0,1 0,0 0,0 0,-1 0,1 1,0-1,-1 0,1 0,0 1,-1-1,1 1,0-1,-1 0,1 1,-1-1,1 1,-1-1,1 1,-1 0,1-1,-1 1,0-1,1 1,-1 0,0 0,1-1,-1 1,0 0,0-1,0 1,0 0,0 0,0-1,0 1,0 0,0 0,0-1,0 1,0 0,0-1,-1 1,1 0,0-1,0 1,-1 0,-33 27,31-26,0 0,0 0,0 0,0 0,1 0,-1 1,0-1,1 1,0-1,-3 5,-2 7,0-8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2:09.260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987 272,'-6'-1,"-1"0,1 0,0-1,-1 0,1 0,0 0,0-1,0 0,0 0,1-1,-1 1,1-1,-7-6,-11-11,-31-35,36 36,4 5,-1 0,0 1,-1 1,-1 1,-24-15,30 21,-1 1,0-1,-1 2,1 0,-1 0,0 2,0-1,0 1,-19 0,23 2,-136 4,127-2,0 1,0 1,0 0,1 1,-32 15,12-6,30-12,1 0,-1 1,1-1,0 1,0 0,0 1,0 0,1 0,-1 0,1 0,-8 10,7-6,-17 20,2 2,1 0,-16 34,32-56,0 1,0-1,1 1,0 0,1 0,0 0,0 1,1-1,0 0,1 1,0-1,1 0,-1 1,2-1,-1 0,2 0,3 11,2-4,1-1,1 0,0-1,1 0,0-1,16 14,13 16,-26-27,3 6,1-2,36 32,-47-46,0-1,0-1,1 1,-1-1,1 0,0-1,0 0,1 0,-1-1,0 0,1 0,15 1,-1-1,-1-2,1 0,0-1,0-1,-1-1,1-1,-1-1,0-2,37-14,-31 5,-1-2,-1 0,0-2,-2-1,0-1,36-44,-5 8,-52 55,-1 0,1 0,-1 0,0-1,0 1,0-1,-1 1,1-1,-1 0,0 1,0-1,0 0,0 0,-1 0,0 0,0 0,0 0,0 0,0 1,-1-1,1 0,-1 0,0 0,-2-4,-5-11,0 0,-1 0,-19-27,-2-6,22 31,1 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2:16.117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2841 0,'0'569,"-2"-537,-1 0,-1 0,-2 0,-14 44,-6-19,20-46,0 1,1 0,-7 23,5-5,-2 0,-1-1,-1-1,-1 1,-2-2,-20 31,21-33,0 1,2 0,1 0,1 1,1 0,-5 36,6-21,-2-1,-16 50,14-56,-9 56,7-25,-16 142,15-107,13-78,-1 0,-2-1,0 0,-15 42,11-39,1-1,1 1,-5 42,-3 15,-7 20,8-37,-37 115,19-101,-40 116,64-175,-2 0,-17 32,1-3,4 1,-17 62,27-75,5-18,-34 123,29-83,-3-1,-25 63,-38 71,57-141,-36 61,45-90,1 0,-9 28,13-32,-1 0,0 0,-2 0,-16 26,-30 41,41-62,0 0,-2 0,0-2,-25 26,8-16,1 2,-47 63,42-35,3 0,2 2,-33 97,32-77,15-44,-27 43,5-12,26-46,-1-1,-1-1,-26 28,-15 19,35-41,-2-1,0-2,-2 0,-1-2,-1-1,0-1,-33 17,52-31,0 0,0 0,1 1,-15 17,16-17,0 0,0-1,-1 1,0-2,0 1,-15 8,-50 24,-102 48,164-81,0 1,1 0,-1 0,1 1,1 0,0 1,0 0,1 1,-11 15,-18 18,10-1,26-40,0-1,0 1,0-1,1 1,-1 0,1-1,-1 1,1 0,0-1,-1 1,1 0,0 0,0-1,0 1,0 0,1-1,-1 1,0 0,1-1,-1 1,1 0,0-1,-1 1,1-1,2 3,-3-4,0 0,1 0,-1 0,1 0,-1 0,0 0,1 0,-1 0,1-1,-1 1,0 0,1 0,-1 0,0-1,1 1,-1 0,1 0,-1-1,0 1,0 0,1 0,-1-1,0 1,0 0,1-1,-1 1,0 0,0-1,0 1,0-1,1 1,-1 0,0-1,0 1,0-1,0 1,0-1,0 1,0 0,0-1,5-20,1-68,-6-127,-1 186,0 49,-1 0,-1 0,-6 21,-6 46,3-5,11-76,0 1,0-1,-1 0,0 1,0-1,-1 0,1-1,-1 1,0 0,0-1,-1 1,-4 4,7-9,1 0,0 1,0-1,0 0,0 0,-1 0,1 0,0 0,0 0,0 0,-1 0,1 0,0 0,0 0,0 0,-1 0,1 0,0 0,0 0,0 0,-1 0,1 0,0-1,0 1,0 0,0 0,-1 0,1 0,0 0,0 0,0-1,0 1,0 0,0 0,-1 0,1 0,0 0,0-1,0 1,0 0,0 0,0 0,0-1,0 1,0 0,0-1,-4-16,1-16,5-455,-1 573,-3 103,-2-166,0 0,-2 1,-12 31,-8 36,16-43,2-14,-6 63,13-70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2:19.643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0 421,'14'-1,"0"0,-1-1,27-8,26-3,166-9,-122 12,201 7,-153 5,-129-1,-1 0,1 2,47 10,72 19,-140-30,152 42,-116-29,2-3,0-2,0-2,72 3,-72-5,66 16,32 6,-121-26,-1 0,0-2,41-4,-57 4,0-1,0 0,0-1,0 1,-1-1,1-1,-1 1,1-1,-1 0,0 0,0 0,0-1,0 0,0 0,-1 0,0 0,0-1,0 1,3-7,3-5,-1-1,-1 0,-1-1,0 0,-1 0,-1-1,4-33,0-9,0 2,1-90,-11 137,1 8,-1 1,1 0,0 0,0 0,0 0,0-1,0 1,1 0,-1 0,1 0,0 0,0 0,2-4,-3 7,0 0,1 0,-1 0,1 0,-1 0,0 0,1 0,-1 0,0 0,1 0,-1 0,1 0,-1 0,0 0,1 0,-1 0,0 0,1 1,-1-1,0 0,1 0,-1 0,0 1,1-1,-1 0,0 0,0 1,1-1,-1 0,0 1,0-1,1 0,-1 1,0-1,0 0,0 1,0-1,0 0,1 1,-1-1,0 0,0 1,0-1,0 1,0 0,6 19,-2 8,1 48,-4-47,8 50,12 4,-10-43,7 41,-17-70,1 0,-2 0,1 1,-2-1,1 0,-2 0,1 0,-6 17,7-27,0 0,0-1,0 1,0-1,0 1,0-1,-1 1,1 0,0-1,0 1,0-1,-1 1,1-1,0 1,-1-1,1 1,0-1,-1 1,1-1,-1 1,1-1,-1 0,1 1,-1-1,1 0,-1 0,1 1,-1-1,0 0,-7-14,0-30,4 10,-2 0,-17-58,-5-27,24 102,0-1,0 1,-2 1,0-1,-1 1,-15-27,26 50,-1 0,0 0,0 0,0 1,-1-1,0 1,0-1,-1 1,0 9,-1 83,-1-76,0 0,2-1,6 43,-7-65,9 37,7 59,-17-254,1 129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7:42:22.329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62 259,'0'-10,"1"7,-1 0,1 0,-1 0,0 1,0-1,-1 0,1 0,0 0,-1 1,0-1,0 0,0 0,0 1,0-1,0 1,0-1,-3-3,3 7,0-1,0 0,0 1,0-1,0 1,0-1,1 1,-1-1,0 1,0-1,1 1,-1 0,0 0,1-1,-1 1,0 0,1 0,-1 0,1 0,0-1,-1 1,1 0,-1 1,-12 25,9-15,0 0,1 0,0 0,1 0,0 1,1 15,0-25,1 1,0 0,0 0,0 0,1 0,-1-1,1 1,0 0,0 0,0-1,1 1,-1-1,1 1,0-1,0 0,0 0,0 1,1-1,-1-1,1 1,0 0,0-1,6 5,-7-6,0 0,1 0,-1-1,1 1,-1-1,1 1,-1-1,1 0,-1 0,1 0,-1 0,1-1,-1 1,1 0,-1-1,0 0,1 0,-1 0,0 0,0 0,1 0,-1 0,0-1,0 1,0-1,3-3,4-4,0-1,0-1,13-20,-9 11,-6 11,-2-1,1 0,-1 0,0-1,-1 1,5-20,-7 24,-1-1,0 0,0-1,0 1,-1 0,0 0,0 0,-1 0,0 0,0 0,-4-12,3 16,0 0,0 0,0 0,0 1,0-1,-1 1,1-1,-1 1,0 0,0 0,0 0,0 1,0-1,0 1,0-1,-1 1,1 0,0 0,-1 1,1-1,-1 1,1-1,0 1,-7 1,-12-4,18-1,13-3,20-5,-27 12,26-8,1 1,0 1,0 2,1 1,-1 1,41 4,53-5,-103 0,0-1,-1 0,1-2,-1 0,21-11,-22 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7:42.3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0 212,'62'-1,"1"4,82 13,-92-10,0-1,102-5,33 1,-151 4,0 2,39 12,19 4,188 46,-208-50,-35-8,0-2,0-1,45 2,148 20,-165-18,0-3,70 0,744-10,-687 16,-15 0,365-15,-255-1,-250-1,-1-2,1-2,39-12,-31 8,67-8,166-15,-105 10,-80 17,132 7,65-2,-276-2,0 0,-1-1,1 0,-1-2,0 0,-1 0,1-2,26-17,-25 16,1 0,0 1,0 1,1 1,25-6,99-11,-116 19,61-10,-35 5,105-4,-36 16,145-6,-187-12,-58 10,0 1,33-2,-33 5,14 1,-1-2,64-12,-49 6,0 2,0 3,97 5,-37 1,-69-3,0 1,0-1,0-3,75-13,-85 10,61-4,-58 7,48-9,-37 2,-6 0,0 2,0 1,55-1,-69 7,-1-2,35-7,-33 5,50-4,120 11,86-4,-201-13,-59 10,0 1,32-2,658 4,-346 5,-8-3,-331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7:52.0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3354,'41'3,"76"13,-37-4,-48-6,-1 2,0 1,0 1,41 20,-30-12,55 16,-61-25,11 3,-1 2,48 21,-64-24,1-1,0-1,1-2,-1-1,2-2,44 1,-34-2,40 11,-60-9,1-1,27 1,-18-4,-1 1,65 13,-49-7,1-2,0-3,0-1,53-6,7 1,-12 5,105-5,-23-26,-152 26,-1-2,0-1,0-1,0-1,-1-2,-1 0,24-14,10-3,-18 11,-28 12,-1 0,1-1,-1-1,0 1,-1-2,1 0,12-11,8-8,53-34,-52 39,-1-2,29-27,-26 22,12-14,55-90,61-71,-151 189,0-1,-1 0,-1-1,-1 0,0 0,-1-1,-1 0,7-31,11-25,-18 55,-1-1,-1 1,0-1,-1 0,0-23,-6-102,0 51,4 60,3 0,7-36,-5 35,4-65,-10 86,1 0,1 0,0 0,1 1,1-1,-1 1,2-1,0 1,0 1,1-1,15-21,-7 9,-1-1,-1-1,11-37,-12 32,2 0,16-30,-16 35,-1-1,11-34,-17 40,1 1,2-1,0 2,1-1,21-29,-18 29,0 0,-1-1,-1 0,-1 0,-1-1,-1-1,7-29,-7 29,1 0,1 1,20-34,14-31,-16 23,3 0,52-78,44-60,-67 83,-31 60,-21 40,2 0,15-24,-21 37,1 1,-1-1,1 1,0 0,1 0,-1 0,1 1,0 0,0 0,13-5,41-15,71-19,-34 27,-16 3,-35 5,0 3,1 2,-1 1,87 10,-112-4,0 1,0 1,0 1,-1 0,26 15,-20-10,17 10,-1 3,-1 1,69 59,-86-67,-1 2,0 1,-2 0,0 2,31 45,-30-37,1-1,2-1,31 30,-32-36,-1 1,-1 0,-2 2,32 52,42 75,7 8,-78-121,-2 0,-2 2,15 44,-27-69,11 38,14 74,-19-74,26 75,-30-107,-3-9,0 0,-1 0,-1 0,0 0,-1 1,1 16,0 8,10 42,-3-21,-4-22,2 1,1-2,2 1,19 40,-16-43,12 50,11 28,-32-101,0 0,0 0,1 0,1-1,0 0,17 18,0-2,25 34,-27-31,30 30,59 37,-99-85,1-1,0 0,1-2,1 1,-1-2,27 11,-14-7,0 0,0-2,1-1,1-1,0-2,0-1,56 2,33-10,122 5,-141 13,-64-9,68 4,1001-11,-1076-1,0 0,37-10,-35 6,53-3,288 8,-177 2,-170-1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8:20.195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4214,'62'3,"102"18,-120-14,79 20,-85-17,0-1,62 5,0 1,-72-10,54 5,626-9,-340-3,-344 1,0-2,45-10,-6 1,-39 8,1-1,-1-1,0-1,-1 0,0-2,0-1,0-1,28-19,-13 5,-26 19,-1 0,0-1,-1-1,0 0,0 0,-1-1,0 0,0-1,10-15,39-51,-46 63,-1-1,0 0,0 0,-2-1,0-1,-1 0,8-20,-10 22,0-1,2 1,-1 0,2 0,13-17,-12 19,-1-1,-1 0,0-1,-1 1,11-30,-9 18,0 1,1 0,2 1,0 0,2 1,0 0,1 1,23-23,-5 15,-27 25,0 0,-1-1,1 0,-1 0,0 0,-1 0,5-7,14-29,31-82,-4 9,-39 89,-1 0,-1-1,-1 0,-2 0,5-38,-5 27,2 1,2 0,1 0,22-49,-23 58,-1 1,8-41,-13 47,25-159,-18 89,-11 75,1 0,1 0,0 0,1 0,0 1,2-1,8-20,-1 9,-2 0,-1-1,-1 1,9-53,-11 39,-3 12,1 1,1-1,2 2,16-46,-9 44,4-7,22-68,-25 60,29-57,-25 62,23-74,-29 64,1-3,32-82,-7 30,-29 72,2 0,1 1,23-41,-10 29,-18 25,2 0,0 2,1-1,0 1,1 1,1 0,18-15,-9 11,31-31,4-4,87-60,-97 79,-21 14,1 1,1 1,35-16,24-4,184-52,-194 61,-62 23,-1 0,1 0,0 2,31-7,39-3,-56 8,0 1,34-1,536 7,-590-1,0 1,0 0,0 1,0-1,0 2,0-1,-1 2,15 6,61 43,-19-10,3-2,51 28,-88-52,53 39,-2 0,-62-43,-1 1,0 0,-1 2,-1 0,30 37,66 106,-46-60,-40-57,-3 1,28 63,-47-94,5 14,0 0,6 35,-10-36,1 1,18 40,-11-34,-2 0,-1 1,-1 0,10 66,-14-70,1 0,2-1,1 0,23 45,15 44,-30-63,27 97,-13-46,-8-33,44 171,-20-126,-32-83,-2 1,13 45,-17-46,2-1,19 39,13 34,-34-76,2-1,2 0,0-1,28 41,87 94,-103-132,-16-16,2-2,0 0,15 14,19 18,-35-34,0 0,0 0,1-1,15 9,34 18,2-3,108 42,-89-43,-43-16,50 15,181 62,-211-80,0-2,89 6,-67-4,-58-9,0 0,31 0,679-3,-356-4,-113 2,-238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8:36.1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2331,'421'0,"-405"2,-1 0,1 1,-1 0,1 1,-1 1,-1 0,1 1,14 8,-10-4,0-2,0-1,40 10,151 18,-192-31,0 0,-1 2,27 10,38 12,-25-17,0-2,1-3,70-1,948-6,-1059 0,1-1,-1 0,0-2,0 0,30-11,35-9,72-2,-143 23,41-7,0-2,-1-3,-1-2,0-2,56-30,40-25,-91 49,67-42,-109 56,0 0,-1-1,0 0,-1-1,0 0,14-24,15-17,-9 13,-1-1,-2-2,25-51,-27 37,-18 37,1 0,1 1,1 1,0 0,22-27,-24 34,0 0,-1-1,0-1,-1 1,0-1,-1 0,-1-1,6-23,-3 11,28-55,-16 42,-6 13,1 1,21-29,-22 36,0 0,-2-2,-1 1,16-39,12-81,-5 44,-18 57,17-73,-23 66,2 0,3 0,1 1,2 1,31-56,33-32,-57 93,-15 23,0 1,22-26,-27 36,1 0,-1 0,1 1,0-1,1 1,-1 1,0-1,1 1,0 0,12-3,-5 2,28-7,52-8,-80 17,1 1,-1 0,1 1,-1 1,1 0,-1 1,23 6,-16-2,0 1,0 1,-1 1,0 1,0 0,-1 2,0 0,-1 1,-1 1,16 16,-13-13,0-1,1-1,30 17,32 23,59 53,-69-45,70 65,-97-82,-22-26,-2 2,-1 1,0 1,-2 0,-1 2,17 30,20 39,-36-65,26 56,-10-10,-18-40,0 2,10 39,-23-63,0 3,0 0,1-1,0 0,2 0,0 0,0-1,2 0,0-1,15 19,-10-15,-1 0,0 1,-1 0,12 25,20 34,-5-6,-30-54,0-1,1 0,13 18,-6-14,-8-8,1 0,1 0,0-1,0-1,1 0,1-1,0 0,16 9,31 19,-44-27,1-1,0 0,0-1,25 9,82 31,-93-34,0-2,1-1,1-2,0-1,43 6,7 0,-57-9,46 3,-18-3,86 19,-93-15,0-2,83 5,-8-12,198-5,-80-25,-202 25,-1-2,-1-2,1-1,-1-2,-1-1,67-34,-71 32,0 1,1 2,0 1,67-12,-38 15,114 1,-56 6,-93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7:42.3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0 212,'62'-1,"1"4,82 13,-92-10,0-1,102-5,33 1,-151 4,0 2,39 12,19 4,188 46,-208-50,-35-8,0-2,0-1,45 2,148 20,-165-18,0-3,70 0,744-10,-687 16,-15 0,365-15,-255-1,-250-1,-1-2,1-2,39-12,-31 8,67-8,166-15,-105 10,-80 17,132 7,65-2,-276-2,0 0,-1-1,1 0,-1-2,0 0,-1 0,1-2,26-17,-25 16,1 0,0 1,0 1,1 1,25-6,99-11,-116 19,61-10,-35 5,105-4,-36 16,145-6,-187-12,-58 10,0 1,33-2,-33 5,14 1,-1-2,64-12,-49 6,0 2,0 3,97 5,-37 1,-69-3,0 1,0-1,0-3,75-13,-85 10,61-4,-58 7,48-9,-37 2,-6 0,0 2,0 1,55-1,-69 7,-1-2,35-7,-33 5,50-4,120 11,86-4,-201-13,-59 10,0 1,32-2,658 4,-346 5,-8-3,-331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7:52.0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3354,'41'3,"76"13,-37-4,-48-6,-1 2,0 1,0 1,41 20,-30-12,55 16,-61-25,11 3,-1 2,48 21,-64-24,1-1,0-1,1-2,-1-1,2-2,44 1,-34-2,40 11,-60-9,1-1,27 1,-18-4,-1 1,65 13,-49-7,1-2,0-3,0-1,53-6,7 1,-12 5,105-5,-23-26,-152 26,-1-2,0-1,0-1,0-1,-1-2,-1 0,24-14,10-3,-18 11,-28 12,-1 0,1-1,-1-1,0 1,-1-2,1 0,12-11,8-8,53-34,-52 39,-1-2,29-27,-26 22,12-14,55-90,61-71,-151 189,0-1,-1 0,-1-1,-1 0,0 0,-1-1,-1 0,7-31,11-25,-18 55,-1-1,-1 1,0-1,-1 0,0-23,-6-102,0 51,4 60,3 0,7-36,-5 35,4-65,-10 86,1 0,1 0,0 0,1 1,1-1,-1 1,2-1,0 1,0 1,1-1,15-21,-7 9,-1-1,-1-1,11-37,-12 32,2 0,16-30,-16 35,-1-1,11-34,-17 40,1 1,2-1,0 2,1-1,21-29,-18 29,0 0,-1-1,-1 0,-1 0,-1-1,-1-1,7-29,-7 29,1 0,1 1,20-34,14-31,-16 23,3 0,52-78,44-60,-67 83,-31 60,-21 40,2 0,15-24,-21 37,1 1,-1-1,1 1,0 0,1 0,-1 0,1 1,0 0,0 0,13-5,41-15,71-19,-34 27,-16 3,-35 5,0 3,1 2,-1 1,87 10,-112-4,0 1,0 1,0 1,-1 0,26 15,-20-10,17 10,-1 3,-1 1,69 59,-86-67,-1 2,0 1,-2 0,0 2,31 45,-30-37,1-1,2-1,31 30,-32-36,-1 1,-1 0,-2 2,32 52,42 75,7 8,-78-121,-2 0,-2 2,15 44,-27-69,11 38,14 74,-19-74,26 75,-30-107,-3-9,0 0,-1 0,-1 0,0 0,-1 1,1 16,0 8,10 42,-3-21,-4-22,2 1,1-2,2 1,19 40,-16-43,12 50,11 28,-32-101,0 0,0 0,1 0,1-1,0 0,17 18,0-2,25 34,-27-31,30 30,59 37,-99-85,1-1,0 0,1-2,1 1,-1-2,27 11,-14-7,0 0,0-2,1-1,1-1,0-2,0-1,56 2,33-10,122 5,-141 13,-64-9,68 4,1001-11,-1076-1,0 0,37-10,-35 6,53-3,288 8,-177 2,-170-1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8:20.195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4214,'62'3,"102"18,-120-14,79 20,-85-17,0-1,62 5,0 1,-72-10,54 5,626-9,-340-3,-344 1,0-2,45-10,-6 1,-39 8,1-1,-1-1,0-1,-1 0,0-2,0-1,0-1,28-19,-13 5,-26 19,-1 0,0-1,-1-1,0 0,0 0,-1-1,0 0,0-1,10-15,39-51,-46 63,-1-1,0 0,0 0,-2-1,0-1,-1 0,8-20,-10 22,0-1,2 1,-1 0,2 0,13-17,-12 19,-1-1,-1 0,0-1,-1 1,11-30,-9 18,0 1,1 0,2 1,0 0,2 1,0 0,1 1,23-23,-5 15,-27 25,0 0,-1-1,1 0,-1 0,0 0,-1 0,5-7,14-29,31-82,-4 9,-39 89,-1 0,-1-1,-1 0,-2 0,5-38,-5 27,2 1,2 0,1 0,22-49,-23 58,-1 1,8-41,-13 47,25-159,-18 89,-11 75,1 0,1 0,0 0,1 0,0 1,2-1,8-20,-1 9,-2 0,-1-1,-1 1,9-53,-11 39,-3 12,1 1,1-1,2 2,16-46,-9 44,4-7,22-68,-25 60,29-57,-25 62,23-74,-29 64,1-3,32-82,-7 30,-29 72,2 0,1 1,23-41,-10 29,-18 25,2 0,0 2,1-1,0 1,1 1,1 0,18-15,-9 11,31-31,4-4,87-60,-97 79,-21 14,1 1,1 1,35-16,24-4,184-52,-194 61,-62 23,-1 0,1 0,0 2,31-7,39-3,-56 8,0 1,34-1,536 7,-590-1,0 1,0 0,0 1,0-1,0 2,0-1,-1 2,15 6,61 43,-19-10,3-2,51 28,-88-52,53 39,-2 0,-62-43,-1 1,0 0,-1 2,-1 0,30 37,66 106,-46-60,-40-57,-3 1,28 63,-47-94,5 14,0 0,6 35,-10-36,1 1,18 40,-11-34,-2 0,-1 1,-1 0,10 66,-14-70,1 0,2-1,1 0,23 45,15 44,-30-63,27 97,-13-46,-8-33,44 171,-20-126,-32-83,-2 1,13 45,-17-46,2-1,19 39,13 34,-34-76,2-1,2 0,0-1,28 41,87 94,-103-132,-16-16,2-2,0 0,15 14,19 18,-35-34,0 0,0 0,1-1,15 9,34 18,2-3,108 42,-89-43,-43-16,50 15,181 62,-211-80,0-2,89 6,-67-4,-58-9,0 0,31 0,679-3,-356-4,-113 2,-238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08:36.1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2331,'421'0,"-405"2,-1 0,1 1,-1 0,1 1,-1 1,-1 0,1 1,14 8,-10-4,0-2,0-1,40 10,151 18,-192-31,0 0,-1 2,27 10,38 12,-25-17,0-2,1-3,70-1,948-6,-1059 0,1-1,-1 0,0-2,0 0,30-11,35-9,72-2,-143 23,41-7,0-2,-1-3,-1-2,0-2,56-30,40-25,-91 49,67-42,-109 56,0 0,-1-1,0 0,-1-1,0 0,14-24,15-17,-9 13,-1-1,-2-2,25-51,-27 37,-18 37,1 0,1 1,1 1,0 0,22-27,-24 34,0 0,-1-1,0-1,-1 1,0-1,-1 0,-1-1,6-23,-3 11,28-55,-16 42,-6 13,1 1,21-29,-22 36,0 0,-2-2,-1 1,16-39,12-81,-5 44,-18 57,17-73,-23 66,2 0,3 0,1 1,2 1,31-56,33-32,-57 93,-15 23,0 1,22-26,-27 36,1 0,-1 0,1 1,0-1,1 1,-1 1,0-1,1 1,0 0,12-3,-5 2,28-7,52-8,-80 17,1 1,-1 0,1 1,-1 1,1 0,-1 1,23 6,-16-2,0 1,0 1,-1 1,0 1,0 0,-1 2,0 0,-1 1,-1 1,16 16,-13-13,0-1,1-1,30 17,32 23,59 53,-69-45,70 65,-97-82,-22-26,-2 2,-1 1,0 1,-2 0,-1 2,17 30,20 39,-36-65,26 56,-10-10,-18-40,0 2,10 39,-23-63,0 3,0 0,1-1,0 0,2 0,0 0,0-1,2 0,0-1,15 19,-10-15,-1 0,0 1,-1 0,12 25,20 34,-5-6,-30-54,0-1,1 0,13 18,-6-14,-8-8,1 0,1 0,0-1,0-1,1 0,1-1,0 0,16 9,31 19,-44-27,1-1,0 0,0-1,25 9,82 31,-93-34,0-2,1-1,1-2,0-1,43 6,7 0,-57-9,46 3,-18-3,86 19,-93-15,0-2,83 5,-8-12,198-5,-80-25,-202 25,-1-2,-1-2,1-1,-1-2,-1-1,67-34,-71 32,0 1,1 2,0 1,67-12,-38 15,114 1,-56 6,-93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18:23.9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269 1,'1'14,"0"1,2 0,5 23,5 26,4 29,-11-66,-1 1,2 38,-8 353,1-415,0 0,0 1,-1-1,1 0,-1 1,0-1,0 0,0 0,-1 1,1-1,-1 0,0 0,0-1,-1 1,1 0,-5 5,4-8,1 1,-1 0,0-1,1 1,-1-1,0 0,0 0,0 0,0 0,0 0,0-1,0 0,0 1,0-1,0 0,0 0,0-1,0 1,0-1,0 1,0-1,0 0,0 0,-5-3,-18-8,1 0,0-2,1 0,1-2,0-1,1-1,-25-27,46 45,0 0,1-1,-1 1,1-1,-1 1,0-1,1 1,-1-1,1 1,0-1,-1 1,1-1,-1 0,1 1,0-1,-1 0,1 1,0-1,0 0,0 0,0 1,-1-1,1 0,0 1,0-1,0 0,0 0,1 1,-1-1,0-1,1 1,0 0,0 1,0-1,0 0,1 1,-1-1,0 1,0-1,0 1,1 0,-1-1,0 1,0 0,1 0,1 0,52 4,3 13,1-4,0-1,1-4,77 2,-75-13,-32 1,-1 2,47 4,-76-4,0 0,0 1,-1-1,1 0,0 0,0 1,-1-1,1 0,0 0,0 1,0-1,-1 0,1 0,0 1,0-1,0 0,0 1,0-1,0 0,0 1,0-1,0 0,0 1,0-1,0 0,0 1,0-1,0 0,0 1,0-1,0 0,0 0,1 1,-1-1,0 0,0 1,0-1,0 0,1 0,-1 1,0-1,0 0,1 0,-1 1,0-1,0 0,1 0,-1 0,0 0,1 0,-1 1,0-1,0 0,1 0,-1 0,-35 15,29-13,-54 19,-23 11,65-24,-1-2,0 0,0 0,-1-2,1-1,-34 3,-50 9,83-10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09:20:22.3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6278 95,'-31'0,"-60"0,-160-19,56 2,36 4,-20-9,-193 1,233 20,-124 4,179 11,-8 1,-46 0,78-7,-70 0,-498-9,604 3,1 1,-1 1,0 1,1 1,0 1,-22 11,15-7,-1-1,-49 10,3-5,49-8,0-2,-48 3,29-5,-48 9,50-5,-60 2,61-9,0 3,-56 10,31 2,29-6,0-2,-78 5,79-12,3-1,-1 1,1 2,-68 14,67-10,0-1,0-2,-1-1,-52-5,51 1,-1 1,0 2,-68 11,35 4,0-2,-1-5,-94 2,75-10,-82-4,94-12,59 10,1 1,-35-3,34 7,-13-1,-1-1,-63-12,59 7,-1 2,0 2,-1 1,-79 8,115-5,1-1,-1 1,1 0,0 0,0 1,-1 0,1-1,0 2,0-1,1 1,-1-1,0 1,1 1,0-1,0 1,0-1,-6 8,6-4,0-1,1 1,-1 0,1 0,1 0,0 0,0 0,0 0,1 1,0-1,0 1,0 8,-1 13,-9 46,5-45,-2 47,7-45,1 84,2-103,-1-1,2 0,-1 1,2-1,0-1,0 1,7 13,18 22,2-1,2-1,1-2,3-2,46 41,-56-57,0 0,39 24,-54-41,0-1,0 0,1-1,-1-1,1 0,1 0,-1-2,1 1,15 0,8 2,0 1,53 18,20 4,691 74,-797-103,467 30,247-16,-447-17,237 3,-475-3,-1-1,0-2,0-1,53-20,-31 10,190-40,-158 39,43 1,-19 4,-68 8,1 2,61 2,35-2,12-26,-135 25,1-1,-1 0,0-1,24-14,34-11,-43 23,0 1,57-4,0 0,39-1,-91 11,-1-2,48-10,-28 5,-45 8,0-1,0 0,-1-1,1 0,9-4,-16 5,0-1,0 0,0 1,0-1,0 0,-1 0,1-1,-1 1,1 0,-1-1,0 0,0 1,0-1,0 0,-1 0,1 0,-1 0,2-6,5-19,-1-1,-2 0,2-38,-4 40,-1 16,0-1,1 0,0 1,1 0,1 0,-1 0,2 0,-1 1,2 0,-1 0,1 0,12-12,-1-1,-8 7,0 0,-1 0,-1-1,9-26,-11 26,1-1,1 1,0 1,20-29,-15 25,0-1,-1-1,-1 0,-1 0,9-33,-8 24,1 1,19-34,-22 47,-1 0,-1-1,10-31,-15 40,1 0,-1 0,-1-1,0 1,0 0,-1 0,0-1,-1 1,-2-15,1 19,0 0,0 0,-1 0,1 0,-1 1,0-1,-1 1,1 0,-1 0,1 0,-1 1,0-1,-1 1,1 0,-6-3,2 2,0-1,-1 1,1 1,-1 0,0 0,0 1,-17-2,2 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4:40.4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0,'0'6,"0"7,0 7,0 6,0 4,5-3,3-6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4:56.1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 6,'-1'38,"0"-25,0 0,1 0,0 0,1 0,0 0,1-1,1 1,0 0,1-1,0 1,7 12,0-6,-1 1,-1-1,0 2,-2-1,0 1,-1 0,-2 0,5 40,-8-25,-1 0,-1 0,-3 0,-11 55,6-23,2 2,4-1,6 87,0-24,-3 527,-1-654,1 0,0 0,1-1,-1 1,1 0,0 0,0-1,0 1,1-1,-1 1,1-1,0 0,1 1,4 6,-3-8,-1 0,1-1,-1 1,1-1,0 1,0-1,0-1,0 1,0 0,1-1,-1 0,0 0,1 0,-1-1,0 1,6-1,233-2,-84-2,-121 4,0 1,-1 2,61 13,-49-8,1-2,1-3,-1-1,53-6,2 1,-45 2,-32-1,0 2,0 1,0 1,0 1,31 8,-24-3,0-1,37 2,42 8,-58-9,1-2,0-2,100-8,-35 1,1033 3,-1122-1,0-2,37-9,-34 5,56-3,384 9,-227 3,-220-4,0-1,0-2,0-1,30-10,62-12,-115 27,0 0,0 0,0 0,0 0,0-1,0 0,-1-1,1 1,-1-1,1 0,6-5,-9 5,-1-1,1 1,0-1,-1 0,1 1,-1-1,0 0,-1 0,1-1,-1 1,0 0,0 0,0-1,0 1,-1-1,1-6,-5-146,1 105,5-72,13 34,-9 66,-1-1,1-34,-5-263,-3 148,0 149,-1-1,-1 1,-2 0,0 0,-2 1,0 0,-2 0,-15-28,17 33,1-1,1 0,1-1,1 1,-2-29,-12-52,8 69,3 8,0 0,2-1,0 0,-1-36,6 56,0 0,0 0,0 0,-1 0,0 0,0 0,0 0,-1 0,1 0,-1 0,0 1,-1-1,-4-6,4 8,0 0,-1 0,1 1,-1-1,1 1,-1 0,0 0,0 0,0 1,0-1,0 1,0 0,-1 0,1 1,0-1,-8 1,-233 1,88 3,157-4,-42-1,0 2,0 2,-75 15,68-10,1-2,-1-2,-1-2,-61-6,2 1,69 5,1 2,-53 12,32-5,-8 2,41-6,-1-2,-46 3,-26-9,59-1,0 2,0 2,-67 11,-123 28,159-31,-1-5,-141-5,78-3,47 1,40 0,0 2,1 2,-79 13,50-3,-1-3,1-4,-134-8,59 0,-803 3,927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2.3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107 55,'-6'2,"0"-1,1 1,-1 0,0 1,1-1,0 1,-8 6,1-2,8-5,0 0,1 1,-1-1,1 1,-1 0,1 0,0 0,0 0,1 0,-1 1,-2 4,5-8,0 1,-1-1,1 1,0 0,0-1,0 1,0 0,0-1,-1 1,1-1,0 1,0 0,1-1,-1 1,0 0,0-1,0 1,0 0,0-1,1 1,-1-1,0 1,1-1,-1 1,0 0,1-1,0 1,1 1,0-1,-1 0,1 0,0 0,0-1,0 1,1 0,-1-1,0 1,0-1,0 0,0 0,3 0,11-1,0 0,-1-1,1-1,25-8,-9 2,-6 2,0-2,42-21,-43 18,1 1,35-10,-23 8,-30 9,-1 1,1 0,0 0,0 1,1 0,-1 1,0 0,1 0,13 1,-20 0,0 1,0 0,0 0,0 0,0 1,0-1,-1 0,1 1,-1-1,1 1,-1-1,1 1,-1 0,0-1,0 1,0 0,0 0,0 0,0 0,-1 0,1 0,0 0,-1 0,1 3,2 57,-3-53,0 59,-6 169,1-210,-2-6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3.1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167 0,'-4'6,"0"0,0 0,0 1,1-1,0 1,1 0,0 0,0 0,0 0,1 0,-1 10,-12 41,-70 176,74-195,1 0,3 0,1 1,-1 49,8 42,-2-102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4.5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333 266,'-15'-2,"-1"-1,1 0,0-1,0-1,0-1,1 0,-1 0,2-2,-17-10,-18-8,31 17,1-1,0-1,1 0,0-1,-18-20,32 32,0-1,1 1,-1-1,0 1,1-1,-1 0,1 1,-1-1,1 0,-1 1,1-1,-1 0,1 0,-1 0,1 1,0-1,0 0,-1 0,1 0,0 0,0 1,0-3,15-1,27 16,-23 1,0 1,0 1,17 18,-24-20,1-1,0-1,1 0,0-1,1 0,28 13,-40-21,0-1,0 0,0 0,1-1,-1 1,0-1,0 1,0-1,1 0,-1 0,0-1,0 1,0-1,1 1,-1-1,0 0,0 0,0 0,0-1,0 1,-1-1,1 1,0-1,-1 0,1 0,2-3,4-6,-1 1,0-1,-1 0,0-1,6-15,-8 16,1 0,0 1,1-1,10-12,54-43,-54 48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6.6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1030 135,'-21'1,"1"1,0 1,-24 6,20-3,-44 4,23-7,7-2,0 2,-55 12,-12 12,56-13,0-2,0-2,-1-2,-64 2,96-11,0 1,0 1,-1 0,1 2,1 0,-1 1,0 0,-31 14,49-18,-1 1,0-1,1 1,-1-1,1 1,-1-1,0 1,1-1,-1 1,1-1,0 1,-1 0,1-1,0 1,-1 0,1-1,0 1,-1 0,1 0,0-1,0 1,0 0,0 0,0-1,0 1,0 0,0 0,0 0,0-1,0 1,1 0,-1-1,0 1,0 0,1 0,-1-1,1 1,-1 0,0-1,1 1,-1-1,1 1,0 0,33 32,-17-17,-10-8,-1 2,0-1,-1 1,0 0,-1 0,1 0,-2 0,0 1,0 0,-1 0,2 20,-2 14,-5 74,-1-41,4-44,3 143,0-152,0 1,2-1,1 0,17 46,-16-51,-2 1,0 0,-2 0,0 1,-1-1,-1 23,-1-19,1 0,2-1,9 43,-10-59,1 1,0-2,1 1,0 0,0-1,0 1,1-1,0-1,1 1,-1-1,1 0,0 0,1 0,13 9,29 16,57 27,-82-47,-1-1,1-2,1 0,50 8,-65-15,0 0,-1 1,1 1,0-1,-1 2,1-1,10 7,-17-8,1 1,-1-1,1 1,-1 0,0 1,0-1,0 0,-1 1,1 0,-1-1,0 1,0 0,0 0,0 1,-1-1,1 0,-1 0,1 8,-2-5,1 0,0 0,0 0,1 0,0 0,0 0,1-1,0 1,0-1,0 0,1 0,0 0,0 0,0-1,1 1,0-1,0 0,0-1,1 1,-1-1,1 0,8 4,35 22,-12-7,47 21,-70-38,1 0,1-1,-1 0,0-2,1 0,30 2,184-5,-97-1,-112-1,1 0,-1-2,0 0,-1-1,29-12,-26 9,-1 1,1 1,0 1,28-2,-46 7,1 0,-1 0,0-1,0 0,0 0,0 0,0-1,0 0,0 1,0-2,0 1,-1-1,5-3,-6 3,0 0,0 0,-1-1,1 1,-1-1,0 0,0 0,0 0,-1 0,0 0,1 0,-1 0,-1 0,1 0,0-1,-1-6,2-39,0 17,10-67,4 32,-7 34,-2-1,-1 1,2-45,-7-668,-3 338,-1 380,0-1,-3 1,0 0,-1 0,-2 1,-1 0,-16-31,24 55,1 0,-1 0,0 0,0 0,0 1,0-1,-1 1,0-1,0 1,0 0,0 0,0 0,0 0,-1 1,1 0,-1-1,0 1,0 0,1 1,-1-1,-1 1,1 0,0 0,0 0,0 0,-1 1,1-1,0 1,0 0,-1 1,1-1,0 1,-6 1,-12 5,0 1,0 1,1 0,1 2,-23 15,-12 5,-230 108,258-127,-2-2,1-1,-1-2,0-1,-1-1,1-1,-46 0,46-4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2T07:23:05.8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4:40.4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0,'0'6,"0"7,0 7,0 6,0 4,5-3,3-6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4:56.1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 6,'-1'38,"0"-25,0 0,1 0,0 0,1 0,0 0,1-1,1 1,0 0,1-1,0 1,7 12,0-6,-1 1,-1-1,0 2,-2-1,0 1,-1 0,-2 0,5 40,-8-25,-1 0,-1 0,-3 0,-11 55,6-23,2 2,4-1,6 87,0-24,-3 527,-1-654,1 0,0 0,1-1,-1 1,1 0,0 0,0-1,0 1,1-1,-1 1,1-1,0 0,1 1,4 6,-3-8,-1 0,1-1,-1 1,1-1,0 1,0-1,0-1,0 1,0 0,1-1,-1 0,0 0,1 0,-1-1,0 1,6-1,233-2,-84-2,-121 4,0 1,-1 2,61 13,-49-8,1-2,1-3,-1-1,53-6,2 1,-45 2,-32-1,0 2,0 1,0 1,0 1,31 8,-24-3,0-1,37 2,42 8,-58-9,1-2,0-2,100-8,-35 1,1033 3,-1122-1,0-2,37-9,-34 5,56-3,384 9,-227 3,-220-4,0-1,0-2,0-1,30-10,62-12,-115 27,0 0,0 0,0 0,0 0,0-1,0 0,-1-1,1 1,-1-1,1 0,6-5,-9 5,-1-1,1 1,0-1,-1 0,1 1,-1-1,0 0,-1 0,1-1,-1 1,0 0,0 0,0-1,0 1,-1-1,1-6,-5-146,1 105,5-72,13 34,-9 66,-1-1,1-34,-5-263,-3 148,0 149,-1-1,-1 1,-2 0,0 0,-2 1,0 0,-2 0,-15-28,17 33,1-1,1 0,1-1,1 1,-2-29,-12-52,8 69,3 8,0 0,2-1,0 0,-1-36,6 56,0 0,0 0,0 0,-1 0,0 0,0 0,0 0,-1 0,1 0,-1 0,0 1,-1-1,-4-6,4 8,0 0,-1 0,1 1,-1-1,1 1,-1 0,0 0,0 0,0 1,0-1,0 1,0 0,-1 0,1 1,0-1,-8 1,-233 1,88 3,157-4,-42-1,0 2,0 2,-75 15,68-10,1-2,-1-2,-1-2,-61-6,2 1,69 5,1 2,-53 12,32-5,-8 2,41-6,-1-2,-46 3,-26-9,59-1,0 2,0 2,-67 11,-123 28,159-31,-1-5,-141-5,78-3,47 1,40 0,0 2,1 2,-79 13,50-3,-1-3,1-4,-134-8,59 0,-803 3,927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2.3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107 55,'-6'2,"0"-1,1 1,-1 0,0 1,1-1,0 1,-8 6,1-2,8-5,0 0,1 1,-1-1,1 1,-1 0,1 0,0 0,0 0,1 0,-1 1,-2 4,5-8,0 1,-1-1,1 1,0 0,0-1,0 1,0 0,0-1,-1 1,1-1,0 1,0 0,1-1,-1 1,0 0,0-1,0 1,0 0,0-1,1 1,-1-1,0 1,1-1,-1 1,0 0,1-1,0 1,1 1,0-1,-1 0,1 0,0 0,0-1,0 1,1 0,-1-1,0 1,0-1,0 0,0 0,3 0,11-1,0 0,-1-1,1-1,25-8,-9 2,-6 2,0-2,42-21,-43 18,1 1,35-10,-23 8,-30 9,-1 1,1 0,0 0,0 1,1 0,-1 1,0 0,1 0,13 1,-20 0,0 1,0 0,0 0,0 0,0 1,0-1,-1 0,1 1,-1-1,1 1,-1-1,1 1,-1 0,0-1,0 1,0 0,0 0,0 0,0 0,-1 0,1 0,0 0,-1 0,1 3,2 57,-3-53,0 59,-6 169,1-210,-2-6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3.1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167 0,'-4'6,"0"0,0 0,0 1,1-1,0 1,1 0,0 0,0 0,0 0,1 0,-1 10,-12 41,-70 176,74-195,1 0,3 0,1 1,-1 49,8 42,-2-102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4.5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333 266,'-15'-2,"-1"-1,1 0,0-1,0-1,0-1,1 0,-1 0,2-2,-17-10,-18-8,31 17,1-1,0-1,1 0,0-1,-18-20,32 32,0-1,1 1,-1-1,0 1,1-1,-1 0,1 1,-1-1,1 0,-1 1,1-1,-1 0,1 0,-1 0,1 1,0-1,0 0,-1 0,1 0,0 0,0 1,0-3,15-1,27 16,-23 1,0 1,0 1,17 18,-24-20,1-1,0-1,1 0,0-1,1 0,28 13,-40-21,0-1,0 0,0 0,1-1,-1 1,0-1,0 1,0-1,1 0,-1 0,0-1,0 1,0-1,1 1,-1-1,0 0,0 0,0 0,0-1,0 1,-1-1,1 1,0-1,-1 0,1 0,2-3,4-6,-1 1,0-1,-1 0,0-1,6-15,-8 16,1 0,0 1,1-1,10-12,54-43,-54 48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1T10:15:56.6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1030 135,'-21'1,"1"1,0 1,-24 6,20-3,-44 4,23-7,7-2,0 2,-55 12,-12 12,56-13,0-2,0-2,-1-2,-64 2,96-11,0 1,0 1,-1 0,1 2,1 0,-1 1,0 0,-31 14,49-18,-1 1,0-1,1 1,-1-1,1 1,-1-1,0 1,1-1,-1 1,1-1,0 1,-1 0,1-1,0 1,-1 0,1-1,0 1,-1 0,1 0,0-1,0 1,0 0,0 0,0-1,0 1,0 0,0 0,0 0,0-1,0 1,1 0,-1-1,0 1,0 0,1 0,-1-1,1 1,-1 0,0-1,1 1,-1-1,1 1,0 0,33 32,-17-17,-10-8,-1 2,0-1,-1 1,0 0,-1 0,1 0,-2 0,0 1,0 0,-1 0,2 20,-2 14,-5 74,-1-41,4-44,3 143,0-152,0 1,2-1,1 0,17 46,-16-51,-2 1,0 0,-2 0,0 1,-1-1,-1 23,-1-19,1 0,2-1,9 43,-10-59,1 1,0-2,1 1,0 0,0-1,0 1,1-1,0-1,1 1,-1-1,1 0,0 0,1 0,13 9,29 16,57 27,-82-47,-1-1,1-2,1 0,50 8,-65-15,0 0,-1 1,1 1,0-1,-1 2,1-1,10 7,-17-8,1 1,-1-1,1 1,-1 0,0 1,0-1,0 0,-1 1,1 0,-1-1,0 1,0 0,0 0,0 1,-1-1,1 0,-1 0,1 8,-2-5,1 0,0 0,0 0,1 0,0 0,0 0,1-1,0 1,0-1,0 0,1 0,0 0,0 0,0-1,1 1,0-1,0 0,0-1,1 1,-1-1,1 0,8 4,35 22,-12-7,47 21,-70-38,1 0,1-1,-1 0,0-2,1 0,30 2,184-5,-97-1,-112-1,1 0,-1-2,0 0,-1-1,29-12,-26 9,-1 1,1 1,0 1,28-2,-46 7,1 0,-1 0,0-1,0 0,0 0,0 0,0-1,0 0,0 1,0-2,0 1,-1-1,5-3,-6 3,0 0,0 0,-1-1,1 1,-1-1,0 0,0 0,0 0,-1 0,0 0,1 0,-1 0,-1 0,1 0,0-1,-1-6,2-39,0 17,10-67,4 32,-7 34,-2-1,-1 1,2-45,-7-668,-3 338,-1 380,0-1,-3 1,0 0,-1 0,-2 1,-1 0,-16-31,24 55,1 0,-1 0,0 0,0 0,0 1,0-1,-1 1,0-1,0 1,0 0,0 0,0 0,0 0,-1 1,1 0,-1-1,0 1,0 0,1 1,-1-1,-1 1,1 0,0 0,0 0,0 0,-1 1,1-1,0 1,0 0,-1 1,1-1,0 1,-6 1,-12 5,0 1,0 1,1 0,1 2,-23 15,-12 5,-230 108,258-127,-2-2,1-1,-1-2,0-1,-1-1,1-1,-46 0,46-4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2T07:23:05.8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3937" units="1/cm"/>
          <inkml:channelProperty channel="Y" name="resolution" value="50.46729" units="1/cm"/>
          <inkml:channelProperty channel="T" name="resolution" value="1" units="1/dev"/>
        </inkml:channelProperties>
      </inkml:inkSource>
      <inkml:timestamp xml:id="ts0" timeString="2020-09-12T19:08:1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9719 15487 0,'18'0'31,"-18"18"-31,35-18 0,-35 17 0,0 1 0,18-18 0,-1 18 16,-17-1-16,18-17 0,-18 18 0,17-1 16,19 19-16,-36-19 15,0 1-15,17-18 16,1 18-16,-18-1 0,18 1 15,-1-18-15,-17 18 0,18-18 0,-18 17 0,18 1 16,-18-1-16,17 1 0,19 0 16,-36-1-16,70 72 15,-52-54-15,-18-18 0,35 19 16,-35-19-16,35 36 0,-17 0 0,0 0 16,-18-18-16,0 18 0,0-35 15,17 53-15,-17-54 16,18 18-16,-18-17 0,0 0 15,17 17-15,1-17 0,0-1 16,-1 19-16,-17-19 0,18 1 0,-18-1 0,18 1 16,-18 0-16,17-1 15,-17 19-15,18-19 0,-18 1 0,0 0 0,0-1 16,35 36-16,-35 0 16,18-53-16,-18 18 0,0-1 0,0 1 0,18-18 0,-1 18 0,-17-1 0,0 1 15,18 0-15,-18-1 0,0 1 0,0-1 16,17-17-16,-17 36 15,0-1-15,36-17 16,-19 17-16,-17-17 0,0-1 0,18 1 16,0-1-16,-1 1 15,-17 0-15,18-18 0,-18 17 0,0 1 16,0 0 0,0-1-16,0 1 15,18-18-15,-18 18 16,0-1-16,17 1 0,-17-1 15,0 1-15,18-18 16,-18 35-16,17-35 0,-17 18 0,0 0 16,18-18-16,-18 17 0,0 1 15,18-18-15,-18 18 0,17-18 16,-17 17-16,0 1 16,18 0-16,-18-1 15,0 1-15,0-1 0,18-17 0,-18 18 0,0 0 16,17-1-16,1 1 15,-18 0 17,0-1-17,18-17-15,-1 18 32,1 0-1,-18-1-16,17-17-15,-34 0 94,17-17-94,-18 17 16,18-18-16,-17 0 15,17 1-15,-18-19 16,18 19-16,-18-1 0,18 0 0,0 1 16,0-18-16,0 17 0,0 0 15,-17 18-15,17-17 0,0-1 0,0 0 16,-18 1-16,18-1 16,0-17-16,-18 35 0,18-18 0,-17 18 0,17-18 0,0 1 15,0-1-15,-18 1 0,18-1 16,0-17-16,0 17 0,-18 0 15,18-35-15,0 18 0,0 18 0,0-1 16,0-17-16,0-1 0,0 19 0,-35-71 16,35 70-16,0 0 0,0 1 0,-17-1 0,17 0 0,-18 18 15,-17-53-15,-18-35 0,35 71 16,-17-19-16,0 1 0,-1 17 16,36 1-16,-17-1 0,-1 0 0,18 1 0,-18-1 15,1-35-15,-1 36 0,0-1 0,18 0 16,0 1-16,-17-36 0,17 18 15,0 17-15,0 0 0,-18 18 0,18-17 0,0-1 0,0 0 16,-18 1-16,18-1 0,-17 18 0,17-18 16,0-17-16,-18 35 0,18-18 0,-17 1 15,17-1-15,0 1 0,-18 17 16,-17-36-16,35 19 0,-18-1 0,18 0 16,-18 18-16,1-17 0,-1-1 0,0 0 15,1 1-15,-1 17 0,18-18 16,-17 18-16,17-17 0,-18 17 15,18-18-15,-18 0 0,18 1 16,0-1-16,-17 18 16,17-35-16,-18-1 0,18 19 0,0-1 0,0-17 15,0 17-15,0 1 0,0-19 16,0 19-16,-18-1 0,18 0 16,0 1-16,0-1 0,-17 1 0,17-1 0,0 0 15,-18 18-15,0-17 0,18-1 16,0 0-16,-17 18 15,17-17-15,17 34 125,1-17-125,-18 18 0,18 17 0,-1-35 16,1 18-16,0 0 0,-18 17 0,53 35 16,-36-52-16,-17 0 0,0-1 0,35 19 0,-17-19 15,-18 36-15,18-35 0,17 52 0,-35-52 0,0 0 0,35 17 16,1 53-16,-36-53 0,17-17 0,36 52 16,-18 1-16,1-18 0,17 18 15,-36-36-15,19 18 0,-19-18 0,18 0 0,-17 18 0,0-53 16,35 71-16,-53-54 0,70 72 15,-35-19-15,-17-35 0,-18-17 0,18 0 0,-18-1 0,17 19 16,1-19-16,-18 19 0,18-19 0,-18 36 0,35 0 16,-35-35-16,0-1 0,18 36 0,-18-35 15,35 35-15,-35-36 0,0 1 0,35 35 0,-35-18 16,53 89-16,-35-89 0,-18-17 0,17 17 0,1 35 16,17-17-16,-35 0 0,35 18 15,-17 17-15,0-35 0,-1-35 16,1 35-16,17-1 0,-17-34 15,0 53-15,-18-54 0,0 1 0,17 17 0,-17-17 16,18-18 0,-18 35-16,18-35 0,-18 53 15,0-71 126,0 1-141,0-1 0,0 0 0,0 1 16,0-18-16,0-18 0,0 35 0,17 0 15,-17 1-15,0-1 0,18 0 16,-1 1-16,1 17 15,-18-18-15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3:29.2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1073 186,'-1'-5,"1"0,-1 1,-1-1,1 1,-1-1,0 1,0-1,0 1,0 0,-1 0,0 0,0 0,0 1,0-1,0 1,-1-1,0 1,1 0,-9-4,-8-6,-1 1,-34-14,52 25,-19-9,1 2,-1 0,-1 2,1 0,-34-4,42 9,1 1,-1 0,1 1,-1 0,1 1,0 0,-1 1,1 1,1 0,-23 10,16-5,13-7,1 0,-1 1,1 0,0 0,0 0,0 1,-9 7,13-9,0 0,0 0,0 0,0 0,0 0,0 0,1 0,-1 0,1 0,0 0,-1 1,1-1,0 0,0 0,0 0,0 1,1-1,-1 0,1 0,-1 0,1 0,0 0,0 0,0 0,0 0,2 3,19 30,-18-29,0-1,-1 1,1 0,-1 0,4 11,-6-14,-1-1,1 1,-1 0,0-1,0 1,0 0,0-1,-1 1,1-1,0 1,-1 0,0-1,0 1,0-1,0 1,0-1,0 0,-3 5,-7 6,1 1,-2-1,1-1,-2 0,1-1,-2 0,0-1,0 0,0-1,-1-1,-1 0,1-2,-31 10,40-13,-1 0,0 0,1 1,0 0,0 0,0 0,1 1,-1 0,1 0,-6 7,-46 66,26-33,-3-3,19-27,2 2,0 0,1 0,-15 30,23-35,1-1,0 1,1 0,0 0,0 12,-10 48,4-47,2-7,0 0,1 1,-3 28,8-41,0 0,0 0,0 0,0 0,1 0,0 0,1 0,-1-1,1 1,0 0,1-1,-1 1,1-1,0 0,6 7,4 4,0-1,2-1,0-1,0 0,1-1,1 0,0-2,1 0,0 0,0-2,1-1,22 7,93 39,16 5,-128-52,0 0,0-2,1 0,-1-1,26-1,-45-2,17 1,0-2,0 0,0-1,27-7,-41 7,1 0,-1-1,1 0,-1 0,0-1,0 1,-1-1,1-1,-1 1,0-1,0 0,0 0,-1 0,1-1,-1 1,4-9,3-5,1 1,1 0,0 0,2 2,-1 0,2 0,24-17,1 13,-37 19,0 0,-1-1,1 1,0 0,-1-1,1 0,-1 0,0 0,0 0,0-1,0 1,0-1,0 1,-1-1,1 0,-1 0,0-1,0 1,0 0,0-1,2-4,6-30,3-8,28-67,-31 87,-2 1,-1-1,0-1,-2 1,-1-1,-2 0,0-33,-1 49,-1-1,0 1,0-1,-2 1,1-1,-1 1,-1 0,0 0,-1 0,0 0,-10-19,5 13,1-1,1 0,-7-23,9 21,-2 1,-17-35,-34-49,48 81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3:37.0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0,'-2'102,"5"111,-2-200,2 0,-1 0,2-1,0 1,0-1,1 0,1 0,12 20,5 1,41 44,-34-41,-9-16,0-1,2-1,0-1,1-1,1-1,39 18,-47-24,83 39,-70-33,61 19,-62-25,1 2,42 22,-50-22,1-2,0-1,0-1,1-1,0-1,0-1,0-1,35 0,-20-1,-1 3,49 10,-48-5,0-3,1-1,0-1,0-3,0-1,45-5,-83 4,0 0,0 0,0 0,0 0,0-1,0 1,0-1,0 1,0-1,0 1,0-1,-1 0,1 0,0 0,0 0,-1 0,1-1,-1 1,1 0,-1-1,0 1,1-1,-1 1,0-1,0 0,0 0,0 1,0-1,-1 0,1 0,0 0,-1 0,1 0,-1 0,0 0,0 0,0 0,0 0,0 0,0 0,0 0,-1 0,1 0,-1 1,1-1,-3-4,0-3,-1 0,-1 0,1 0,-2 0,1 0,-1 1,0 0,-8-7,7 8,3 2,0 1,0 0,-1 0,1 1,-1-1,0 1,-5-3,16 18,0-1,1 1,1-2,9 12,24 18,-31-31,0 1,-1 0,14 17,-21-23,1-1,-1 1,-1-1,1 1,0 0,-1-1,0 1,0 0,0 0,0 0,-1 0,0 0,0 0,0 0,0 0,-1 7,-1 2,-11 44,13-55,-1 0,1-1,-1 1,1 0,-1-1,0 1,1 0,-1-1,0 1,0-1,0 1,-1-1,1 0,0 0,0 1,-1-1,1 0,-1 0,1 0,-1 0,1 0,-1-1,1 1,-1 0,-2 0,3-2,-1 1,1-1,0 1,0-1,-1 1,1-1,0 0,0 0,0 1,0-1,0 0,0 0,0 0,0 0,0 0,1-1,-1 1,0 0,0 0,1 0,-1-1,1 1,0 0,-1-1,1 1,0 0,-1-1,1 1,0-2,-4-48,4 46,1-60,1 47,-1 0,-1 0,-1 0,-1 1,-7-36,3 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3:51.148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4197 238,'-102'2,"-113"-5,38-22,112 16,-67-20,82 16,0 3,0 1,-56-1,72 7,0-1,-62-15,62 11,1 1,-63-4,67 9,1-2,1 0,-37-12,36 9,0 0,0 2,-39-2,-588 8,625-2,-58-11,57 6,-56-2,44 7,-92 3,118 0,1 0,-1 2,1 0,0 0,-31 14,35-13,-1-1,1-1,-1 0,1 0,-1-1,-22 0,25-2,0 0,0 1,0 0,0 1,0 0,0 0,1 1,-1 1,1-1,0 2,0-1,-13 9,7-3,0 0,-1-1,0-1,-26 9,25-10,0 0,0 1,1 0,-22 16,21-11,-1 0,0-2,0 0,-1-1,-1-1,0-1,0-1,-32 7,19-7,-48 2,-27 6,92-12,1 1,-1 0,1 1,0 1,-23 13,29-15,0 0,-1 0,1-1,0-1,-1 0,0 0,1-1,-18 1,19-2,1 0,-1 1,0-1,0 2,1-1,-1 1,1 0,-1 1,1-1,0 2,0-1,0 1,0 0,-10 9,5-2,0 0,1 1,1 0,-17 26,22-30,1 1,1-1,0 1,0 0,0 0,1 0,1 0,-1 0,1 18,2 52,1-50,-2 0,-1 0,-1 0,-1 0,-12 43,14-68,-1-1,1 1,-1-1,-1 1,1-1,0 0,-1 0,1 0,-1 0,0 0,0-1,0 1,-6 3,5-4,1 0,0 0,0 1,0-1,0 1,0 0,1-1,-1 1,1 1,0-1,-1 0,2 0,-1 1,0-1,1 1,-2 4,-1 18,2 0,1 0,0 0,7 50,-4-68,0 0,1 0,-1-1,2 1,-1-1,1 0,0 0,0 0,1-1,0 1,0-1,1 0,9 8,0-1,0-1,1 0,0-1,26 12,217 90,-231-100,1 2,-2 1,0 1,24 21,32 21,-75-55,1 0,-1 0,1 0,0-1,0-1,0 0,0 0,0 0,12-1,91-3,-51-1,1275 2,-682 2,-634-2,0-1,34-8,-33 5,1 2,24-2,-20 3,49-11,-18 2,-47 9,1 0,0-2,-1 1,0-1,0 0,0-1,-1-1,1 1,-1-1,-1-1,11-9,6-3,-14 12,-1 1,1 1,0 0,0 0,1 1,-1 0,18-2,-18 4,-1-1,1 1,-1-2,0 1,0-1,-1-1,1 0,-1 0,16-13,39-34,15-15,-12 12,-57 50,0-2,-1 1,0-1,-1-1,1 0,-2 0,1 0,-1-1,0 0,-1-1,0 0,0 0,6-16,-9 18,0 0,0 0,1 0,0 0,1 1,0 0,0 0,1 0,9-9,6-3,39-26,-40 32,-1-1,-1-1,20-21,62-64,-59 61,-37 34,0 0,-1 0,1 0,-1 0,0-1,0 1,-1-1,0 0,0 0,0 0,-1 0,0 0,0 0,0-8,0-15,-4-53,0 30,4-33,-3-65,2 147,-1 0,0 1,1-1,-1 0,0 1,0-1,-1 0,1 1,0-1,-1 1,0 0,1 0,-1-1,0 1,0 0,0 0,-1 1,1-1,0 0,-1 1,1-1,-1 1,1 0,-1 0,0 0,1 0,-1 1,0-1,0 0,-5 1,-11-2,-1 1,1 1,-32 4,15-1,-43-2,56-1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3:55.668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77 1663,'-1'0,"0"0,0-1,0 1,0-1,0 1,0-1,0 0,0 1,0-1,0 0,1 1,-1-1,0 0,0 0,1 0,-1 0,1 0,-1 0,1 0,-1 0,1 0,-1 0,1 0,0 0,0-1,-9-38,6 25,-13-42,-10-75,23 110,2-1,0 1,1-1,2 0,0 1,8-35,-5 29,-1-1,-2 0,-1 1,-3-37,0 43,1 0,1-1,1 1,1 0,1 0,1 0,1 0,9-26,1 9,11-46,5-13,-15 58,1 1,46-73,-61 109,1 0,-1 0,0 1,1-1,0 1,0 0,0-1,0 1,0 1,0-1,0 0,0 1,1-1,-1 1,7-1,58-3,-16 2,292-60,-309 58,-27 5,1-1,-1 0,0-1,0 0,0 0,9-4,-15 5,0 0,-1 0,1 0,-1-1,1 1,-1 0,1-1,-1 1,0-1,0 1,0-1,0 1,0-1,0 0,0 1,-1-1,1 0,0 0,-1 0,0 0,1 0,-1 1,0-1,0 0,0 0,0 0,0 0,-1 0,1 0,-1 0,0-3,-1-1,0 1,0-1,-1 1,0 0,1-1,-2 1,1 0,-1 1,1-1,-8-6,-51-40,7 6,42 31,10 10,-1 0,1 0,-1 1,0-1,0 1,0 0,0 0,-8-4,11 7,1 0,0 0,0 0,0 0,0 0,0 0,-1 0,1 0,0 0,0 0,0 0,0 0,0 0,-1 0,1 0,0 0,0 0,0 0,0 0,0 0,-1 0,1 0,0 0,0 1,0-1,0 0,0 0,0 0,-1 0,1 0,0 0,0 0,0 1,0-1,0 0,0 0,0 0,0 0,0 0,0 1,0-1,0 0,0 0,0 0,0 0,0 1,0-1,0 0,0 0,0 0,0 0,0 0,0 1,0-1,0 0,5 16,8 13,4-3,7 8,-3 1,18 39,-34-64,-1-1,0 1,-1 0,0 0,-1 0,0 0,-1 1,0-1,0 0,-1 1,0-1,-1 1,-3 13,4-22,-1 0,1 0,-1 0,0-1,1 1,-1 0,0 0,0-1,0 1,0 0,-1-1,1 1,-3 2,3-4,1 1,-1-1,0 0,0 1,1-1,-1 0,0 0,0 1,0-1,0 0,1 0,-1 0,0 0,0 0,0 0,0 0,1 0,-1 0,0-1,0 1,0 0,-1-1,0-1,-1 1,1-1,-1 0,1 0,0 0,0 0,0-1,0 1,0-1,0 1,1-1,-1 1,1-1,-1 0,1 0,-1-3,-2-15,0 0,2 0,0 0,1 0,1-1,1 1,1 0,1 0,1 0,7-23,-8 36,-1 0,-1 0,1 0,-1 0,-1 0,1 0,-1 0,-1 0,-1-8,-3-1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4:07.390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2023 503,'1'-11,"-2"1,0-1,0 0,0 0,-2 1,1-1,-1 1,-1 0,0 0,0 0,-1 0,0 1,-1-1,0 1,-1 1,1-1,-13-10,-27-26,-2 2,-58-40,83 65,10 9,0 1,0 1,-1 0,0 0,0 2,-16-6,-95-17,26 6,57 14,1 2,-1 2,-1 1,-78 6,22-1,80 0,0 0,-37 8,36-5,-1-1,-26 1,37-5,-5 0,0 1,0 0,-30 7,40-6,-1 0,1 0,-1 1,1-1,0 1,0 1,0-1,1 1,-1 0,1 0,0 0,0 0,-6 8,6-7,0-1,0 1,0-1,-1 0,0-1,0 1,0-1,0 0,-1 0,1 0,-10 2,-73 17,13-5,33-3,-2-1,0-2,0-2,-1-2,-67 1,108-8,0 0,0 0,0 0,0 1,1-1,-1 1,0 0,0 0,1 0,-1 1,0-1,1 1,0 0,-5 2,6-1,0-1,0 1,0 0,0 0,0 0,0 0,1 0,0 0,-1 0,1 0,0 0,1 1,-1-1,0 0,1 1,0 5,-1 10,1 0,0 0,2 0,0 0,1 0,1 0,1-1,0 0,2 0,0 0,1-1,0 0,2 0,0-1,17 22,-19-28,0 2,-1-1,0 1,-1 0,0 0,-1 0,0 1,-1 0,-1 0,0 0,-1 1,0-1,-1 0,0 1,-2 16,1-20,1 0,1 0,-1 0,1 0,1 0,0-1,1 1,-1-1,10 17,7 5,31 41,-13-21,-12-11,-1 1,25 56,-46-84,0 1,0 0,-2 0,1 0,-2 0,0 0,-1 17,-1-19,2 1,-1 0,1 0,1 0,0-1,1 1,0-1,10 23,-8-24,0 1,-1-1,0 1,-1 1,0-1,-1 0,0 1,-1-1,0 1,-1-1,-1 1,0-1,0 1,-2-1,1 1,-2-1,1 0,-2 0,1-1,-2 1,0-1,0 0,-1-1,0 1,0-1,-17 16,14-18,0 0,0-1,0 0,-1 0,-19 8,-3 1,25-10,-1 0,2 0,-1 1,-13 14,-8 9,16-17,1 1,0 0,-18 28,11-13,11-17,1 1,0-1,1 1,1 0,0 0,1 1,0 0,1 0,-3 24,4-1,1-1,6 59,-1-73,0-1,1 0,11 27,6 23,-17-49,1-2,0 1,11 22,-12-34,-1-1,1 0,0-1,1 1,0-1,0 0,0 0,1-1,13 10,-10-9,0-1,0 0,1-1,0 0,0-1,1 0,-1 0,1-2,-1 1,1-1,0-1,15 0,63 9,-43-3,53-1,607-7,-689 0,0 0,-1-2,1 0,-1-1,24-9,83-38,-99 40,26-21,-44 27,0-1,1 1,-1 1,1-1,0 1,11-3,-9 4,-1 1,1-1,-1-1,0 0,0 0,-1-1,1 0,-1 0,0-1,0 0,-1 0,0-1,0 0,0 0,9-15,-6 10,0 1,1-1,0 2,0-1,1 2,1 0,0 0,27-13,-24 16,1 2,29-6,-31 8,0-1,-1 0,1-1,14-6,-27 8,1 0,0 0,-1 0,0 0,1-1,-1 1,0-1,0 1,0-1,-1 0,1 1,0-1,-1 0,0 0,0 0,0-1,0 1,0 0,-1 0,1 0,-1-5,1-11,0 0,-4-29,1 21,1 12,0 8,1-1,-1 1,1 0,0 0,1-1,0 1,0 0,0 0,1 0,0 0,1 0,-1 0,1 1,0-1,5-5,-6 9,0 0,0 0,-1 1,1-1,-1 0,1-1,-1 1,0 0,0 0,0 0,-1-1,1 1,-1 0,0-1,0 1,0-1,0 1,-1 0,1-1,-1 1,-1-4,-3-3,1 0,-2 1,1 0,-1 0,-10-11,-21-35,35 51,0 0,1 0,-1 0,1 0,0 0,0 0,1 0,-1 0,1 0,-1 0,1-1,1 1,0-5,4-19,-2 15,0 1,-1-1,0 1,-1-1,-1 0,0 1,-1-1,0 0,-4-15,-61-251,51 236,-32-66,29 70,1 0,-12-45,4 15,19 55,0 0,2 0,-1-1,2 1,-4-29,5 8,1-1,2 1,1-1,15-69,-11 76,-2 0,1-49,-4 44,9-55,-5 66,-1 0,-2 0,0-1,-2 0,-2-26,1 40,0 1,-1 0,0 0,-1 0,1 0,-2 0,1 0,-1 1,-1-1,1 1,-2 0,1 1,-1-1,0 1,-12-11,5 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4:12.22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11395 1,'0'1,"0"0,0 0,-1 0,1 0,-1 0,1 0,-1 0,1-1,-1 1,0 0,1 0,-1 0,0 0,0-1,0 1,0 0,1-1,-1 1,0-1,0 1,0-1,0 1,0-1,0 0,0 1,-1-1,0 0,-38 6,28-5,-87 23,73-16,0-1,0-2,-43 4,-61 4,79-6,-56 0,41-4,-114 20,113-12,-109 4,16-2,0 0,122-12,-1 2,1 1,0 3,0 1,-54 19,33-11,-109 16,92-20,-165 48,-14 2,-14-35,212-23,-21 8,54-7,-46 2,-206 14,34-13,163-8,-116 13,19-1,117-11,-76 12,81-6,41-6,-1 1,1 0,0 0,-1 1,1 1,0 1,1-1,-14 8,17-7,0-1,-1 0,0-1,0 0,0-1,0 0,-1 0,-15 0,-92-5,50 0,-26 2,-126 3,77 23,21-12,77-6,-65 1,78-7,-57 11,56-7,-52 2,-90-9,-131 4,109 26,129-17,42-6,-1-1,-33 1,-1042-6,1063-1,-53-9,-17-1,-11-2,78 7,-44 0,-42-6,85 7,-57-1,-922 8,993-3,-1-1,-29-6,29 3,-57-2,67 7,0-1,-26-7,34 6,0 1,0 0,-1 0,1 1,0 1,-1 0,1 1,0 0,-16 3,-3 3,-1-1,0-2,-40 0,32-2,-53 8,57-5,-1-1,-63-3,-16 1,98 1,0 2,0 0,1 1,-1 0,1 2,1 0,-24 15,-27 12,22-15,-1-2,0-1,-2-3,1-2,-2-2,1-2,-98 3,121-9,0 1,0 0,0 2,-35 12,-17 3,75-19,-1-1,0 1,0-1,1 1,-1 0,0 0,1 0,-1 1,1-1,0 1,-1-1,1 1,0 0,0 0,0 0,0 0,0 0,0 0,1 0,-1 1,-2 4,3-3,0 0,1 0,-1 0,1 1,-1-1,1 0,1 0,-1 0,0 0,1 0,0 1,0-1,2 4,3 8,1-1,1 0,0-1,0 0,2 0,14 16,22 21,52 63,-83-96,0-1,0-1,2 0,0-1,0-1,2 0,0-2,0 0,1-1,35 14,-17-9,0-3,1-1,0-1,0-3,1-1,0-2,1-1,40-3,-36-1,124-6,-144 3,0-1,0-1,0-1,37-14,-60 19,0 1,0-1,-1 0,1 0,0 1,-1-1,1 0,-1-1,1 1,-1 0,1 0,-1-1,0 1,0 0,0-1,0 1,0-1,0 0,0 1,0-1,0 0,-1 0,1 1,-1-1,1-3,-1 1,-1 1,1-1,-1 0,0 1,0-1,0 1,0-1,-1 1,1 0,-1-1,0 1,-3-4,-6-7,0 0,-1 1,-1 1,-18-15,17 15,-1-1,0 1,-1 0,0 2,-1-1,0 2,-35-14,51 23,-1-1,1 1,-1 0,1-1,-1 1,1-1,-1 0,1 1,0-1,-1 0,1 0,0 0,0 0,0 0,0 0,-2-2,3 3,0-1,1 1,-1-1,0 1,0-1,1 1,-1-1,0 1,0 0,1-1,-1 1,0-1,1 1,-1 0,1-1,-1 1,1 0,-1-1,0 1,1 0,-1 0,1 0,-1-1,1 1,-1 0,1 0,-1 0,1 0,0 0,5-1,-1-1,0 2,1-1,-1 1,1 0,0 0,-1 0,9 2,7 4,-1 1,-1 0,1 2,-1 0,-1 1,0 1,0 1,20 17,-33-22,0 0,0 1,-1 0,1 0,-2 0,1 0,-1 1,3 16,-2-6,0 1,1 37,-5-54,0 0,0 0,0-1,-1 1,1 0,0-1,-1 1,0 0,0-1,0 1,0-1,0 1,0-1,-1 1,1-1,-1 0,0 0,0 0,1 0,-1 0,-1 0,1 0,0 0,0-1,-1 1,1-1,0 0,-6 2,-5 1,1-1,-1-1,0 0,-1-1,-13 0,16-1,-1 1,1 0,-20 5,30-6,0 0,-1 1,1-1,0 0,0 1,0-1,0 0,0 1,0 0,0-1,0 1,0 0,0-1,0 1,1 0,-1 0,0 0,0-1,1 1,-1 0,1 0,-1 0,0 0,1 0,0 1,-1-1,1 0,0 0,0 0,-1 0,1 0,0 0,0 2,1-1,0 0,-1 0,1 0,0 0,0 0,0-1,1 1,-1 0,0 0,1-1,-1 1,1-1,-1 0,1 1,3 1,-4-2,1 0,-1 0,1 0,-1 0,1-1,0 1,-1 0,1-1,0 1,-1-1,1 0,0 0,0 1,-1-1,1 0,0-1,0 1,1 0,-2-1,0 0,0 1,0-1,0 0,0 0,0 0,-1 0,1 0,0 0,-1 0,1 0,-1 0,1 0,-1 0,1 0,-1-1,0 1,1 0,-1 0,0 0,0-1,0 1,0 0,0 0,0 0,-1-1,1 1,0 0,0 0,-1 0,1 0,-1-2,-20-56,15 47,2 1,0-1,0 0,-3-23,2 4,-2 0,-12-37,-3-14,19 69,-2 1,1-1,-10-16,10 20,-1-1,1 1,1-1,-1 0,2 0,-4-20,5 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8:55.5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1335 163,'-6'-1,"1"-1,-1 1,1-1,-1 0,1-1,0 1,-7-5,-16-7,-63-8,69 18,1-1,0 0,-28-12,21 7,-1 1,0 2,0 1,-50-5,-33-6,71 10,0 3,0 1,-1 2,-70 7,103-5,-1 0,1 1,-1 0,1 1,0 0,0 0,0 1,1 0,-1 0,1 1,0 0,0 1,1 0,-1 0,1 0,1 1,-1 0,-9 14,-10 12,10-13,-1 0,-1-1,-21 19,21-25,1 1,1 1,0 1,1 0,1 1,0 0,1 1,-12 23,19-29,0 1,0 0,1 1,1-1,0 1,1 0,-2 22,5-27,0 0,1 0,0 0,0-1,1 1,0 0,0-1,1 1,0-1,1 0,0 0,0 0,7 9,-4-8,0 0,0 0,1-1,0 0,0-1,1 0,-1 0,2-1,19 11,0-5,0-1,38 10,-66-21,5 2,1 1,-1 0,0 0,-1 0,1 1,5 4,-7-5,1 1,0-1,0 0,0 0,1-1,-1 1,1-1,10 3,31 0,1-2,88-6,-29 0,11 5,130-5,-229 0,0-2,-1 0,0 0,0-2,0 0,0-2,-1 1,-1-2,1 0,-2-2,1 1,-2-2,19-18,-17 11,0 0,-2 0,0-1,19-41,-28 52,-1 0,-1 0,0-1,0 1,-1-1,-1 0,1 0,-2 0,0 1,0-1,-1 0,0 0,0 0,-6-18,3 16,-1 0,0 0,-1 0,0 0,-1 1,-1 0,0 1,0-1,-1 2,0-1,-12-9,20 19,-10-10,0 1,0 0,-1 1,0 1,0 0,-1 0,0 1,0 1,-1 0,-27-7,22 7,2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9:00.1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0 741,'1'-2,"0"1,0-1,-1 0,1 1,1-1,-1 1,0-1,0 1,0 0,1-1,-1 1,1 0,-1 0,1 0,-1 0,1 0,2-1,31-14,-16 11,0 1,0 0,31-1,30-5,77-16,0 0,-128 21,-1 1,43 1,-43 2,0 0,51-11,81-15,12-4,-154 26,8-2,1 1,0 0,50-2,165 11,124-5,-265-10,-59 5,53 0,-87 6,-1 1,1-1,0-1,0 0,-1 0,1 0,-1-1,1 0,8-5,15-7,-18 11,1 0,-1 1,1 1,-1 0,22 0,32-5,-31 1,0 2,43 1,6-1,48-19,-35 6,-40 6,-32 7,0-1,47-16,-72 21,-1-1,1 1,0-1,0 1,-1-1,1 1,0-1,-1 1,1-1,-1 1,1-1,0 0,-1 1,1-1,-1 0,0 0,1 1,-1-1,0 0,1 0,-1 1,0-1,0 0,0 0,0 0,0 0,0 1,0-1,0 0,0 0,0 0,0 0,0 1,-1-1,1 0,0 0,0 0,-1 1,1-1,-1 0,1 0,-1 1,1-1,-1 0,1 1,-1-1,0 1,1-1,-2 0,-38-35,35 32,-27-21,-3-2,-55-55,64 60,22 20,-1-1,1-1,0 1,0 0,0-1,1 0,-1 0,-3-7,6 11,1 0,0 0,0-1,0 1,0 0,0 0,0 0,0-1,0 1,0 0,0 0,0-1,0 1,0 0,0 0,0 0,1-1,-1 1,0 0,0 0,0 0,0-1,0 1,0 0,1 0,-1 0,0 0,0 0,0-1,0 1,1 0,-1 0,0 0,0 0,0 0,0 0,1 0,-1 0,0-1,0 1,1 0,-1 0,0 0,0 0,1 0,16 2,14 8,7 7,-1 2,-1 2,38 28,-72-47,1-1,-1 1,0 0,0-1,-1 1,1 0,0 0,-1 0,1 1,-1-1,1 0,-1 1,0-1,0 0,0 1,0-1,-1 1,1 0,-1-1,0 1,1-1,-1 5,-1-3,0-1,-1 1,1-1,-1 0,1 1,-1-1,0 0,0 0,0 0,-1-1,1 1,-1 0,1-1,-5 3,-11 7,0 0,0-2,-1 0,-25 9,44-19,-11 5,0-1,1 1,0 1,0 0,0 1,1-1,0 2,0-1,1 1,0 1,-9 11,13-16,1 1,-1-1,0 0,0-1,0 1,0-1,-9 5,12-7,1-1,-1 1,0-1,0 0,1 0,-1 1,0-1,0 0,0 0,1 0,-1 0,0 0,0 0,0 0,1 0,-1 0,0 0,0-1,0 1,1 0,-1 0,-1-1,1 0,0 0,0 0,1 0,-1-1,0 1,0 0,1 0,-1 0,1-1,-1 1,1 0,-1-1,1 1,0 0,0-1,0 1,-1-3,-1-78,2 56,0 1,-2-1,-8-38,-1-18,10 141,2 41,0-93,0 1,0-1,1 0,-1 1,2-1,-1 0,1 0,0-1,1 1,7 11,-11-18,0 1,1 0,0 0,-1 0,1-1,-1 1,1 0,0-1,-1 1,1-1,0 1,0-1,0 1,-1-1,1 1,0-1,0 0,0 0,0 1,0-1,0 0,0 0,0 0,-1 0,1 0,0 0,0 0,0 0,0 0,0-1,0 1,0 0,0 0,0-1,-1 1,1-1,0 1,0-1,-1 1,1-1,0 1,0-1,-1 0,1 1,-1-1,1 0,0 0,-1 1,0-1,1 0,-1 0,1-2,23-53,-22 48,19-41,11-34,-30 77,0 1,-1-1,0 0,0 0,0 0,-1 0,0 0,0 0,-1 0,0 1,-1-10,-1 11,1-1,-1 1,0 0,0 0,0 0,-1 0,0 0,1 1,-1-1,0 1,-1 0,1 0,0 1,-1 0,0-1,1 1,-1 1,-9-3,-24-13,21 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9:15.405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889 81,'-11'-1,"1"0,-1-1,1-1,0 0,-1 0,-16-8,-39-12,7 11,28 6,0 0,-60-2,77 8,1-1,1 0,-1 1,0 1,0 0,0 1,1 0,-1 1,1 1,0 0,0 0,-15 9,16-9,1 1,0-1,-1-1,0 0,0-1,-19 3,19-4,0 1,0 0,0 1,1 0,-1 0,-15 8,24-9,-1 0,1 0,0 0,0 0,-1 0,1 0,1 1,-1-1,0 1,1-1,-1 1,1 0,0 0,0-1,0 1,0 0,0 4,-5 60,1-13,4-44,-1 0,-1 0,0 0,0-1,-1 1,0-1,-1 0,0 0,0 0,-1-1,-11 13,11-13,1 1,0-1,1 1,0 0,0 0,0 0,2 1,-1-1,1 1,0 0,1-1,0 14,-7 30,6-46,0 1,1 0,0-1,1 1,0 0,0 0,0-1,1 1,3 14,-3-19,1 0,-1 1,1-1,0 0,0 0,0 0,0 0,0-1,1 1,-1-1,1 1,0-1,0 0,0 0,0 0,0 0,0-1,0 1,0-1,1 0,-1 0,1 0,4 1,81 12,0-4,1-4,110-7,-87 0,-101 1,-1 0,1-1,-1 0,1-1,-1-1,0 0,12-4,-17 4,-1 1,1-1,-1-1,0 1,0-1,0 1,-1-1,1-1,-1 1,0-1,0 1,0-1,-1 0,6-10,12-27,-11 26,-1-1,-1 0,-1 0,0 0,-2-1,1 0,-2 0,3-31,6-48,-7 69,-2 1,0-30,-4 5,0 30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9:19.937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2959 5,'-70'-2,"43"0,0 1,1 1,-1 2,0 0,1 2,0 1,-40 12,-35 18,67-25,1 1,1 2,-34 19,40-18,-1-1,0-2,-1 0,0-2,-1-1,0-1,-32 3,44-9,-1 1,0 0,1 2,-1 0,1 1,-21 9,18-5,-1-1,1-1,-1-1,0 0,-1-2,1 0,-1-2,-29 0,30-1,1 1,-35 8,-34 3,-106-15,-81 4,206 11,50-9,0 0,-27 1,-147-8,-83 6,253 1,0 0,-43 16,-27 5,87-23,0 0,0 1,0 0,1 0,-1 0,1 1,0 0,0 0,0 1,1 0,0 0,0 0,-8 10,8-8,-1-1,0 0,-1 0,1 0,-1 0,-1-1,1-1,-15 8,16-10,1 0,0 1,-1-1,1 1,0 0,1 1,-1-1,0 1,1 0,0 0,0 0,0 0,0 1,1 0,0-1,0 1,0 1,0-1,1 0,0 1,0-1,0 1,1-1,0 1,-1 6,2-8,0 0,0 0,0-1,0 1,1 0,0 0,-1-1,1 1,0 0,1-1,-1 1,1-1,-1 0,1 1,0-1,1 0,-1 0,0 0,1 0,0-1,4 5,8 4,0 0,1 0,22 10,1 1,-24-14,-1 0,1-1,0-1,1 0,-1-1,1-1,0 0,0-1,28 1,30 7,-46-6,53 3,-9-7,118-4,-189 3,0 0,0 0,1 0,-1 0,0 0,0 0,0-1,0 1,0 0,0-1,0 1,0 0,0-1,0 1,0-1,0 0,0 1,0-1,0 0,0 0,-1 1,1-1,0 0,-1 0,1 0,0 0,-1 0,1 0,-1 0,0 0,1 0,-1 0,0 0,1 0,-1-1,0 1,0 0,0 0,0 0,0 0,0 0,-1 0,1 0,0-1,0 1,-1 0,1 0,-1 0,1 0,-1 0,1 0,-1 0,0 0,-6-11,0 0,-1 1,-15-17,10 11,8 2,16 16,20 18,-19-10,-1 1,1 0,-2 1,0 0,13 18,-22-29,-1 1,0-1,1 1,-1-1,1 1,-1 0,0-1,1 1,-1 0,0-1,0 1,0 0,1-1,-1 1,0 0,0 0,0-1,0 1,0 0,0-1,0 1,-1 0,1-1,0 1,0 0,0-1,-1 1,1 0,0-1,-1 1,1 0,-1-1,1 1,0-1,-1 1,1-1,-1 1,0-1,1 1,-1-1,1 0,-1 1,0-1,1 0,-1 1,0-1,1 0,-1 0,-1 0,1 1,0-1,-1 0,1 0,-1-1,1 1,-1 0,1 0,0-1,-1 1,1 0,0-1,-1 0,1 1,0-1,0 0,0 1,-1-1,1 0,0 0,0 0,0 0,0 0,1 0,-1-1,0 1,0 0,0-2,-3-9,1 1,0-1,1 0,1 0,0 0,0 0,2-18,0 18,-1-12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9:27.754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2896 18,'-997'0,"971"1,0 1,-30 8,28-5,-44 3,35-7,7-1,0 1,1 1,-40 9,26-3,-1-3,0-2,-1-1,-53-6,-5 1,-819 3,861-12,46 8,0 1,-30-4,42 7,1 0,-1 0,1 0,-1 0,0 0,1 0,-1 1,1-1,0 1,-1 0,1 0,-1 0,1 0,0 0,0 0,0 1,-1-1,1 1,1-1,-1 1,0 0,-3 4,4-4,0-1,1 1,-1 0,1 0,-1 0,1 0,0 0,-1 0,1 0,0 0,0 0,1 1,-1-1,0 0,1 0,-1 0,1-1,-1 1,1 0,0 0,0 0,0 0,0-1,0 1,1 0,-1-1,0 1,1-1,-1 1,1-1,-1 0,1 0,3 2,8 7,0-2,1 1,17 6,-24-12,144 75,-150-77,0-1,0 0,0 1,0-1,0 1,0 0,0-1,0 1,0 0,0 0,-1-1,1 1,0 0,0 0,-1 0,1 0,-1 0,1 0,-1 0,1 0,-1 0,1 0,-1 1,0-1,0 0,0 0,0 2,0-1,-1 0,0 0,0 0,0 0,0-1,0 1,0 0,-1-1,1 1,0-1,-1 1,1-1,-1 1,-2 0,-11 8,0-2,0 0,-17 6,22-10,7-2,0 0,0-1,0 1,0 0,0 1,1-1,-1 0,1 1,-1-1,1 1,0 0,0 0,0 0,0 0,0 0,1 0,0 1,-1-1,0 6,0 4,-1 1,2 0,0 26,-4 30,2-58,1 1,0 0,1-1,0 1,1 0,0 0,1 0,0 0,7 23,0 33,-8-61,0 1,1 0,0-1,0 1,1-1,0 1,0-1,1 0,0 0,1 0,-1 0,2 0,7 11,-7-12,1 0,0-1,0 1,1-1,-1-1,1 1,0-1,1 0,0-1,-1 1,1-2,0 1,1-1,-1 0,1-1,-1 0,1 0,0-1,0 0,14-1,1315-3,-1303 1,0-2,0-2,59-17,-10 3,-28 8,2 2,0-4,-1-1,106-45,-120 30,-39 26,1 0,0 0,1 0,-1 0,0 1,1 0,0 0,0 1,0 0,9-3,60-2,15-4,-57 5,-25 5,0 0,0-1,0 0,0 0,0-1,0 0,-1 0,1-1,8-6,-4 3,-1 1,1 0,0 0,19-5,-22 9,-1 0,0-1,0 0,-1-1,1 0,-1 0,0 0,0-1,0 0,0-1,-1 1,0-1,7-8,-2-1,1 1,1 0,15-13,-17 16,-5 5,0 0,-1-1,0 0,0 0,-1 0,0 0,0-1,-1 0,0 0,0 0,-1 0,0 0,0 0,0-10,0-10,-1 1,-2-1,-4-29,4 51,0 0,0-1,-1 1,0 0,0 0,0 0,-1 0,0 0,0 1,-1-1,0 1,0 0,-7-8,-5-2,0 1,-33-21,-18-15,63 47,-1-1,0 1,0 0,0 0,0 0,0 1,0-1,-1 1,1 1,-1-1,-6 0,-68-4,63 6,-1 0,-27-6,22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29:31.283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0 547,'30'1,"0"-3,0 0,47-11,82-14,-94 18,-50 8,-1-1,1 0,-1-1,0 0,18-8,-13 4,1 1,0 1,0 1,0 1,1 0,29 1,-7-1,30-9,11 0,-51 9,0-2,-1-1,59-20,-65 18,-25 8,1 0,-1 0,1-1,-1 1,0 0,1-1,-1 1,0-1,1 0,-1 1,0-1,0 0,1 0,-1 0,0 0,0 0,0 0,0 0,0 0,-1 0,1 0,0-1,0 1,0-2,-1 1,0 1,-1-1,1 1,-1-1,1 1,-1 0,0-1,1 1,-1 0,0 0,0-1,0 1,0 0,0 0,0 0,0 0,0 0,-1 0,0 0,-11-7,0 0,0 1,-20-7,-112-50,134 57,18 5,22 11,-15 0,-1 1,-1 1,1 0,-2 0,15 19,-21-23,0 0,-1 0,-1 0,1 0,-1 1,0 0,0 0,-1 0,-1 0,1 0,-1 0,0 15,0-4,-1-14,1 0,-1-1,0 1,0 0,-1-1,1 1,-1 0,0-1,0 1,-1-1,1 1,-1-1,0 0,0 0,-4 6,3-5,0-1,-1 0,1 0,-1 0,0 0,0-1,-8 6,12-8,-1-1,0 0,1 0,-1 1,1-1,-1 0,0 0,1 0,-1 0,0 0,1 1,-1-1,0 0,1-1,-1 1,0 0,1 0,-1 0,0 0,1 0,-1-1,1 1,-1 0,0-1,0 0,0 0,0 0,-1-1,1 0,0 1,1-1,-1 0,0 1,0-1,1 0,-1 0,1 0,0 1,-1-5,-4-49,3 1,5-69,0 11,-3-44,0 133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32:38.483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388 187,'2'-41,"-1"28,0 1,-1-1,0 0,-1 0,-1 0,-4-19,5 30,1 0,-1 0,0 0,0 1,0-1,-1 0,1 1,0-1,0 1,-1-1,1 1,-1 0,1-1,-1 1,0 0,0 0,1 0,-1 1,0-1,0 0,0 0,0 1,0 0,0-1,0 1,0 0,0 0,0 0,0 0,0 0,0 0,-2 1,-9 2,1 0,-1 1,1 0,-13 7,-6 1,21-9,1 1,0 0,0 0,0 1,0 0,1 1,-1 0,1 0,1 0,-10 11,1 3,0 0,-23 43,36-57,-5 5,1 1,1 0,0 1,-8 24,13-32,1 1,-1-1,1 1,0 0,0-1,0 1,1-1,0 1,0-1,0 1,1-1,0 0,0 0,0 0,4 7,0 1,0 1,-2 0,1 0,-2 1,4 26,-6-29,0-1,1 0,0 0,1 0,1 0,-1-1,2 1,-1-1,1 0,1 0,9 13,-6-15,-1 0,1 0,1-1,0 0,0-1,0 0,0-1,1 0,0 0,0-1,1-1,-1 1,1-2,13 2,23 1,0-2,57-4,-54 0,-43 1,3 0,-1 0,1-1,-1 0,20-5,-27 5,0 0,0 0,0-1,-1 1,1-1,0 0,0 1,-1-1,1-1,-1 1,0 0,0-1,1 1,-2-1,1 1,0-1,0 0,-1 0,2-5,8-26,-2 0,-2-1,6-61,-5 34,-5 38,0-1,-2 1,-2-42,0 58,0 0,-1-1,0 1,0 0,-1 0,0 0,0 0,-1 0,0 1,0 0,-1 0,1 0,-2 0,-6-6,-18-13,-2 1,0 2,-53-29,72 44,3 4,1 0,-1 0,0 1,0 0,0 0,-1 1,1 1,-1 0,-17 0,6 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15:32:43.123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5925 53,'-30'-1,"0"-2,-29-7,29 5,-58-4,66 8,0-1,-27-7,-42-4,-329 14,386 0,-55 11,54-6,-52 1,57-5,-52 10,52-7,-53 3,42-8,20-1,1 0,0 2,-1 0,1 2,0 0,0 1,0 1,-32 12,22-5,0-2,-1-1,-47 8,-32 8,57-13,0-1,-87 4,57-7,-8-5,67-3,0 1,0 0,-41 9,-111 23,136-25,22-5,-1 0,1 2,0 0,0 1,0 0,1 2,0 0,1 1,-16 11,21-12,0-1,0 0,-1-1,1 0,-1-1,-24 8,-79 12,86-21,1 1,0 2,-45 17,51-16,-1 0,-45 8,-29 9,91-23,-19 7,1 1,-30 17,-124 58,136-64,-2-3,0-1,-52 12,-24 8,79-22,25-8,-1 0,0-2,0 0,0-1,0-1,-29 2,29-4,-1 1,1 0,0 1,0 1,0 1,-19 8,-91 49,34-15,-38 2,58-25,60-20,1-1,-1 2,-23 10,31-12,1 0,-1 1,0 0,1-1,0 1,0 1,0-1,0 1,1-1,-1 1,1 0,-4 9,0 1,0 0,-1 0,-1-1,0 0,-1-1,-22 22,18-18,0 0,1 0,1 1,-10 21,-12 17,-30 60,48-91,-1-1,-2 0,0-2,-36 34,41-45,0 1,-1-2,-21 12,25-16,1 0,-1 0,1 1,1 0,-1 1,1 0,1 0,0 1,-11 15,10-8,-1-1,0 0,0 0,-2-2,0 1,0-1,-1-1,-19 14,26-20,0 0,0 0,0 0,1 1,0 0,1 0,-1 0,1 0,0 1,1 0,0 0,0 0,1 0,0 0,-1 13,1-9,-1-1,0 1,-1-1,0 0,-1 0,0 0,-10 15,-11 8,9-14,-26 43,-67 119,106-173,0 0,0 0,1 0,0 0,1 1,0-1,1 1,0-1,0 13,1 10,5 45,-3-68,0 0,0-1,1 1,0-1,0 0,1 0,0 0,0 0,1-1,0 1,1-1,0 0,0-1,0 0,0 0,1 0,0 0,1-1,-1-1,1 1,13 5,0-1,2 0,-1-1,1-1,0-2,1 0,43 3,155-6,-115-4,-104 3,0-1,0 0,1 0,-1 0,0-1,0 1,0-1,1 0,-1 0,0 0,0 0,0 0,0-1,-1 1,1-1,0 0,-1 0,1 0,-1 0,1 0,1-3,-1 0,-1 0,0-1,0 1,0 0,-1-1,1 1,-1-1,-1 1,1-1,-1 0,0-8,0 10,0 0,-1-1,1 1,-1 0,1 0,-1 0,0 0,-1 0,1 1,-1-1,1 0,-1 1,0-1,-1 1,1-1,-1 1,1 0,-1 0,0 0,0 0,0 1,0-1,-1 1,-3-3,6 5,1 0,-1 0,1 0,0 0,-1 0,1-1,0 1,-1 0,1 0,0 0,-1-1,1 1,0 0,-1-1,1 1,0 0,0 0,-1-1,1 1,0-1,0 1,0 0,0-1,-1 1,1 0,0-1,0 1,0-1,0 1,0 0,0-1,0 1,0-1,0 1,0 0,0-1,0 1,0-1,1 1,-1 0,0-1,0 0,21-5,28 5,-46 1,0 1,-1-1,1 1,0-1,0 1,-1 0,1 0,-1 0,1 0,-1 1,1-1,-1 1,0-1,1 1,-1 0,0 0,0 0,0 0,-1 0,3 3,-2 0,0 0,0-1,0 1,0 0,-1 0,0 0,0 1,0-1,-1 0,0 6,-1 12,-1-1,-1 1,-12 40,15-63,-6 30,-9 29,14-56,0 1,0-1,-1 0,0 1,1-1,-1 0,0 0,-1 0,1-1,0 1,-1 0,-5 4,7-7,1 0,-1 1,0-1,1 1,-1-1,0 0,0 0,0 0,1 1,-1-1,0 0,0 0,0 0,1 0,-1 0,0 0,0 0,0-1,1 1,-1 0,0 0,0-1,1 1,-1 0,0-1,0 1,1-1,-1 1,-1-2,-16-25,-2-36,13-9,-5-23,8 73,1 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01T16:58:59.0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2:39.028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8042 689,'-8'-6,"0"1,-1 0,0 0,0 1,0 0,0 1,-20-5,3 0,22 6,-202-62,162 53,1 2,-83-6,98 12,-45-10,47 8,0 0,-30-1,-4 6,24 0,0-1,0-2,-48-9,15-3,32 8,-68-22,84 22,0 2,-1 1,0 1,1 0,-38 1,27 2,-55-9,-72-11,108 15,-100-20,102 14,-87-7,86 14,-86-20,-26-6,119 24,-1-2,1-1,-51-19,70 19,11 3,0 1,0 0,-1 1,0 0,0 1,-18-1,-87-11,74 9,-60-3,-22 12,-104-6,150-11,60 9,-1 0,-33-1,9 5,11 1,0-2,0-1,-36-8,30 3,-45-2,-14-2,27 3,-1 3,-127 7,70 2,90-5,-68-12,66 7,-62-2,-72 12,-123-5,196-12,67 7,-63-2,-886 10,964 0,-1 2,-39 8,38-6,-1 0,-27 0,23-2,-1 1,-30 7,-1 1,48-9,0 1,0 0,0 1,-19 10,-35 12,-7 0,59-21,0 1,0-2,-1 0,-28 4,-28 3,-76 22,102-23,38-8,0-1,-1 2,1-1,0 1,0 1,1-1,-1 1,1 0,0 1,1 0,-1 0,1 0,0 1,1 0,-1 0,-7 16,-6 4,6-12,0 0,-1-1,-24 19,22-21,2 1,-25 29,34-37,1 1,0 1,0-1,1 1,0-1,0 1,0 0,1 0,0 0,1 1,-2 10,2 18,4 51,-1-62,-1 1,-1-1,-1 1,-7 43,4-59,0 0,-1-1,0 1,-1-1,0 0,0 0,-1-1,0 1,0-2,-1 1,0-1,-1 0,-9 6,9-7,0 0,1 1,0 0,0 0,1 1,0 0,0 0,1 1,0 0,0 0,1 0,0 1,-3 11,7-17,-10 36,3 1,1 0,-3 66,10-39,3 104,-3-166,1 0,0 0,0 0,1 0,0 0,0 0,0 0,1-1,0 1,0-1,0 0,1 0,-1 0,1 0,0-1,1 1,-1-1,1 0,8 5,5 1,0 0,1-1,1-1,28 7,21 10,-50-19,0-1,0 0,0-2,0 0,1-1,0-1,26-2,-18 1,-1 1,49 7,3 3,0-3,1-4,102-7,-36 0,-140 3,31 0,0 0,1 3,67 13,-68-9,0-2,1-2,72-2,-64-2,91 9,-9 6,0-6,143-9,-91-2,1852 3,-1988-2,61-10,21-3,-63 10,85-20,-93 14,0 2,78-2,57 13,170-4,-103-29,-117 3,-104 18,1 3,-1 0,42 0,-42 4,49-9,-48 6,45-2,-57 6,1-2,26-5,-27 3,1 2,28-2,132 8,77-4,-163-12,-62 8,63-4,19 12,85-3,-200 0,0 1,0-1,0 0,0 0,-1 0,1-1,0 1,-1-1,0 0,1-1,-1 1,0-1,0 0,0 0,0 0,-1 0,1-1,-1 1,5-8,-3 1,0 0,0 0,-1-1,0 1,-1-1,0 0,2-15,-2 12,0 1,2 0,0 0,0 1,1-1,8-12,52-70,-43 64,-8 8,-1-1,-2 0,0-1,-1 0,-1-1,-2 0,0 0,-2-1,-1 0,2-30,-3-37,-10-111,6 197,-1 0,-1 0,1 0,-1 0,-1 0,1 1,-1-1,-1 1,1 0,-1 0,-1 0,-9-12,7 12,0 0,-1 1,0 0,0 0,0 1,-1 0,0 0,0 1,0 0,-11-2,-11-5,-60-11,65 19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2:50.844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13977 5076,'6'-2,"-1"0,1-1,-1 1,0-1,0 0,0 0,-1-1,1 0,4-4,48-46,-26 21,-2-1,26-40,-39 45,-1-1,-1-1,-1 0,12-51,5-11,-16 47,-2 0,-2-1,4-59,4-23,-9 57,-3 0,-7-140,-2 77,4 109,-1-16,-6-49,4 75,-1 1,-1 0,0 0,-1 0,-1 1,-11-23,-178-297,109 177,-18-28,92 167,-1 1,-1 1,0 0,-1 1,-1 1,-1 0,1 1,-2 1,0 1,-30-14,-39-18,-3 5,0 3,-143-34,126 45,34 10,2-4,-101-39,46 6,-207-56,67 23,24 22,132 36,56 11,22 6,0 1,-47-5,22 6,-65-17,75 13,0 3,-75-5,52 13,36 1,0-1,0-2,-39-7,17-1,-61 0,-40-7,109 10,0 3,-54 2,52 3,-92-12,-87-9,25 3,-61-34,218 41,7 4,-51-3,0 1,-417-79,453 77,-62-3,74 9,0-1,0-2,-50-15,59 14,-1 2,0 1,0 1,0 2,0 2,-37 4,-20-2,-112-17,-7 0,162 16,0-3,-90-14,49-1,-1 5,-159-2,181 11,0-3,-69-15,67 9,-127-6,191 18,-27 1,0-2,0-2,-60-11,54 7,1 2,-1 1,0 3,-60 4,56 0,1-3,-1-1,-68-11,28 1,0 3,0 3,-102 9,34-1,112-3,-25 1,0-3,-94-15,-110-14,220 25,1 1,-74 3,70 3,-101-12,-162-31,194 33,-143 9,103 3,-317-3,448-2,-1-1,-32-7,30 4,-50-3,58 7,-1-1,-26-7,27 4,-1 2,-28-2,11 5,8 1,0-1,0-2,-39-9,38 6,0 2,-1 1,0 2,-37 3,37 0,-1-2,1-1,-67-11,50 2,-88-3,-3-1,95 9,-67 1,-3 0,18-10,66 8,-65-4,71 10,0-2,0-1,-41-9,42 7,-1 1,-60 1,64 3,0-1,0-1,0-1,-37-9,59 11,1-1,-1 0,0 1,1-1,-1-1,1 1,0 0,-1-1,1 0,1 0,-1 0,0 0,1 0,-1 0,1-1,0 1,0-1,0 0,1 1,-1-1,1 0,0 0,0 0,0 0,0-5,-1-12,1-1,1 0,4-36,-1 13,-2 20,-2 15,1 0,0-1,1 1,0 0,0-1,1 1,1 0,-1 0,2 0,0 0,0 1,0-1,8-9,1-3,0-1,-2 0,0 0,-2-1,13-50,-18 65,0 1,0-1,1 1,0 0,0 0,1 1,0-1,0 1,9-7,-6 5,0 0,-1-1,-1 0,1 0,5-12,-9 15,-1 0,1-1,-1 0,-1 0,0 0,2-10,-4 16,0 1,0-1,0 0,0 1,0-1,0 1,-1-1,1 0,0 1,-1-1,0 1,1-1,-1 1,0-1,0 1,1 0,-1-1,0 1,-1 0,1 0,0-1,0 1,0 0,-1 0,1 0,0 1,-1-1,1 0,-1 0,1 1,-1-1,1 1,-1-1,0 1,1 0,-1 0,0 0,1-1,-3 2,-10-1,-1 1,0 0,0 1,1 1,-1 1,1 0,0 0,0 2,0 0,-12 7,5-3,0-1,-1-1,-23 6,25-11,3 0,1 1,-30 10,45-14,1 0,0 0,0 0,0 0,0 0,0 0,0 0,0 0,-1 0,1 0,0 0,0 0,0 0,0 0,0 0,0 0,0 1,-1-1,1 0,0 0,0 0,0 0,0 0,0 0,0 0,0 0,0 0,0 0,-1 0,1 0,0 1,0-1,0 0,0 0,0 0,0 0,0 0,0 0,0 0,0 1,0-1,0 0,0 0,0 0,0 0,0 0,0 0,0 0,0 1,0-1,0 0,0 0,0 0,0 0,0 0,0 0,0 0,0 1,1-1,-1 0,0 0,0 0,0 0,0 0,0 0,13 3,16-1,11-8,0-2,70-23,-75 21,-23 5,0 0,0-1,0-1,18-13,-22 14,1 0,-1 1,1 0,-1 0,1 1,1 0,-1 1,1 0,10-2,-18 5,0-1,0 1,0 0,0 1,0-1,0 0,0 0,-1 1,1-1,0 1,0 0,0-1,0 1,0 0,-1 0,1 0,0 1,-1-1,1 0,-1 0,1 1,-1-1,0 1,1 0,-1-1,0 1,0 0,0-1,0 1,-1 0,1 0,0 0,0 3,2 8,-1 1,0-1,-1 1,-1 16,3 14,-2-41,0 0,-1 0,1 1,-1-1,0 0,0 0,0 0,0 1,0-1,-1 0,1 0,-1 0,0 0,-2 6,1-8,1 0,0 0,-1 0,1 0,-1 0,0 0,1 0,-1 0,0 0,1-1,-1 1,0-1,0 0,1 1,-1-1,0 0,0 0,0 0,0 0,1 0,-1 0,0-1,0 1,0-1,1 1,-1-1,-2-1,-17-5,1 0,-31-17,37 16,0 1,0 1,-1 0,1 1,-2 1,1 0,-17-1,-57 3,63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2:55.186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15 0,'2'17,"0"-1,2 0,0 0,0 0,2-1,0 1,9 16,11 33,-21-51,0 0,0 0,1 0,1-1,12 18,-15-26,-1-1,1 0,0 0,0-1,0 1,1-1,-1 0,1 0,0 0,-1 0,1-1,0 0,1 0,-1 0,0-1,1 0,10 1,85-2,-79-1,-1 0,1 1,-1 2,0 0,29 6,-5 1,1-1,0-3,0-2,0-2,47-5,15 1,699 3,-771-2,67-12,-63 8,49-3,581 7,-322 5,-313-5,63-12,-61 8,61-3,-59 7,55-11,-55 7,58-2,0 9,74-2,-91-14,-58 10,0 1,33-2,-33 5,14 0,-1-1,64-12,-61 8,-29 6,-1-2,1 1,-1-1,0 0,13-5,-19 5,1 1,-1-1,1 1,-1-1,0 0,0 0,0 0,0 0,0 0,0-1,0 1,-1-1,1 1,-1-1,0 1,0-1,0 0,0 0,0 1,0-6,1-5,0 0,-1 1,-2-24,-12 63,-3 18,13-37,0 1,-1-1,1 0,-1-1,-1 1,0-1,0 0,0 0,-1 0,0-1,0 1,0-2,-1 1,0-1,0 0,-1 0,1-1,-1 0,0 0,0-1,0 0,-1 0,-13 2,-16 1,-1-1,1-2,-1-2,-42-3,20 0,-835 2,876 1,1 1,1 1,-22 6,-44 5,-12 2,70-11,-1 0,-31 1,9-4,-82 13,84-9,-1-2,-82-4,-34 2,64 13,64-9,-67 4,31-10,30-2,1 3,0 1,-73 14,65-9,1-1,-1-2,0-3,-53-5,-8 1,-10 2,-137 3,126 17,71-8,-2 1,49-8,0-1,0 0,0-1,-1 0,1-1,0-1,-1 0,1-1,-1-1,-17-3,-2-4,25 8,1 0,-1-1,0-1,1 1,0-1,-1 0,1-1,0 1,1-1,-1-1,1 1,0-1,0-1,-7-6,4 0,0 0,0-1,2 0,0 0,0-1,1 1,1-1,0-1,1 1,0-1,-2-28,1 19,-2 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1:17.7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1,'0'0,"26"-1,-1 1,0 2,1 0,-1 2,0 0,25 9,1088 370,-976-328,214 44,-256-71,154 59,-57-16,-6 0,99 26,-295-93,46 9,0 3,92 37,223 102,-349-142,0 0,-1 1,37 28,-31-20,43 22,342 163,-204-113,-195-83,-17-11,-1 0,1 1,-1-1,0 0,1 1,-1-1,1 0,-1 1,0-1,1 0,-1 1,0-1,0 1,1-1,-1 1,0-1,0 1,0-1,1 1,-1-1,0 1,0-1,0 1,0-1,0 1,0-1,0 1,0-1,0 1,0-1,-1 1,1-1,0 1,0-1,0 1,-1 0,-6 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1:19.6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1,'20'3,"0"0,-1 2,1 0,-1 1,0 1,-1 1,23 13,339 148,-338-152,113 63,392 215,-432-228,132 87,-178-118,-2 4,-2 2,99 85,-127-79,-31-39,1 0,0 0,14 15,194 180,-170-165,2-2,1-2,74 41,43 9,-84-42,-58-30,1 0,31 12,119 42,41 15,-165-63,55 31,-29-14,-74-35,-1-1,1 1,0 0,0 0,0 0,0 0,-1 0,1 0,0 0,-1 1,1-1,-1 1,3 2,-5-3,-1-1,1 0,0 1,-1-1,1 0,0 0,-1 0,1 0,-1 0,1 0,0 0,-1-1,1 1,-1 0,1-1,0 1,0-1,-1 1,-1-2,-258-92,-8 27,243 62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3:06.8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1069 123,'-30'-2,"0"-2,1-1,-1-1,-34-13,-25-4,77 20,1-1,0 0,0-1,-14-8,16 8,-1 0,1 1,-1 0,0 0,0 1,-13-2,-35 0,-108 6,64 1,76 0,0 1,-45 10,15-1,47-11,1 1,0 0,0 0,0 1,0 0,0 0,1 1,-1 0,1 1,0-1,0 1,1 1,-10 8,13-10,1-1,-1 1,1 0,-1 0,1 0,0 0,1 1,-1-1,1 0,0 1,0-1,0 1,0 0,1-1,0 1,0-1,0 1,1 0,-1-1,1 1,0-1,1 1,-1-1,1 0,4 9,4 5,1-1,0 1,2-2,0 1,1-2,0 0,1-1,1 0,0-1,29 17,-31-22,0-1,1 0,0-1,1 0,-1-2,1 1,0-2,22 2,15-1,66-5,-51 0,-43-1,0-1,45-11,-11 2,80-21,-38 7,-96 25,0-1,0 0,0 0,0 0,-1-1,1 1,-1-1,0 0,0 0,0-1,0 1,-1-1,1 0,-1 0,0 0,0-1,4-6,-2 0,0 0,0 0,-1 0,-1-1,0 1,3-20,-6 27,0 0,0 0,-1 0,1 0,-1 0,0 0,0 0,0 0,-1 0,1 0,-1 1,0-1,0 1,0-1,-1 1,1 0,-1 0,1 0,-1 0,0 0,-1 0,1 1,0 0,-1-1,1 1,-1 1,-5-3,-10-5,-1 1,0 1,-40-8,22 10,-1 0,1 3,-1 1,-65 8,100-7,1 0,0 1,-1-1,1 1,0 0,0 0,0 1,0-1,0 0,0 1,0 0,-2 2,-8 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3:11.8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2397 68,'-571'0,"542"-1,0-2,-36-8,34 5,-53-4,-68-4,95 6,-63 0,6 7,-129 4,218 1,0 1,1 1,-27 9,31-8,-1 0,0-2,0-1,-40 4,20-8,6 0,0 2,1 0,-43 10,-211 59,282-70,0 1,1 0,-1 0,1 0,0 1,-1 0,1 0,0 0,1 0,-1 1,1 0,-1 0,1 0,0 1,1-1,-1 1,1 0,0 0,0 0,0 0,1 1,-3 9,0 3,0 0,2 0,0 0,1 1,1 34,0-6,0-31,0-1,1 1,1-1,0 1,1-1,1 0,8 29,-8-39,-1-1,1 0,0 0,0-1,0 1,0-1,0 1,1-1,0 0,-1 0,1-1,7 4,58 24,-24-12,-3 4,1-3,1-1,71 18,-95-31,17 3,-1-1,1-2,42 0,-51-5,0 2,0 0,50 12,-30-7,0-1,1-2,-1-3,56-5,6 1,517 4,-602 0,-1 2,-1 1,1 1,36 12,-34-9,0-1,0-1,38 3,153-8,-104-3,-106 2,0 0,-1 0,1-1,0 0,0 0,-1-1,1 0,-1 0,1 0,-1-1,0 0,0 0,6-5,-2 0,-2-1,1 1,-1-1,0-1,-1 0,9-15,15-22,51-61,-71 97,0 0,1 1,14-10,-17 14,0 0,0-1,-1 0,0-1,0 0,-1 0,0-1,8-11,-8 3,-1 1,0-1,-2 0,1-1,-2 1,0-1,-2 0,0 1,0-1,-4-24,2 22,0 0,2 0,0 0,1 0,1 0,1 0,12-35,-15 53,0-1,0 1,0 0,0 0,0-1,0 1,-1-1,1 1,-1-1,0 1,0-1,0 1,0 0,0-1,0 1,-1-1,1 1,-1-1,0 1,1 0,-1-1,-2-2,1 2,-1 1,0-1,0 1,0-1,-1 1,1 0,0 0,-1 0,1 1,-1-1,0 1,1 0,-1 0,-4 0,-34-6,0 3,-1 1,1 2,-49 5,-15 0,9-7,52 1,0 1,0 2,-51 9,77-5,0 0,-27 13,-22 7,13-6,42-14,0 0,0-1,0 0,0-1,-19 2,19-6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3:20.044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3376 1,'-178'15,"118"-7,-62-1,-1043-8,1142 2,0 1,-38 10,36-7,1-1,-28 2,-360-5,195-3,199 3,0 1,-1 1,-22 6,-43 6,-3 0,-4 0,-8 0,73-9,0-1,-32 0,24-4,1 1,-61 13,82-14,0 2,1-1,0 1,0 1,0 0,0 1,0 0,1 1,0 0,0 0,0 1,1 0,-15 16,-19 16,32-31,1 2,0 0,-14 16,21-21,0-1,0 1,0 0,1 0,0 0,0 0,0 0,1 0,0 1,0-1,0 0,1 1,-1 5,2-4,-1 0,1 0,1 0,-1 0,1 0,1-1,-1 1,1-1,0 1,0-1,1 0,0 0,0 0,0-1,1 1,0-1,0 0,9 7,11 6,0-1,1-1,32 14,-5-2,-35-20,1-1,0 0,0-2,1 0,-1-1,1-1,26 1,30 6,-32-2,0-1,60 18,-62-15,0-2,0-2,1-1,0-2,63-5,-84 3,0 2,-1 0,29 7,13 3,-1-3,-18-2,89 5,-100-11,1 1,-1 2,49 15,-49-12,1 0,1-2,40 2,798-7,-401-4,-464 3,0 0,1-1,-1 0,1-1,-1 0,0 0,0-1,0 0,15-7,-8 0,0-1,0 0,19-19,-20 20,1 0,0 0,1 2,0 0,0 1,1 0,0 2,0 0,0 1,20-3,-6 0,53-18,-82 24,1 0,-1 0,1 0,-1-1,1 1,-1-1,0 1,0-1,1 0,-1 0,-1 0,1 0,0 0,0-1,-1 1,1-1,-1 1,0-1,0 1,0-1,0 1,0-1,-1 0,1 0,-1 1,1-1,-1 0,0 0,0 0,-1-2,-1-10,-1 1,-1 0,0 0,-12-25,-4-21,14 30,6 24,0 0,-1 0,0 0,0 0,-1 0,1 0,-1 1,-1-1,1 0,-1 1,0 0,0 0,0 0,-1 0,0 0,0 1,0-1,0 1,-1 0,-9-6,-6-1,-1 2,0 0,0 1,-1 1,0 1,-40-6,29 6,0-1,-39-15,55 14,0 0,1-2,-28-20,26 17,0 1,-31-16,26 20,-1 0,0 2,1 1,-2 1,-34-2,-37-6,69 7,2 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3T22:43:23.383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1196 95,'-22'0,"-21"1,1-2,0-2,-61-11,-226-48,280 55,-1 1,1 3,-97 6,33 0,104-3,-1 0,1 1,-1 0,1 1,0 0,-1 0,1 1,0 0,0 0,1 1,-1 1,1-1,0 1,-8 7,9-7,2 1,-1 0,1 1,0-1,0 1,0 0,1 0,0 0,1 1,0-1,0 1,0 0,1 0,0 0,1 0,-1 13,1-10,1 0,1 0,0 1,0-1,1 0,0 0,1 0,1-1,-1 1,2-1,-1 0,1 0,1 0,0-1,0 1,1-2,0 1,1-1,0 0,0 0,1-1,-1 0,2-1,-1 0,20 10,245 84,-232-86,15 3,-16-5,46 21,-62-23,1-2,38 8,-42-11,156 24,23 1,-179-27,0 0,0-2,1 0,-1-2,0 0,0-1,0-2,0 0,0-1,-1-1,0-1,0-1,0-1,19-12,-37 19,-1 1,1-1,-1 0,0 0,1 0,-1 0,0 0,0-1,-1 1,1-1,0 1,-1-1,1 0,-1 1,0-1,0 0,0 0,0 0,-1 0,1 0,-1 0,0 0,0 0,0 0,0 0,-1-3,-1-9,-2 0,0 0,0 1,-9-19,7 20,1 0,1-1,-4-14,6 10,0 1,-2-1,0 1,-12-32,13 44,0-1,-1 1,1-1,-1 1,0 1,0-1,-1 0,1 1,-1 0,0 0,0 0,-1 1,1 0,-1 0,0 0,1 1,-10-3,-8-1,0 2,0 1,0 0,-1 2,1 1,-31 3,5-1,23-1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02:13.9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1 302,'16'-1,"1"-1,-1 0,0-2,0 0,27-11,-26 9,0 0,1 1,0 1,29-3,74 6,-73 3,0-3,65-10,-56 4,1 2,65 4,46-4,-159 3,0 0,0 0,0-1,0-1,-1 0,15-8,35-12,-7 7,-1-2,55-29,-89 40,11-2,0 1,1 1,0 1,51-5,39-9,-101 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02:16.6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1 307,'35'-13,"-12"3,84-16,-61 16,68-24,-95 28,-1 2,1 0,0 1,0 1,1 0,-1 2,27 2,-24 0,0-2,0 0,0-2,0 0,24-7,65-12,-77 16,58-16,84-51,-153 67,0 1,0 0,0 2,0 1,0 0,29 4,-24-1,0-2,0 0,50-9,100-25,-131 26,-25 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03:47.3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1790,'10'-2,"0"0,-1 0,1-1,-1 0,0 0,0-1,0-1,-1 0,1 0,12-10,15-7,-1-1,-1-1,38-35,-57 46,73-63,170-131,-160 146,3 4,2 5,2 4,166-51,218-61,-341 108,230-115,-249 100,193-93,-245 126,59-25,242-143,-312 167,-51 28,0 0,0-1,-1 0,13-11,-12 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18:51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1,'1'4,"0"0,1 0,0 0,-1-1,2 1,-1 0,0-1,1 1,-1-1,1 0,0 0,0 0,6 4,14 17,-14-10,-1 0,0 1,-1 0,0 1,-1 0,4 17,15 101,-25-132,2 12,1-1,0 1,1-1,1 1,11 22,-14-32,0 1,1-1,0 0,-1 0,1 0,1 0,-1-1,1 1,-1-1,1 0,0 0,0 0,0-1,1 1,-1-1,1 0,-1 0,1 0,6 1,68 3,-52-5,45 8,8 6,1-4,0-3,86-4,-122-2,67 11,-64-6,53 1,940-8,-461-2,-560 1,0-1,0-2,0 0,39-13,-39 10,1 1,0 1,0 1,33-3,-28 5,47-9,-48 6,48-4,-36 9,-4 0,-1-2,0 0,40-10,-27 5,-1 1,1 3,0 1,54 6,3-1,-70-3,0-1,-1-2,53-10,-39 6,1 1,0 3,0 2,49 5,4-2,-52-2,-4-1,0 2,0 1,63 13,-106-15,1 1,0-1,0 0,0 1,0-1,0 0,0 0,0 0,-1 1,1-1,0 0,0 0,0 0,0-1,0 1,0 0,0 0,0 0,0-1,0 1,-1 0,1-1,0 1,0-1,0 1,-1-1,1 1,0-1,0 0,-1 1,1-1,-1 0,1 0,-1 1,1-1,-1 0,1 0,-1 0,1 0,-1 1,0-1,0 0,0 0,1 0,-1 0,0 0,0 0,0 0,0 0,0 0,-1-1,-1-10,0 1,-1-1,-7-20,-2-6,10 8,2-53,1 62,-1 1,0-1,-1 1,-2 0,-7-34,4 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18:55.5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195 1,'1'20,"1"1,9 38,-6-37,-1 0,2 29,-6-29,-2 181,2-201,0 1,-1 0,1-1,-1 1,0-1,0 1,0-1,0 0,0 1,0-1,-1 0,1 0,-1 1,1-1,-1 0,0-1,0 1,0 0,0-1,0 1,0-1,-1 1,1-1,0 0,-1 0,1 0,-5 1,-3 0,1-1,-1 1,0-2,1 1,-20-3,71 1,-31-1,0 1,0 0,0 1,-1 1,1-1,0 2,0-1,0 2,-1-1,1 1,15 8,-19-7,0 0,0 0,0-1,0 0,1 0,0-1,-1 0,14 2,-19-4,0 0,1 0,-1 0,0 0,0-1,0 1,0-1,1 1,-1-1,0 0,0 0,0 0,0 0,-1 0,1 0,0 0,0-1,-1 1,1-1,-1 1,1-1,-1 0,1 1,-1-1,0 0,0 0,0 0,0 0,0 0,-1 0,1 0,-1-1,1 1,-1 0,1-3,3-19,1 0,2 1,1 0,16-37,-23 60,0-1,-1 0,1 1,-1-1,1 1,-1-1,1 0,-1 0,0 1,1-1,-1 0,0 0,1 0,-1 1,0-1,0 0,0 0,0 0,0 0,0 0,0 1,0-1,0 0,0 0,0 0,-1 0,1 1,0-1,0 0,-1 0,1 1,-1-1,1 0,-1 0,1 1,-1-1,1 0,-1 1,0-1,1 1,-1-1,0 1,1-1,-1 1,0 0,0-1,1 1,-1 0,0-1,0 1,0 0,0 0,1 0,-1 0,0 0,0 0,0 0,-1 0,-9 1,-1 0,1 1,-20 5,11-3,-21 4,-8 1,-1-2,-61 2,74-10,-33 2,69-2,1 1,0 0,0 0,-1 0,1 0,0 0,0 0,-1 0,1 0,0 1,0-1,-1 0,1 0,0 0,0 0,-1 0,1 0,0 0,0 1,-1-1,1 0,0 0,0 0,0 0,0 1,-1-1,1 0,0 0,0 0,0 1,0-1,0 0,0 0,-1 1,1-1,0 0,0 0,0 1,0-1,0 1,9 9,26 15,-25-19,13 12,23 15,-29-25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33:59.0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 0,'-1'52,"-1"-28,1-1,2 1,0-1,1 0,2 0,0 0,1 0,15 37,-3-14,-14-36,1 1,0 0,1-1,8 14,-11-21,1 0,-1 0,1 0,0-1,0 1,0-1,0 1,0-1,1 0,-1 0,0 0,1-1,0 1,-1-1,1 0,7 2,13-1,1 0,-1-1,39-4,-43 0,0 2,1 1,-1 0,0 2,40 8,-16-2,0-1,0-2,1-2,-1-2,52-5,9 1,568 3,-651 1,1 1,35 9,-34-6,49 4,-43-8,1 1,58 12,-61-9,1-1,-1-2,40-1,-38-2,0 2,54 9,-14 0,0-3,1-3,98-6,-38-1,2763 3,-2864-1,1-2,35-9,3 1,71-14,-89 14,0 2,97-3,-118 12,-1 0,1-2,-1-1,31-8,-34 6,0 2,-1 0,48 3,16-2,-84 2,-1-1,0 0,-1 0,1 0,0-1,0 1,0-1,-1 0,1 0,-1 0,1-1,-1 1,0-1,0 1,0-1,0 0,-1 0,1-1,-1 1,0-1,0 1,0-1,2-5,4-12,-1 1,-2-1,6-32,3-10,-2 30,16-62,-25 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6:34:03.0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170 0,'0'33,"2"0,1 0,9 46,-7-48,-1-1,-1 61,-3-57,2-1,5 35,-6-67,-1 0,0 0,1 0,-1 0,0 0,0 1,0-1,0 0,0 0,0 0,0 1,0-1,0 0,-1 0,1 0,0 0,-1 0,1 1,-1-1,1 0,-1 0,0 0,1 0,-1 0,0-1,0 1,0 0,1 0,-1 0,0-1,0 1,0 0,0-1,0 1,0-1,-1 1,1-1,0 0,0 1,0-1,0 0,-1 0,1 0,0 0,0 0,0 0,0 0,-1 0,1 0,0 0,0-1,-1 0,-11-1,0-1,1-1,-22-9,24 8,-4 0,5 2,0 0,0-1,0 0,1 0,0-1,-15-10,23 15,0 0,0-1,0 1,0 0,0 0,0 0,0 0,-1 0,1 0,0-1,0 1,0 0,0 0,0 0,0 0,0-1,0 1,0 0,0 0,0 0,0 0,0-1,0 1,0 0,0 0,0 0,0 0,0-1,0 1,0 0,0 0,0 0,0 0,1 0,-1-1,0 1,0 0,0 0,0 0,0 0,0 0,0 0,1-1,-1 1,0 0,0 0,0 0,0 0,1 0,-1 0,0 0,15-4,17 2,301 4,-411 40,-56 4,118-38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CB42-D47B-CE44-8DEE-D3A42889BE6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8A63-2409-0241-8255-D95D06F65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81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E8AF-562D-BBC7-9805-EC977944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C4F21-58B8-173F-74EF-63800BB52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E1660-89F2-28D8-1A0A-C46E7A73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638DB-1AA2-8BE4-9F69-6AD4AA373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74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59A5F-5927-6043-9E88-4A7A694510D7}" type="slidenum">
              <a:rPr lang="en-US"/>
              <a:pPr/>
              <a:t>8</a:t>
            </a:fld>
            <a:endParaRPr lang="en-US"/>
          </a:p>
        </p:txBody>
      </p:sp>
      <p:sp>
        <p:nvSpPr>
          <p:cNvPr id="10936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87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53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B25018-2AF8-FE46-93D2-6C5BCFC86C10}" type="slidenum">
              <a:rPr lang="en-US"/>
              <a:pPr/>
              <a:t>12</a:t>
            </a:fld>
            <a:endParaRPr lang="en-US"/>
          </a:p>
        </p:txBody>
      </p:sp>
      <p:sp>
        <p:nvSpPr>
          <p:cNvPr id="13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4</a:t>
            </a:r>
            <a:r>
              <a:rPr lang="en-US" baseline="0" dirty="0"/>
              <a:t>0 years since vision. Died at 35 of </a:t>
            </a:r>
            <a:r>
              <a:rPr lang="en-US" baseline="0" dirty="0" err="1"/>
              <a:t>leuikemia</a:t>
            </a:r>
            <a:r>
              <a:rPr lang="en-US" baseline="0" dirty="0"/>
              <a:t>, but even still, one of the most important cognitive scientists. MIT lore about how much of Vision was actually Marr vs. his grad students/colleagues who completed the 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271EAA-59A6-0F4C-93D2-3B1F6CD4C940}" type="slidenum">
              <a:rPr lang="en-US"/>
              <a:pPr/>
              <a:t>13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99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A47816-B4EE-EC4A-BD3A-BFFFA792F0F3}" type="slidenum">
              <a:rPr lang="en-US"/>
              <a:pPr/>
              <a:t>14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6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7B7377-FF48-9F48-91B5-70D67B193566}" type="slidenum">
              <a:rPr lang="en-US"/>
              <a:pPr/>
              <a:t>15</a:t>
            </a:fld>
            <a:endParaRPr lang="en-US"/>
          </a:p>
        </p:txBody>
      </p:sp>
      <p:sp>
        <p:nvSpPr>
          <p:cNvPr id="153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18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086DE7-E2D1-4E4A-A4A5-38868943D093}" type="slidenum">
              <a:rPr lang="en-US"/>
              <a:pPr/>
              <a:t>16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55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3D398A-A258-0D44-A0FB-35E1998C77E4}" type="slidenum">
              <a:rPr lang="en-US"/>
              <a:pPr/>
              <a:t>17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4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228635-EC37-084A-81D1-AE23AF939D0E}" type="slidenum">
              <a:rPr lang="en-US"/>
              <a:pPr/>
              <a:t>18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 err="1"/>
              <a:t>Tophat</a:t>
            </a:r>
            <a:r>
              <a:rPr lang="en-US" dirty="0"/>
              <a:t> question</a:t>
            </a:r>
          </a:p>
        </p:txBody>
      </p:sp>
    </p:spTree>
    <p:extLst>
      <p:ext uri="{BB962C8B-B14F-4D97-AF65-F5344CB8AC3E}">
        <p14:creationId xmlns:p14="http://schemas.microsoft.com/office/powerpoint/2010/main" val="255450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31A77-43CF-FE48-9010-5E31BC3A81B7}" type="slidenum">
              <a:rPr lang="en-US"/>
              <a:pPr/>
              <a:t>19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55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CAE599-2E05-AB4D-A998-BC197A777D09}" type="slidenum">
              <a:rPr lang="en-US"/>
              <a:pPr/>
              <a:t>26</a:t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29415C-6F89-F347-BD9C-BB6D8865245C}" type="slidenum">
              <a:rPr lang="en-US"/>
              <a:pPr/>
              <a:t>27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36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0C08E4-6CF6-3C46-98C9-92237F4C123F}" type="slidenum">
              <a:rPr lang="en-US"/>
              <a:pPr/>
              <a:t>28</a:t>
            </a:fld>
            <a:endParaRPr lang="en-US"/>
          </a:p>
        </p:txBody>
      </p:sp>
      <p:sp>
        <p:nvSpPr>
          <p:cNvPr id="1269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68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13B07A-05C2-A643-9749-43E3F193DD63}" type="slidenum">
              <a:rPr lang="en-US"/>
              <a:pPr/>
              <a:t>29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15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47168F-4C96-5C45-8BC4-C1BA2F1AC02D}" type="slidenum">
              <a:rPr lang="en-US"/>
              <a:pPr/>
              <a:t>32</a:t>
            </a:fld>
            <a:endParaRPr lang="en-US"/>
          </a:p>
        </p:txBody>
      </p:sp>
      <p:sp>
        <p:nvSpPr>
          <p:cNvPr id="50178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91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99F330-3D96-B046-BB17-4C2F302C096C}" type="slidenum">
              <a:rPr lang="en-US"/>
              <a:pPr/>
              <a:t>33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Mention Victor’s post. Promise it was already on my slides…</a:t>
            </a:r>
          </a:p>
        </p:txBody>
      </p:sp>
    </p:spTree>
    <p:extLst>
      <p:ext uri="{BB962C8B-B14F-4D97-AF65-F5344CB8AC3E}">
        <p14:creationId xmlns:p14="http://schemas.microsoft.com/office/powerpoint/2010/main" val="3732288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88D3B8-762C-5947-9DCE-B1F1C28412AA}" type="slidenum">
              <a:rPr lang="en-US"/>
              <a:pPr/>
              <a:t>34</a:t>
            </a:fld>
            <a:endParaRPr lang="en-US"/>
          </a:p>
        </p:txBody>
      </p:sp>
      <p:sp>
        <p:nvSpPr>
          <p:cNvPr id="1351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17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9C15A4-6B78-754D-8264-24651E7BA8C8}" type="slidenum">
              <a:rPr lang="en-US"/>
              <a:pPr/>
              <a:t>35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Give extra</a:t>
            </a:r>
            <a:r>
              <a:rPr lang="en-US" baseline="0" dirty="0"/>
              <a:t> example of a pen. (Why are there pens?)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34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267125-338D-F54F-B186-BA6BD0A0F4DF}" type="slidenum">
              <a:rPr lang="en-US"/>
              <a:pPr/>
              <a:t>36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Intelligent design</a:t>
            </a:r>
            <a:r>
              <a:rPr lang="en-US" baseline="0" dirty="0"/>
              <a:t> = teleological explanation for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373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AF7CC-7588-3A40-B9AE-B810677EF3F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03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31A77-43CF-FE48-9010-5E31BC3A81B7}" type="slidenum">
              <a:rPr lang="en-US"/>
              <a:pPr/>
              <a:t>39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02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31A77-43CF-FE48-9010-5E31BC3A81B7}" type="slidenum">
              <a:rPr lang="en-US"/>
              <a:pPr/>
              <a:t>40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2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DB4F1-57CA-2143-B1D1-9BA2B936574E}" type="slidenum">
              <a:rPr lang="en-US"/>
              <a:pPr/>
              <a:t>41</a:t>
            </a:fld>
            <a:endParaRPr lang="en-US"/>
          </a:p>
        </p:txBody>
      </p:sp>
      <p:sp>
        <p:nvSpPr>
          <p:cNvPr id="10997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Ask class how does this fit with </a:t>
            </a:r>
            <a:r>
              <a:rPr lang="en-US" dirty="0" err="1"/>
              <a:t>hyp</a:t>
            </a:r>
            <a:r>
              <a:rPr lang="en-US" dirty="0"/>
              <a:t>. space</a:t>
            </a:r>
            <a:r>
              <a:rPr lang="en-US" baseline="0" dirty="0"/>
              <a:t> &amp; prior?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116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methodological/instrumental – many neural mechanisms were theorized based on computational-level description. E.g., opponent processing theory of color. Fourier decomposition of sound waves (sine vs. square).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5BDF4-172C-5046-829D-E541629C4A8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99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07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95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revisit with examples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69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revisit with examples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63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695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  <a:p>
            <a:endParaRPr lang="en-US" dirty="0"/>
          </a:p>
          <a:p>
            <a:r>
              <a:rPr lang="en-US" dirty="0"/>
              <a:t>Note about what you need to know from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08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90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revisit with examples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69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08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058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017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863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596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F347C-3C45-CF48-987F-DC0191B120D1}" type="slidenum">
              <a:rPr lang="en-US" altLang="x-none"/>
              <a:pPr/>
              <a:t>67</a:t>
            </a:fld>
            <a:endParaRPr lang="en-US" altLang="x-none"/>
          </a:p>
        </p:txBody>
      </p:sp>
      <p:sp>
        <p:nvSpPr>
          <p:cNvPr id="9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6306790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F347C-3C45-CF48-987F-DC0191B120D1}" type="slidenum">
              <a:rPr lang="en-US" altLang="x-none"/>
              <a:pPr/>
              <a:t>68</a:t>
            </a:fld>
            <a:endParaRPr lang="en-US" altLang="x-none"/>
          </a:p>
        </p:txBody>
      </p:sp>
      <p:sp>
        <p:nvSpPr>
          <p:cNvPr id="9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536924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F347C-3C45-CF48-987F-DC0191B120D1}" type="slidenum">
              <a:rPr lang="en-US" altLang="x-none"/>
              <a:pPr/>
              <a:t>69</a:t>
            </a:fld>
            <a:endParaRPr lang="en-US" altLang="x-none"/>
          </a:p>
        </p:txBody>
      </p:sp>
      <p:sp>
        <p:nvSpPr>
          <p:cNvPr id="9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184825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1FC97D-596A-9747-A963-9807F2B1F393}" type="slidenum">
              <a:rPr lang="en-US" altLang="x-none"/>
              <a:pPr/>
              <a:t>71</a:t>
            </a:fld>
            <a:endParaRPr lang="en-US" altLang="x-none"/>
          </a:p>
        </p:txBody>
      </p:sp>
      <p:sp>
        <p:nvSpPr>
          <p:cNvPr id="71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6003489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008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uppercase vs. lowercase – no one is perfect, but try to be</a:t>
            </a:r>
          </a:p>
          <a:p>
            <a:r>
              <a:rPr lang="en-US" dirty="0"/>
              <a:t>not only notation – some write Y variable in the subscript, but I don’t like that notation…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846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E7A58-D9DE-A24A-8F6A-AA843C691D4E}" type="slidenum">
              <a:rPr lang="en-US"/>
              <a:pPr/>
              <a:t>76</a:t>
            </a:fld>
            <a:endParaRPr lang="en-US"/>
          </a:p>
        </p:txBody>
      </p:sp>
      <p:sp>
        <p:nvSpPr>
          <p:cNvPr id="162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99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6F81EB-7335-4447-BCC2-AE6B77758204}" type="slidenum">
              <a:rPr lang="en-US"/>
              <a:pPr/>
              <a:t>77</a:t>
            </a:fld>
            <a:endParaRPr lang="en-US"/>
          </a:p>
        </p:txBody>
      </p:sp>
      <p:sp>
        <p:nvSpPr>
          <p:cNvPr id="162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2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078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442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46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JOE : GO THROUGH papers in syllabus </a:t>
            </a:r>
            <a:r>
              <a:rPr lang="en-US"/>
              <a:t>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888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0A284C-79A3-AE45-A29D-322D8EC7B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7685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869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328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330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DB4F1-57CA-2143-B1D1-9BA2B936574E}" type="slidenum">
              <a:rPr lang="en-US"/>
              <a:pPr/>
              <a:t>92</a:t>
            </a:fld>
            <a:endParaRPr lang="en-US"/>
          </a:p>
        </p:txBody>
      </p:sp>
      <p:sp>
        <p:nvSpPr>
          <p:cNvPr id="10997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Ask class how does this fit with </a:t>
            </a:r>
            <a:r>
              <a:rPr lang="en-US" dirty="0" err="1"/>
              <a:t>hyp</a:t>
            </a:r>
            <a:r>
              <a:rPr lang="en-US" dirty="0"/>
              <a:t>. space</a:t>
            </a:r>
            <a:r>
              <a:rPr lang="en-US" baseline="0" dirty="0"/>
              <a:t> &amp; prior?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250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69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359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931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bayesian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view of sensorimotor learning is consistent with neuro- physiological studies showing that the brain represents the degree of 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 to the motor output 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25–27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uncertainty when estimating rewards and with psychophysical 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studies addressing the timing of movements28,29.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 a direct measure of sensory uncertainty before it is integrated with the prior.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such a measure cannot easily be obtained as even a naive subject would integrate feedback with their natural 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A23DF8-0C49-FB4F-A269-F785482F3122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147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7817F-252E-6147-A10F-339A10AC0692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21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4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393-3CCC-4343-B59B-737CD1DF11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" Type="http://schemas.openxmlformats.org/officeDocument/2006/relationships/notesSlide" Target="../notesSlides/notesSlide29.xml"/><Relationship Id="rId21" Type="http://schemas.openxmlformats.org/officeDocument/2006/relationships/customXml" Target="../ink/ink5.xml"/><Relationship Id="rId17" Type="http://schemas.openxmlformats.org/officeDocument/2006/relationships/customXml" Target="../ink/ink3.xml"/><Relationship Id="rId25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customXml" Target="../ink/ink9.xml"/><Relationship Id="rId1" Type="http://schemas.openxmlformats.org/officeDocument/2006/relationships/tags" Target="../tags/tag1.xml"/><Relationship Id="rId24" Type="http://schemas.openxmlformats.org/officeDocument/2006/relationships/image" Target="../media/image18.png"/><Relationship Id="rId5" Type="http://schemas.openxmlformats.org/officeDocument/2006/relationships/customXml" Target="../ink/ink1.xml"/><Relationship Id="rId15" Type="http://schemas.openxmlformats.org/officeDocument/2006/relationships/customXml" Target="../ink/ink2.xml"/><Relationship Id="rId23" Type="http://schemas.openxmlformats.org/officeDocument/2006/relationships/customXml" Target="../ink/ink6.xml"/><Relationship Id="rId28" Type="http://schemas.openxmlformats.org/officeDocument/2006/relationships/image" Target="../media/image20.png"/><Relationship Id="rId19" Type="http://schemas.openxmlformats.org/officeDocument/2006/relationships/customXml" Target="../ink/ink4.xml"/><Relationship Id="rId4" Type="http://schemas.openxmlformats.org/officeDocument/2006/relationships/image" Target="../media/image30.png"/><Relationship Id="rId14" Type="http://schemas.openxmlformats.org/officeDocument/2006/relationships/image" Target="../media/image7.png"/><Relationship Id="rId22" Type="http://schemas.openxmlformats.org/officeDocument/2006/relationships/image" Target="../media/image17.png"/><Relationship Id="rId27" Type="http://schemas.openxmlformats.org/officeDocument/2006/relationships/customXml" Target="../ink/ink8.xml"/><Relationship Id="rId30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.xml"/><Relationship Id="rId21" Type="http://schemas.openxmlformats.org/officeDocument/2006/relationships/image" Target="../media/image26.png"/><Relationship Id="rId42" Type="http://schemas.openxmlformats.org/officeDocument/2006/relationships/image" Target="../media/image37.png"/><Relationship Id="rId47" Type="http://schemas.openxmlformats.org/officeDocument/2006/relationships/customXml" Target="../ink/ink27.xml"/><Relationship Id="rId63" Type="http://schemas.openxmlformats.org/officeDocument/2006/relationships/customXml" Target="../ink/ink32.xml"/><Relationship Id="rId68" Type="http://schemas.openxmlformats.org/officeDocument/2006/relationships/image" Target="../media/image45.png"/><Relationship Id="rId84" Type="http://schemas.openxmlformats.org/officeDocument/2006/relationships/customXml" Target="../ink/ink43.xml"/><Relationship Id="rId16" Type="http://schemas.openxmlformats.org/officeDocument/2006/relationships/customXml" Target="../ink/ink13.xml"/><Relationship Id="rId11" Type="http://schemas.openxmlformats.org/officeDocument/2006/relationships/image" Target="../media/image16.png"/><Relationship Id="rId32" Type="http://schemas.openxmlformats.org/officeDocument/2006/relationships/customXml" Target="../ink/ink21.xml"/><Relationship Id="rId37" Type="http://schemas.openxmlformats.org/officeDocument/2006/relationships/image" Target="../media/image34.png"/><Relationship Id="rId53" Type="http://schemas.openxmlformats.org/officeDocument/2006/relationships/customXml" Target="../ink/ink30.xml"/><Relationship Id="rId58" Type="http://schemas.openxmlformats.org/officeDocument/2006/relationships/image" Target="../media/image46.png"/><Relationship Id="rId74" Type="http://schemas.openxmlformats.org/officeDocument/2006/relationships/image" Target="../media/image52.png"/><Relationship Id="rId79" Type="http://schemas.openxmlformats.org/officeDocument/2006/relationships/customXml" Target="../ink/ink41.xml"/><Relationship Id="rId5" Type="http://schemas.openxmlformats.org/officeDocument/2006/relationships/tags" Target="../tags/tag6.xml"/><Relationship Id="rId82" Type="http://schemas.openxmlformats.org/officeDocument/2006/relationships/customXml" Target="../ink/ink42.xml"/><Relationship Id="rId19" Type="http://schemas.openxmlformats.org/officeDocument/2006/relationships/image" Target="../media/image25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290.png"/><Relationship Id="rId30" Type="http://schemas.openxmlformats.org/officeDocument/2006/relationships/customXml" Target="../ink/ink20.xml"/><Relationship Id="rId35" Type="http://schemas.openxmlformats.org/officeDocument/2006/relationships/image" Target="../media/image33.png"/><Relationship Id="rId43" Type="http://schemas.openxmlformats.org/officeDocument/2006/relationships/image" Target="../media/image38.png"/><Relationship Id="rId48" Type="http://schemas.openxmlformats.org/officeDocument/2006/relationships/image" Target="../media/image41.png"/><Relationship Id="rId64" Type="http://schemas.openxmlformats.org/officeDocument/2006/relationships/image" Target="../media/image49.png"/><Relationship Id="rId69" Type="http://schemas.openxmlformats.org/officeDocument/2006/relationships/customXml" Target="../ink/ink35.xml"/><Relationship Id="rId56" Type="http://schemas.openxmlformats.org/officeDocument/2006/relationships/image" Target="../media/image450.png"/><Relationship Id="rId77" Type="http://schemas.openxmlformats.org/officeDocument/2006/relationships/customXml" Target="../ink/ink40.xml"/><Relationship Id="rId8" Type="http://schemas.openxmlformats.org/officeDocument/2006/relationships/notesSlide" Target="../notesSlides/notesSlide30.xml"/><Relationship Id="rId51" Type="http://schemas.openxmlformats.org/officeDocument/2006/relationships/customXml" Target="../ink/ink29.xml"/><Relationship Id="rId72" Type="http://schemas.openxmlformats.org/officeDocument/2006/relationships/image" Target="../media/image47.png"/><Relationship Id="rId80" Type="http://schemas.openxmlformats.org/officeDocument/2006/relationships/image" Target="../media/image55.png"/><Relationship Id="rId85" Type="http://schemas.openxmlformats.org/officeDocument/2006/relationships/image" Target="../media/image58.png"/><Relationship Id="rId3" Type="http://schemas.openxmlformats.org/officeDocument/2006/relationships/tags" Target="../tags/tag4.xml"/><Relationship Id="rId12" Type="http://schemas.openxmlformats.org/officeDocument/2006/relationships/customXml" Target="../ink/ink11.xml"/><Relationship Id="rId17" Type="http://schemas.openxmlformats.org/officeDocument/2006/relationships/image" Target="../media/image24.png"/><Relationship Id="rId25" Type="http://schemas.openxmlformats.org/officeDocument/2006/relationships/image" Target="../media/image280.png"/><Relationship Id="rId33" Type="http://schemas.openxmlformats.org/officeDocument/2006/relationships/image" Target="../media/image32.png"/><Relationship Id="rId38" Type="http://schemas.openxmlformats.org/officeDocument/2006/relationships/customXml" Target="../ink/ink24.xml"/><Relationship Id="rId46" Type="http://schemas.openxmlformats.org/officeDocument/2006/relationships/image" Target="../media/image40.png"/><Relationship Id="rId67" Type="http://schemas.openxmlformats.org/officeDocument/2006/relationships/customXml" Target="../ink/ink34.xml"/><Relationship Id="rId20" Type="http://schemas.openxmlformats.org/officeDocument/2006/relationships/customXml" Target="../ink/ink15.xml"/><Relationship Id="rId41" Type="http://schemas.openxmlformats.org/officeDocument/2006/relationships/image" Target="../media/image36.png"/><Relationship Id="rId54" Type="http://schemas.openxmlformats.org/officeDocument/2006/relationships/image" Target="../media/image44.png"/><Relationship Id="rId62" Type="http://schemas.openxmlformats.org/officeDocument/2006/relationships/image" Target="../media/image48.png"/><Relationship Id="rId70" Type="http://schemas.openxmlformats.org/officeDocument/2006/relationships/customXml" Target="../ink/ink36.xml"/><Relationship Id="rId75" Type="http://schemas.openxmlformats.org/officeDocument/2006/relationships/customXml" Target="../ink/ink39.xml"/><Relationship Id="rId83" Type="http://schemas.openxmlformats.org/officeDocument/2006/relationships/image" Target="../media/image5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image" Target="../media/image23.png"/><Relationship Id="rId23" Type="http://schemas.openxmlformats.org/officeDocument/2006/relationships/image" Target="../media/image270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customXml" Target="../ink/ink28.xml"/><Relationship Id="rId10" Type="http://schemas.openxmlformats.org/officeDocument/2006/relationships/customXml" Target="../ink/ink10.xml"/><Relationship Id="rId31" Type="http://schemas.openxmlformats.org/officeDocument/2006/relationships/image" Target="../media/image310.png"/><Relationship Id="rId44" Type="http://schemas.openxmlformats.org/officeDocument/2006/relationships/image" Target="../media/image39.png"/><Relationship Id="rId52" Type="http://schemas.openxmlformats.org/officeDocument/2006/relationships/image" Target="../media/image43.png"/><Relationship Id="rId65" Type="http://schemas.openxmlformats.org/officeDocument/2006/relationships/customXml" Target="../ink/ink33.xml"/><Relationship Id="rId73" Type="http://schemas.openxmlformats.org/officeDocument/2006/relationships/customXml" Target="../ink/ink38.xml"/><Relationship Id="rId78" Type="http://schemas.openxmlformats.org/officeDocument/2006/relationships/image" Target="../media/image54.png"/><Relationship Id="rId81" Type="http://schemas.openxmlformats.org/officeDocument/2006/relationships/image" Target="../media/image51.png"/><Relationship Id="rId4" Type="http://schemas.openxmlformats.org/officeDocument/2006/relationships/tags" Target="../tags/tag5.xml"/><Relationship Id="rId9" Type="http://schemas.openxmlformats.org/officeDocument/2006/relationships/image" Target="../media/image30.png"/><Relationship Id="rId13" Type="http://schemas.openxmlformats.org/officeDocument/2006/relationships/image" Target="../media/image31.png"/><Relationship Id="rId18" Type="http://schemas.openxmlformats.org/officeDocument/2006/relationships/customXml" Target="../ink/ink14.xml"/><Relationship Id="rId39" Type="http://schemas.openxmlformats.org/officeDocument/2006/relationships/image" Target="../media/image35.png"/><Relationship Id="rId34" Type="http://schemas.openxmlformats.org/officeDocument/2006/relationships/customXml" Target="../ink/ink22.xml"/><Relationship Id="rId50" Type="http://schemas.openxmlformats.org/officeDocument/2006/relationships/image" Target="../media/image42.png"/><Relationship Id="rId55" Type="http://schemas.openxmlformats.org/officeDocument/2006/relationships/customXml" Target="../ink/ink31.xml"/><Relationship Id="rId76" Type="http://schemas.openxmlformats.org/officeDocument/2006/relationships/image" Target="../media/image53.png"/><Relationship Id="rId7" Type="http://schemas.openxmlformats.org/officeDocument/2006/relationships/slideLayout" Target="../slideLayouts/slideLayout2.xml"/><Relationship Id="rId71" Type="http://schemas.openxmlformats.org/officeDocument/2006/relationships/customXml" Target="../ink/ink37.xml"/><Relationship Id="rId2" Type="http://schemas.openxmlformats.org/officeDocument/2006/relationships/tags" Target="../tags/tag3.xml"/><Relationship Id="rId29" Type="http://schemas.openxmlformats.org/officeDocument/2006/relationships/image" Target="../media/image300.png"/><Relationship Id="rId24" Type="http://schemas.openxmlformats.org/officeDocument/2006/relationships/customXml" Target="../ink/ink17.xml"/><Relationship Id="rId40" Type="http://schemas.openxmlformats.org/officeDocument/2006/relationships/customXml" Target="../ink/ink25.xml"/><Relationship Id="rId45" Type="http://schemas.openxmlformats.org/officeDocument/2006/relationships/customXml" Target="../ink/ink26.xml"/><Relationship Id="rId66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13" Type="http://schemas.openxmlformats.org/officeDocument/2006/relationships/image" Target="../media/image62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" Type="http://schemas.openxmlformats.org/officeDocument/2006/relationships/tags" Target="../tags/tag10.xml"/><Relationship Id="rId21" Type="http://schemas.openxmlformats.org/officeDocument/2006/relationships/image" Target="../media/image67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1.png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2" Type="http://schemas.openxmlformats.org/officeDocument/2006/relationships/tags" Target="../tags/tag9.xml"/><Relationship Id="rId16" Type="http://schemas.openxmlformats.org/officeDocument/2006/relationships/customXml" Target="../ink/ink45.xml"/><Relationship Id="rId20" Type="http://schemas.openxmlformats.org/officeDocument/2006/relationships/customXml" Target="../ink/ink47.xml"/><Relationship Id="rId29" Type="http://schemas.openxmlformats.org/officeDocument/2006/relationships/image" Target="../media/image64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60.png"/><Relationship Id="rId24" Type="http://schemas.openxmlformats.org/officeDocument/2006/relationships/customXml" Target="../ink/ink49.xml"/><Relationship Id="rId5" Type="http://schemas.openxmlformats.org/officeDocument/2006/relationships/tags" Target="../tags/tag12.xml"/><Relationship Id="rId15" Type="http://schemas.openxmlformats.org/officeDocument/2006/relationships/image" Target="../media/image16.png"/><Relationship Id="rId23" Type="http://schemas.openxmlformats.org/officeDocument/2006/relationships/image" Target="../media/image68.png"/><Relationship Id="rId28" Type="http://schemas.openxmlformats.org/officeDocument/2006/relationships/customXml" Target="../ink/ink51.xml"/><Relationship Id="rId10" Type="http://schemas.openxmlformats.org/officeDocument/2006/relationships/image" Target="../media/image59.png"/><Relationship Id="rId19" Type="http://schemas.openxmlformats.org/officeDocument/2006/relationships/image" Target="../media/image66.png"/><Relationship Id="rId31" Type="http://schemas.openxmlformats.org/officeDocument/2006/relationships/image" Target="../media/image70.png"/><Relationship Id="rId4" Type="http://schemas.openxmlformats.org/officeDocument/2006/relationships/tags" Target="../tags/tag11.xml"/><Relationship Id="rId9" Type="http://schemas.openxmlformats.org/officeDocument/2006/relationships/image" Target="../media/image56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../media/image63.png"/><Relationship Id="rId30" Type="http://schemas.openxmlformats.org/officeDocument/2006/relationships/customXml" Target="../ink/ink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13" Type="http://schemas.openxmlformats.org/officeDocument/2006/relationships/image" Target="../media/image74.png"/><Relationship Id="rId18" Type="http://schemas.openxmlformats.org/officeDocument/2006/relationships/customXml" Target="../ink/ink56.xml"/><Relationship Id="rId26" Type="http://schemas.openxmlformats.org/officeDocument/2006/relationships/image" Target="../media/image75.png"/><Relationship Id="rId3" Type="http://schemas.openxmlformats.org/officeDocument/2006/relationships/tags" Target="../tags/tag16.xml"/><Relationship Id="rId21" Type="http://schemas.openxmlformats.org/officeDocument/2006/relationships/image" Target="NULL"/><Relationship Id="rId7" Type="http://schemas.openxmlformats.org/officeDocument/2006/relationships/notesSlide" Target="../notesSlides/notesSlide32.xml"/><Relationship Id="rId12" Type="http://schemas.openxmlformats.org/officeDocument/2006/relationships/image" Target="../media/image73.png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tags" Target="../tags/tag15.xml"/><Relationship Id="rId16" Type="http://schemas.openxmlformats.org/officeDocument/2006/relationships/customXml" Target="../ink/ink55.xml"/><Relationship Id="rId20" Type="http://schemas.openxmlformats.org/officeDocument/2006/relationships/customXml" Target="../ink/ink57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2.png"/><Relationship Id="rId24" Type="http://schemas.openxmlformats.org/officeDocument/2006/relationships/customXml" Target="../ink/ink59.xml"/><Relationship Id="rId5" Type="http://schemas.openxmlformats.org/officeDocument/2006/relationships/tags" Target="../tags/tag18.xm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../media/image71.png"/><Relationship Id="rId19" Type="http://schemas.openxmlformats.org/officeDocument/2006/relationships/image" Target="NULL"/><Relationship Id="rId4" Type="http://schemas.openxmlformats.org/officeDocument/2006/relationships/tags" Target="../tags/tag17.xml"/><Relationship Id="rId9" Type="http://schemas.openxmlformats.org/officeDocument/2006/relationships/image" Target="NULL"/><Relationship Id="rId14" Type="http://schemas.openxmlformats.org/officeDocument/2006/relationships/customXml" Target="../ink/ink54.xml"/><Relationship Id="rId22" Type="http://schemas.openxmlformats.org/officeDocument/2006/relationships/customXml" Target="../ink/ink58.xml"/></Relationships>
</file>

<file path=ppt/slides/_rels/slide5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customXml" Target="../ink/ink61.xml"/><Relationship Id="rId42" Type="http://schemas.openxmlformats.org/officeDocument/2006/relationships/customXml" Target="../ink/ink71.xml"/><Relationship Id="rId47" Type="http://schemas.openxmlformats.org/officeDocument/2006/relationships/customXml" Target="../ink/ink73.xml"/><Relationship Id="rId63" Type="http://schemas.openxmlformats.org/officeDocument/2006/relationships/customXml" Target="../ink/ink81.xml"/><Relationship Id="rId68" Type="http://schemas.openxmlformats.org/officeDocument/2006/relationships/image" Target="NULL"/><Relationship Id="rId84" Type="http://schemas.openxmlformats.org/officeDocument/2006/relationships/image" Target="NULL"/><Relationship Id="rId89" Type="http://schemas.openxmlformats.org/officeDocument/2006/relationships/customXml" Target="../ink/ink94.xml"/><Relationship Id="rId16" Type="http://schemas.openxmlformats.org/officeDocument/2006/relationships/image" Target="../media/image76.png"/><Relationship Id="rId32" Type="http://schemas.openxmlformats.org/officeDocument/2006/relationships/customXml" Target="../ink/ink66.xml"/><Relationship Id="rId37" Type="http://schemas.openxmlformats.org/officeDocument/2006/relationships/image" Target="NULL"/><Relationship Id="rId53" Type="http://schemas.openxmlformats.org/officeDocument/2006/relationships/customXml" Target="../ink/ink76.xml"/><Relationship Id="rId58" Type="http://schemas.openxmlformats.org/officeDocument/2006/relationships/image" Target="NULL"/><Relationship Id="rId74" Type="http://schemas.openxmlformats.org/officeDocument/2006/relationships/image" Target="NULL"/><Relationship Id="rId79" Type="http://schemas.openxmlformats.org/officeDocument/2006/relationships/customXml" Target="../ink/ink89.xml"/><Relationship Id="rId5" Type="http://schemas.openxmlformats.org/officeDocument/2006/relationships/tags" Target="../tags/tag23.xml"/><Relationship Id="rId90" Type="http://schemas.openxmlformats.org/officeDocument/2006/relationships/image" Target="NULL"/><Relationship Id="rId95" Type="http://schemas.openxmlformats.org/officeDocument/2006/relationships/customXml" Target="../ink/ink97.xml"/><Relationship Id="rId14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customXml" Target="../ink/ink65.xml"/><Relationship Id="rId35" Type="http://schemas.openxmlformats.org/officeDocument/2006/relationships/image" Target="NULL"/><Relationship Id="rId48" Type="http://schemas.openxmlformats.org/officeDocument/2006/relationships/image" Target="NULL"/><Relationship Id="rId56" Type="http://schemas.openxmlformats.org/officeDocument/2006/relationships/image" Target="NULL"/><Relationship Id="rId64" Type="http://schemas.openxmlformats.org/officeDocument/2006/relationships/image" Target="NULL"/><Relationship Id="rId69" Type="http://schemas.openxmlformats.org/officeDocument/2006/relationships/customXml" Target="../ink/ink84.xml"/><Relationship Id="rId77" Type="http://schemas.openxmlformats.org/officeDocument/2006/relationships/customXml" Target="../ink/ink88.xml"/><Relationship Id="rId8" Type="http://schemas.openxmlformats.org/officeDocument/2006/relationships/slideLayout" Target="../slideLayouts/slideLayout2.xml"/><Relationship Id="rId51" Type="http://schemas.openxmlformats.org/officeDocument/2006/relationships/customXml" Target="../ink/ink75.xml"/><Relationship Id="rId72" Type="http://schemas.openxmlformats.org/officeDocument/2006/relationships/image" Target="NULL"/><Relationship Id="rId80" Type="http://schemas.openxmlformats.org/officeDocument/2006/relationships/image" Target="NULL"/><Relationship Id="rId85" Type="http://schemas.openxmlformats.org/officeDocument/2006/relationships/customXml" Target="../ink/ink92.xml"/><Relationship Id="rId93" Type="http://schemas.openxmlformats.org/officeDocument/2006/relationships/customXml" Target="../ink/ink96.xml"/><Relationship Id="rId3" Type="http://schemas.openxmlformats.org/officeDocument/2006/relationships/tags" Target="../tags/tag21.xml"/><Relationship Id="rId17" Type="http://schemas.openxmlformats.org/officeDocument/2006/relationships/image" Target="../media/image72.png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69.xml"/><Relationship Id="rId46" Type="http://schemas.openxmlformats.org/officeDocument/2006/relationships/image" Target="NULL"/><Relationship Id="rId59" Type="http://schemas.openxmlformats.org/officeDocument/2006/relationships/customXml" Target="../ink/ink79.xml"/><Relationship Id="rId67" Type="http://schemas.openxmlformats.org/officeDocument/2006/relationships/customXml" Target="../ink/ink83.xml"/><Relationship Id="rId20" Type="http://schemas.openxmlformats.org/officeDocument/2006/relationships/image" Target="../media/image78.png"/><Relationship Id="rId41" Type="http://schemas.openxmlformats.org/officeDocument/2006/relationships/image" Target="NULL"/><Relationship Id="rId54" Type="http://schemas.openxmlformats.org/officeDocument/2006/relationships/image" Target="NULL"/><Relationship Id="rId62" Type="http://schemas.openxmlformats.org/officeDocument/2006/relationships/image" Target="NULL"/><Relationship Id="rId70" Type="http://schemas.openxmlformats.org/officeDocument/2006/relationships/image" Target="NULL"/><Relationship Id="rId75" Type="http://schemas.openxmlformats.org/officeDocument/2006/relationships/customXml" Target="../ink/ink87.xml"/><Relationship Id="rId83" Type="http://schemas.openxmlformats.org/officeDocument/2006/relationships/customXml" Target="../ink/ink91.xml"/><Relationship Id="rId88" Type="http://schemas.openxmlformats.org/officeDocument/2006/relationships/image" Target="NULL"/><Relationship Id="rId91" Type="http://schemas.openxmlformats.org/officeDocument/2006/relationships/customXml" Target="../ink/ink95.xml"/><Relationship Id="rId96" Type="http://schemas.openxmlformats.org/officeDocument/2006/relationships/image" Target="NUL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5" Type="http://schemas.openxmlformats.org/officeDocument/2006/relationships/image" Target="../media/image71.png"/><Relationship Id="rId23" Type="http://schemas.openxmlformats.org/officeDocument/2006/relationships/image" Target="NULL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49" Type="http://schemas.openxmlformats.org/officeDocument/2006/relationships/customXml" Target="../ink/ink74.xml"/><Relationship Id="rId57" Type="http://schemas.openxmlformats.org/officeDocument/2006/relationships/customXml" Target="../ink/ink78.xml"/><Relationship Id="rId10" Type="http://schemas.openxmlformats.org/officeDocument/2006/relationships/customXml" Target="../ink/ink60.xml"/><Relationship Id="rId31" Type="http://schemas.openxmlformats.org/officeDocument/2006/relationships/image" Target="NULL"/><Relationship Id="rId44" Type="http://schemas.openxmlformats.org/officeDocument/2006/relationships/image" Target="NULL"/><Relationship Id="rId52" Type="http://schemas.openxmlformats.org/officeDocument/2006/relationships/image" Target="NULL"/><Relationship Id="rId60" Type="http://schemas.openxmlformats.org/officeDocument/2006/relationships/image" Target="NULL"/><Relationship Id="rId65" Type="http://schemas.openxmlformats.org/officeDocument/2006/relationships/customXml" Target="../ink/ink82.xml"/><Relationship Id="rId73" Type="http://schemas.openxmlformats.org/officeDocument/2006/relationships/customXml" Target="../ink/ink86.xml"/><Relationship Id="rId78" Type="http://schemas.openxmlformats.org/officeDocument/2006/relationships/image" Target="NULL"/><Relationship Id="rId81" Type="http://schemas.openxmlformats.org/officeDocument/2006/relationships/customXml" Target="../ink/ink90.xml"/><Relationship Id="rId86" Type="http://schemas.openxmlformats.org/officeDocument/2006/relationships/image" Target="NULL"/><Relationship Id="rId94" Type="http://schemas.openxmlformats.org/officeDocument/2006/relationships/image" Target="NULL"/><Relationship Id="rId4" Type="http://schemas.openxmlformats.org/officeDocument/2006/relationships/tags" Target="../tags/tag22.xml"/><Relationship Id="rId9" Type="http://schemas.openxmlformats.org/officeDocument/2006/relationships/notesSlide" Target="../notesSlides/notesSlide33.xml"/><Relationship Id="rId18" Type="http://schemas.openxmlformats.org/officeDocument/2006/relationships/image" Target="../media/image73.png"/><Relationship Id="rId39" Type="http://schemas.openxmlformats.org/officeDocument/2006/relationships/image" Target="NULL"/><Relationship Id="rId34" Type="http://schemas.openxmlformats.org/officeDocument/2006/relationships/customXml" Target="../ink/ink67.xml"/><Relationship Id="rId50" Type="http://schemas.openxmlformats.org/officeDocument/2006/relationships/image" Target="NULL"/><Relationship Id="rId55" Type="http://schemas.openxmlformats.org/officeDocument/2006/relationships/customXml" Target="../ink/ink77.xml"/><Relationship Id="rId76" Type="http://schemas.openxmlformats.org/officeDocument/2006/relationships/image" Target="NULL"/><Relationship Id="rId97" Type="http://schemas.openxmlformats.org/officeDocument/2006/relationships/image" Target="../media/image79.png"/><Relationship Id="rId7" Type="http://schemas.openxmlformats.org/officeDocument/2006/relationships/tags" Target="../tags/tag25.xml"/><Relationship Id="rId71" Type="http://schemas.openxmlformats.org/officeDocument/2006/relationships/customXml" Target="../ink/ink85.xml"/><Relationship Id="rId92" Type="http://schemas.openxmlformats.org/officeDocument/2006/relationships/image" Target="NULL"/><Relationship Id="rId2" Type="http://schemas.openxmlformats.org/officeDocument/2006/relationships/tags" Target="../tags/tag20.xml"/><Relationship Id="rId29" Type="http://schemas.openxmlformats.org/officeDocument/2006/relationships/image" Target="NULL"/><Relationship Id="rId24" Type="http://schemas.openxmlformats.org/officeDocument/2006/relationships/customXml" Target="../ink/ink62.xml"/><Relationship Id="rId40" Type="http://schemas.openxmlformats.org/officeDocument/2006/relationships/customXml" Target="../ink/ink70.xml"/><Relationship Id="rId45" Type="http://schemas.openxmlformats.org/officeDocument/2006/relationships/customXml" Target="../ink/ink72.xml"/><Relationship Id="rId66" Type="http://schemas.openxmlformats.org/officeDocument/2006/relationships/image" Target="NULL"/><Relationship Id="rId87" Type="http://schemas.openxmlformats.org/officeDocument/2006/relationships/customXml" Target="../ink/ink93.xml"/><Relationship Id="rId61" Type="http://schemas.openxmlformats.org/officeDocument/2006/relationships/customXml" Target="../ink/ink80.xml"/><Relationship Id="rId82" Type="http://schemas.openxmlformats.org/officeDocument/2006/relationships/image" Target="NULL"/><Relationship Id="rId19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9.xml"/><Relationship Id="rId18" Type="http://schemas.openxmlformats.org/officeDocument/2006/relationships/image" Target="NULL"/><Relationship Id="rId26" Type="http://schemas.openxmlformats.org/officeDocument/2006/relationships/image" Target="NULL"/><Relationship Id="rId39" Type="http://schemas.openxmlformats.org/officeDocument/2006/relationships/customXml" Target="../ink/ink112.xml"/><Relationship Id="rId21" Type="http://schemas.openxmlformats.org/officeDocument/2006/relationships/customXml" Target="../ink/ink103.xml"/><Relationship Id="rId34" Type="http://schemas.openxmlformats.org/officeDocument/2006/relationships/image" Target="NULL"/><Relationship Id="rId42" Type="http://schemas.openxmlformats.org/officeDocument/2006/relationships/image" Target="../media/image82.png"/><Relationship Id="rId47" Type="http://schemas.openxmlformats.org/officeDocument/2006/relationships/customXml" Target="../ink/ink113.xml"/><Relationship Id="rId50" Type="http://schemas.openxmlformats.org/officeDocument/2006/relationships/image" Target="../media/image88.png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6" Type="http://schemas.openxmlformats.org/officeDocument/2006/relationships/image" Target="NULL"/><Relationship Id="rId29" Type="http://schemas.openxmlformats.org/officeDocument/2006/relationships/customXml" Target="../ink/ink107.xml"/><Relationship Id="rId11" Type="http://schemas.openxmlformats.org/officeDocument/2006/relationships/customXml" Target="../ink/ink98.xml"/><Relationship Id="rId24" Type="http://schemas.openxmlformats.org/officeDocument/2006/relationships/image" Target="NULL"/><Relationship Id="rId32" Type="http://schemas.openxmlformats.org/officeDocument/2006/relationships/image" Target="NULL"/><Relationship Id="rId37" Type="http://schemas.openxmlformats.org/officeDocument/2006/relationships/customXml" Target="../ink/ink111.xml"/><Relationship Id="rId40" Type="http://schemas.openxmlformats.org/officeDocument/2006/relationships/image" Target="NULL"/><Relationship Id="rId45" Type="http://schemas.openxmlformats.org/officeDocument/2006/relationships/image" Target="../media/image85.png"/><Relationship Id="rId5" Type="http://schemas.openxmlformats.org/officeDocument/2006/relationships/tags" Target="../tags/tag30.xml"/><Relationship Id="rId15" Type="http://schemas.openxmlformats.org/officeDocument/2006/relationships/customXml" Target="../ink/ink100.xml"/><Relationship Id="rId23" Type="http://schemas.openxmlformats.org/officeDocument/2006/relationships/customXml" Target="../ink/ink104.xml"/><Relationship Id="rId28" Type="http://schemas.openxmlformats.org/officeDocument/2006/relationships/image" Target="NULL"/><Relationship Id="rId36" Type="http://schemas.openxmlformats.org/officeDocument/2006/relationships/image" Target="NULL"/><Relationship Id="rId49" Type="http://schemas.openxmlformats.org/officeDocument/2006/relationships/customXml" Target="../ink/ink114.xml"/><Relationship Id="rId10" Type="http://schemas.openxmlformats.org/officeDocument/2006/relationships/image" Target="../media/image80.png"/><Relationship Id="rId19" Type="http://schemas.openxmlformats.org/officeDocument/2006/relationships/customXml" Target="../ink/ink102.xml"/><Relationship Id="rId31" Type="http://schemas.openxmlformats.org/officeDocument/2006/relationships/customXml" Target="../ink/ink108.xml"/><Relationship Id="rId44" Type="http://schemas.openxmlformats.org/officeDocument/2006/relationships/image" Target="../media/image84.png"/><Relationship Id="rId4" Type="http://schemas.openxmlformats.org/officeDocument/2006/relationships/tags" Target="../tags/tag29.xml"/><Relationship Id="rId9" Type="http://schemas.openxmlformats.org/officeDocument/2006/relationships/notesSlide" Target="../notesSlides/notesSlide34.xm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customXml" Target="../ink/ink106.xml"/><Relationship Id="rId30" Type="http://schemas.openxmlformats.org/officeDocument/2006/relationships/image" Target="NULL"/><Relationship Id="rId35" Type="http://schemas.openxmlformats.org/officeDocument/2006/relationships/customXml" Target="../ink/ink110.xml"/><Relationship Id="rId43" Type="http://schemas.openxmlformats.org/officeDocument/2006/relationships/image" Target="../media/image83.png"/><Relationship Id="rId48" Type="http://schemas.openxmlformats.org/officeDocument/2006/relationships/image" Target="../media/image87.png"/><Relationship Id="rId8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12" Type="http://schemas.openxmlformats.org/officeDocument/2006/relationships/image" Target="NULL"/><Relationship Id="rId17" Type="http://schemas.openxmlformats.org/officeDocument/2006/relationships/customXml" Target="../ink/ink101.xml"/><Relationship Id="rId25" Type="http://schemas.openxmlformats.org/officeDocument/2006/relationships/customXml" Target="../ink/ink105.xml"/><Relationship Id="rId33" Type="http://schemas.openxmlformats.org/officeDocument/2006/relationships/customXml" Target="../ink/ink109.xml"/><Relationship Id="rId38" Type="http://schemas.openxmlformats.org/officeDocument/2006/relationships/image" Target="NULL"/><Relationship Id="rId46" Type="http://schemas.openxmlformats.org/officeDocument/2006/relationships/image" Target="../media/image86.png"/><Relationship Id="rId20" Type="http://schemas.openxmlformats.org/officeDocument/2006/relationships/image" Target="NULL"/><Relationship Id="rId41" Type="http://schemas.openxmlformats.org/officeDocument/2006/relationships/image" Target="../media/image81.png"/><Relationship Id="rId1" Type="http://schemas.openxmlformats.org/officeDocument/2006/relationships/tags" Target="../tags/tag26.xml"/><Relationship Id="rId6" Type="http://schemas.openxmlformats.org/officeDocument/2006/relationships/tags" Target="../tags/tag3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13" Type="http://schemas.openxmlformats.org/officeDocument/2006/relationships/image" Target="../media/image510.png"/><Relationship Id="rId18" Type="http://schemas.openxmlformats.org/officeDocument/2006/relationships/customXml" Target="../ink/ink119.xml"/><Relationship Id="rId26" Type="http://schemas.openxmlformats.org/officeDocument/2006/relationships/image" Target="../media/image93.png"/><Relationship Id="rId3" Type="http://schemas.openxmlformats.org/officeDocument/2006/relationships/tags" Target="../tags/tag35.xml"/><Relationship Id="rId21" Type="http://schemas.openxmlformats.org/officeDocument/2006/relationships/image" Target="../media/image9.png"/><Relationship Id="rId7" Type="http://schemas.openxmlformats.org/officeDocument/2006/relationships/notesSlide" Target="../notesSlides/notesSlide35.xml"/><Relationship Id="rId12" Type="http://schemas.openxmlformats.org/officeDocument/2006/relationships/customXml" Target="../ink/ink116.xml"/><Relationship Id="rId17" Type="http://schemas.openxmlformats.org/officeDocument/2006/relationships/image" Target="../media/image711.png"/><Relationship Id="rId25" Type="http://schemas.openxmlformats.org/officeDocument/2006/relationships/image" Target="../media/image92.png"/><Relationship Id="rId2" Type="http://schemas.openxmlformats.org/officeDocument/2006/relationships/tags" Target="../tags/tag34.xml"/><Relationship Id="rId16" Type="http://schemas.openxmlformats.org/officeDocument/2006/relationships/customXml" Target="../ink/ink118.xml"/><Relationship Id="rId20" Type="http://schemas.openxmlformats.org/officeDocument/2006/relationships/customXml" Target="../ink/ink120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0.png"/><Relationship Id="rId24" Type="http://schemas.openxmlformats.org/officeDocument/2006/relationships/image" Target="../media/image91.png"/><Relationship Id="rId5" Type="http://schemas.openxmlformats.org/officeDocument/2006/relationships/tags" Target="../tags/tag37.xml"/><Relationship Id="rId15" Type="http://schemas.openxmlformats.org/officeDocument/2006/relationships/image" Target="../media/image611.png"/><Relationship Id="rId23" Type="http://schemas.openxmlformats.org/officeDocument/2006/relationships/image" Target="../media/image10.png"/><Relationship Id="rId10" Type="http://schemas.openxmlformats.org/officeDocument/2006/relationships/image" Target="../media/image89.png"/><Relationship Id="rId19" Type="http://schemas.openxmlformats.org/officeDocument/2006/relationships/image" Target="../media/image8.png"/><Relationship Id="rId4" Type="http://schemas.openxmlformats.org/officeDocument/2006/relationships/tags" Target="../tags/tag36.xml"/><Relationship Id="rId9" Type="http://schemas.openxmlformats.org/officeDocument/2006/relationships/image" Target="../media/image2.png"/><Relationship Id="rId14" Type="http://schemas.openxmlformats.org/officeDocument/2006/relationships/customXml" Target="../ink/ink117.xml"/><Relationship Id="rId22" Type="http://schemas.openxmlformats.org/officeDocument/2006/relationships/customXml" Target="../ink/ink121.xml"/><Relationship Id="rId27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91.png"/><Relationship Id="rId18" Type="http://schemas.openxmlformats.org/officeDocument/2006/relationships/customXml" Target="../ink/ink125.xml"/><Relationship Id="rId3" Type="http://schemas.openxmlformats.org/officeDocument/2006/relationships/tags" Target="../tags/tag40.xml"/><Relationship Id="rId7" Type="http://schemas.openxmlformats.org/officeDocument/2006/relationships/notesSlide" Target="../notesSlides/notesSlide36.xml"/><Relationship Id="rId12" Type="http://schemas.openxmlformats.org/officeDocument/2006/relationships/customXml" Target="../ink/ink122.xml"/><Relationship Id="rId17" Type="http://schemas.openxmlformats.org/officeDocument/2006/relationships/image" Target="../media/image213.png"/><Relationship Id="rId2" Type="http://schemas.openxmlformats.org/officeDocument/2006/relationships/tags" Target="../tags/tag39.xml"/><Relationship Id="rId16" Type="http://schemas.openxmlformats.org/officeDocument/2006/relationships/customXml" Target="../ink/ink124.xml"/><Relationship Id="rId20" Type="http://schemas.openxmlformats.org/officeDocument/2006/relationships/image" Target="../media/image99.png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8.png"/><Relationship Id="rId5" Type="http://schemas.openxmlformats.org/officeDocument/2006/relationships/tags" Target="../tags/tag42.xml"/><Relationship Id="rId15" Type="http://schemas.openxmlformats.org/officeDocument/2006/relationships/image" Target="../media/image202.png"/><Relationship Id="rId10" Type="http://schemas.openxmlformats.org/officeDocument/2006/relationships/image" Target="../media/image97.png"/><Relationship Id="rId19" Type="http://schemas.openxmlformats.org/officeDocument/2006/relationships/image" Target="../media/image22.png"/><Relationship Id="rId4" Type="http://schemas.openxmlformats.org/officeDocument/2006/relationships/tags" Target="../tags/tag41.xml"/><Relationship Id="rId9" Type="http://schemas.openxmlformats.org/officeDocument/2006/relationships/image" Target="../media/image96.png"/><Relationship Id="rId14" Type="http://schemas.openxmlformats.org/officeDocument/2006/relationships/customXml" Target="../ink/ink12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13" Type="http://schemas.openxmlformats.org/officeDocument/2006/relationships/customXml" Target="../ink/ink127.xml"/><Relationship Id="rId18" Type="http://schemas.openxmlformats.org/officeDocument/2006/relationships/image" Target="../media/image260.png"/><Relationship Id="rId26" Type="http://schemas.openxmlformats.org/officeDocument/2006/relationships/image" Target="../media/image103.png"/><Relationship Id="rId3" Type="http://schemas.openxmlformats.org/officeDocument/2006/relationships/tags" Target="../tags/tag45.xml"/><Relationship Id="rId21" Type="http://schemas.openxmlformats.org/officeDocument/2006/relationships/image" Target="../media/image102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03.png"/><Relationship Id="rId17" Type="http://schemas.openxmlformats.org/officeDocument/2006/relationships/customXml" Target="../ink/ink129.xml"/><Relationship Id="rId25" Type="http://schemas.openxmlformats.org/officeDocument/2006/relationships/image" Target="../media/image311.png"/><Relationship Id="rId2" Type="http://schemas.openxmlformats.org/officeDocument/2006/relationships/tags" Target="../tags/tag44.xml"/><Relationship Id="rId16" Type="http://schemas.openxmlformats.org/officeDocument/2006/relationships/image" Target="../media/image250.png"/><Relationship Id="rId20" Type="http://schemas.openxmlformats.org/officeDocument/2006/relationships/image" Target="../media/image101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customXml" Target="../ink/ink126.xml"/><Relationship Id="rId24" Type="http://schemas.openxmlformats.org/officeDocument/2006/relationships/customXml" Target="../ink/ink131.xml"/><Relationship Id="rId5" Type="http://schemas.openxmlformats.org/officeDocument/2006/relationships/tags" Target="../tags/tag47.xml"/><Relationship Id="rId15" Type="http://schemas.openxmlformats.org/officeDocument/2006/relationships/customXml" Target="../ink/ink128.xml"/><Relationship Id="rId23" Type="http://schemas.openxmlformats.org/officeDocument/2006/relationships/image" Target="../media/image301.png"/><Relationship Id="rId10" Type="http://schemas.openxmlformats.org/officeDocument/2006/relationships/image" Target="../media/image98.png"/><Relationship Id="rId19" Type="http://schemas.openxmlformats.org/officeDocument/2006/relationships/image" Target="../media/image100.png"/><Relationship Id="rId4" Type="http://schemas.openxmlformats.org/officeDocument/2006/relationships/tags" Target="../tags/tag46.xml"/><Relationship Id="rId9" Type="http://schemas.openxmlformats.org/officeDocument/2006/relationships/image" Target="../media/image97.png"/><Relationship Id="rId14" Type="http://schemas.openxmlformats.org/officeDocument/2006/relationships/image" Target="../media/image240.png"/><Relationship Id="rId22" Type="http://schemas.openxmlformats.org/officeDocument/2006/relationships/customXml" Target="../ink/ink130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7.png"/><Relationship Id="rId18" Type="http://schemas.openxmlformats.org/officeDocument/2006/relationships/image" Target="../media/image380.png"/><Relationship Id="rId26" Type="http://schemas.openxmlformats.org/officeDocument/2006/relationships/image" Target="../media/image420.png"/><Relationship Id="rId3" Type="http://schemas.openxmlformats.org/officeDocument/2006/relationships/tags" Target="../tags/tag51.xml"/><Relationship Id="rId21" Type="http://schemas.openxmlformats.org/officeDocument/2006/relationships/customXml" Target="../ink/ink134.xml"/><Relationship Id="rId7" Type="http://schemas.openxmlformats.org/officeDocument/2006/relationships/tags" Target="../tags/tag55.xml"/><Relationship Id="rId12" Type="http://schemas.openxmlformats.org/officeDocument/2006/relationships/image" Target="../media/image106.png"/><Relationship Id="rId17" Type="http://schemas.openxmlformats.org/officeDocument/2006/relationships/customXml" Target="../ink/ink132.xml"/><Relationship Id="rId25" Type="http://schemas.openxmlformats.org/officeDocument/2006/relationships/customXml" Target="../ink/ink136.xml"/><Relationship Id="rId2" Type="http://schemas.openxmlformats.org/officeDocument/2006/relationships/tags" Target="../tags/tag50.xml"/><Relationship Id="rId16" Type="http://schemas.openxmlformats.org/officeDocument/2006/relationships/image" Target="../media/image110.png"/><Relationship Id="rId20" Type="http://schemas.openxmlformats.org/officeDocument/2006/relationships/image" Target="../media/image390.png"/><Relationship Id="rId29" Type="http://schemas.openxmlformats.org/officeDocument/2006/relationships/customXml" Target="../ink/ink138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105.png"/><Relationship Id="rId24" Type="http://schemas.openxmlformats.org/officeDocument/2006/relationships/image" Target="../media/image410.png"/><Relationship Id="rId5" Type="http://schemas.openxmlformats.org/officeDocument/2006/relationships/tags" Target="../tags/tag53.xml"/><Relationship Id="rId15" Type="http://schemas.openxmlformats.org/officeDocument/2006/relationships/image" Target="../media/image109.png"/><Relationship Id="rId23" Type="http://schemas.openxmlformats.org/officeDocument/2006/relationships/customXml" Target="../ink/ink135.xml"/><Relationship Id="rId28" Type="http://schemas.openxmlformats.org/officeDocument/2006/relationships/image" Target="../media/image431.png"/><Relationship Id="rId10" Type="http://schemas.openxmlformats.org/officeDocument/2006/relationships/image" Target="../media/image97.png"/><Relationship Id="rId19" Type="http://schemas.openxmlformats.org/officeDocument/2006/relationships/customXml" Target="../ink/ink133.xml"/><Relationship Id="rId4" Type="http://schemas.openxmlformats.org/officeDocument/2006/relationships/tags" Target="../tags/tag52.xml"/><Relationship Id="rId9" Type="http://schemas.openxmlformats.org/officeDocument/2006/relationships/notesSlide" Target="../notesSlides/notesSlide38.xml"/><Relationship Id="rId14" Type="http://schemas.openxmlformats.org/officeDocument/2006/relationships/image" Target="../media/image108.png"/><Relationship Id="rId22" Type="http://schemas.openxmlformats.org/officeDocument/2006/relationships/image" Target="../media/image400.png"/><Relationship Id="rId27" Type="http://schemas.openxmlformats.org/officeDocument/2006/relationships/customXml" Target="../ink/ink137.xml"/><Relationship Id="rId30" Type="http://schemas.openxmlformats.org/officeDocument/2006/relationships/image" Target="../media/image44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0.png"/><Relationship Id="rId18" Type="http://schemas.openxmlformats.org/officeDocument/2006/relationships/customXml" Target="../ink/ink141.xml"/><Relationship Id="rId26" Type="http://schemas.openxmlformats.org/officeDocument/2006/relationships/customXml" Target="../ink/ink145.xml"/><Relationship Id="rId3" Type="http://schemas.openxmlformats.org/officeDocument/2006/relationships/tags" Target="../tags/tag58.xml"/><Relationship Id="rId21" Type="http://schemas.openxmlformats.org/officeDocument/2006/relationships/image" Target="../media/image471.png"/><Relationship Id="rId7" Type="http://schemas.openxmlformats.org/officeDocument/2006/relationships/tags" Target="../tags/tag62.xml"/><Relationship Id="rId12" Type="http://schemas.openxmlformats.org/officeDocument/2006/relationships/image" Target="../media/image109.png"/><Relationship Id="rId17" Type="http://schemas.openxmlformats.org/officeDocument/2006/relationships/image" Target="../media/image390.png"/><Relationship Id="rId25" Type="http://schemas.openxmlformats.org/officeDocument/2006/relationships/image" Target="../media/image491.png"/><Relationship Id="rId2" Type="http://schemas.openxmlformats.org/officeDocument/2006/relationships/tags" Target="../tags/tag57.xml"/><Relationship Id="rId16" Type="http://schemas.openxmlformats.org/officeDocument/2006/relationships/customXml" Target="../ink/ink140.xml"/><Relationship Id="rId20" Type="http://schemas.openxmlformats.org/officeDocument/2006/relationships/customXml" Target="../ink/ink142.xml"/><Relationship Id="rId29" Type="http://schemas.openxmlformats.org/officeDocument/2006/relationships/image" Target="../media/image112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105.png"/><Relationship Id="rId24" Type="http://schemas.openxmlformats.org/officeDocument/2006/relationships/customXml" Target="../ink/ink144.xml"/><Relationship Id="rId32" Type="http://schemas.openxmlformats.org/officeDocument/2006/relationships/image" Target="../media/image540.png"/><Relationship Id="rId5" Type="http://schemas.openxmlformats.org/officeDocument/2006/relationships/tags" Target="../tags/tag60.xml"/><Relationship Id="rId15" Type="http://schemas.openxmlformats.org/officeDocument/2006/relationships/image" Target="../media/image451.png"/><Relationship Id="rId23" Type="http://schemas.openxmlformats.org/officeDocument/2006/relationships/image" Target="../media/image481.png"/><Relationship Id="rId28" Type="http://schemas.openxmlformats.org/officeDocument/2006/relationships/image" Target="../media/image111.png"/><Relationship Id="rId10" Type="http://schemas.openxmlformats.org/officeDocument/2006/relationships/image" Target="../media/image97.png"/><Relationship Id="rId19" Type="http://schemas.openxmlformats.org/officeDocument/2006/relationships/image" Target="../media/image461.png"/><Relationship Id="rId31" Type="http://schemas.openxmlformats.org/officeDocument/2006/relationships/customXml" Target="../ink/ink146.xml"/><Relationship Id="rId4" Type="http://schemas.openxmlformats.org/officeDocument/2006/relationships/tags" Target="../tags/tag59.xml"/><Relationship Id="rId9" Type="http://schemas.openxmlformats.org/officeDocument/2006/relationships/notesSlide" Target="../notesSlides/notesSlide39.xml"/><Relationship Id="rId14" Type="http://schemas.openxmlformats.org/officeDocument/2006/relationships/customXml" Target="../ink/ink139.xml"/><Relationship Id="rId22" Type="http://schemas.openxmlformats.org/officeDocument/2006/relationships/customXml" Target="../ink/ink143.xml"/><Relationship Id="rId27" Type="http://schemas.openxmlformats.org/officeDocument/2006/relationships/image" Target="../media/image501.png"/><Relationship Id="rId30" Type="http://schemas.openxmlformats.org/officeDocument/2006/relationships/image" Target="../media/image11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wisc.edu/courses/446937/assignments/2579703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jpe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jpe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jpe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oleObject" Target="../embeddings/oleObject2.bin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wisc.edu/courses/446937/assignments/2579703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image" Target="../media/image810.png"/><Relationship Id="rId26" Type="http://schemas.openxmlformats.org/officeDocument/2006/relationships/image" Target="../media/image1210.png"/><Relationship Id="rId39" Type="http://schemas.openxmlformats.org/officeDocument/2006/relationships/image" Target="../media/image190.png"/><Relationship Id="rId21" Type="http://schemas.openxmlformats.org/officeDocument/2006/relationships/customXml" Target="../ink/ink151.xml"/><Relationship Id="rId34" Type="http://schemas.openxmlformats.org/officeDocument/2006/relationships/customXml" Target="../ink/ink157.xml"/><Relationship Id="rId42" Type="http://schemas.openxmlformats.org/officeDocument/2006/relationships/customXml" Target="../ink/ink16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6" Type="http://schemas.openxmlformats.org/officeDocument/2006/relationships/image" Target="../media/image710.png"/><Relationship Id="rId20" Type="http://schemas.openxmlformats.org/officeDocument/2006/relationships/image" Target="../media/image910.png"/><Relationship Id="rId29" Type="http://schemas.openxmlformats.org/officeDocument/2006/relationships/image" Target="../media/image141.png"/><Relationship Id="rId41" Type="http://schemas.openxmlformats.org/officeDocument/2006/relationships/image" Target="../media/image200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133.png"/><Relationship Id="rId24" Type="http://schemas.openxmlformats.org/officeDocument/2006/relationships/image" Target="../media/image11.png"/><Relationship Id="rId32" Type="http://schemas.openxmlformats.org/officeDocument/2006/relationships/customXml" Target="../ink/ink156.xml"/><Relationship Id="rId37" Type="http://schemas.openxmlformats.org/officeDocument/2006/relationships/image" Target="../media/image181.png"/><Relationship Id="rId40" Type="http://schemas.openxmlformats.org/officeDocument/2006/relationships/customXml" Target="../ink/ink160.xml"/><Relationship Id="rId5" Type="http://schemas.openxmlformats.org/officeDocument/2006/relationships/tags" Target="../tags/tag67.xml"/><Relationship Id="rId15" Type="http://schemas.openxmlformats.org/officeDocument/2006/relationships/customXml" Target="../ink/ink148.xml"/><Relationship Id="rId23" Type="http://schemas.openxmlformats.org/officeDocument/2006/relationships/customXml" Target="../ink/ink152.xml"/><Relationship Id="rId28" Type="http://schemas.openxmlformats.org/officeDocument/2006/relationships/customXml" Target="../ink/ink154.xml"/><Relationship Id="rId36" Type="http://schemas.openxmlformats.org/officeDocument/2006/relationships/customXml" Target="../ink/ink158.xml"/><Relationship Id="rId10" Type="http://schemas.openxmlformats.org/officeDocument/2006/relationships/image" Target="../media/image211.png"/><Relationship Id="rId19" Type="http://schemas.openxmlformats.org/officeDocument/2006/relationships/customXml" Target="../ink/ink150.xml"/><Relationship Id="rId31" Type="http://schemas.openxmlformats.org/officeDocument/2006/relationships/image" Target="../media/image151.png"/><Relationship Id="rId44" Type="http://schemas.openxmlformats.org/officeDocument/2006/relationships/image" Target="../media/image138.png"/><Relationship Id="rId4" Type="http://schemas.openxmlformats.org/officeDocument/2006/relationships/tags" Target="../tags/tag66.xml"/><Relationship Id="rId9" Type="http://schemas.openxmlformats.org/officeDocument/2006/relationships/customXml" Target="../ink/ink147.xml"/><Relationship Id="rId14" Type="http://schemas.openxmlformats.org/officeDocument/2006/relationships/image" Target="../media/image136.png"/><Relationship Id="rId22" Type="http://schemas.openxmlformats.org/officeDocument/2006/relationships/image" Target="../media/image1050.png"/><Relationship Id="rId27" Type="http://schemas.openxmlformats.org/officeDocument/2006/relationships/image" Target="../media/image137.png"/><Relationship Id="rId30" Type="http://schemas.openxmlformats.org/officeDocument/2006/relationships/customXml" Target="../ink/ink155.xml"/><Relationship Id="rId35" Type="http://schemas.openxmlformats.org/officeDocument/2006/relationships/image" Target="../media/image177.png"/><Relationship Id="rId43" Type="http://schemas.openxmlformats.org/officeDocument/2006/relationships/image" Target="../media/image212.png"/><Relationship Id="rId8" Type="http://schemas.openxmlformats.org/officeDocument/2006/relationships/notesSlide" Target="../notesSlides/notesSlide44.xml"/><Relationship Id="rId3" Type="http://schemas.openxmlformats.org/officeDocument/2006/relationships/tags" Target="../tags/tag65.xml"/><Relationship Id="rId12" Type="http://schemas.openxmlformats.org/officeDocument/2006/relationships/image" Target="../media/image134.png"/><Relationship Id="rId17" Type="http://schemas.openxmlformats.org/officeDocument/2006/relationships/customXml" Target="../ink/ink149.xml"/><Relationship Id="rId25" Type="http://schemas.openxmlformats.org/officeDocument/2006/relationships/customXml" Target="../ink/ink153.xml"/><Relationship Id="rId33" Type="http://schemas.openxmlformats.org/officeDocument/2006/relationships/image" Target="../media/image160.png"/><Relationship Id="rId38" Type="http://schemas.openxmlformats.org/officeDocument/2006/relationships/customXml" Target="../ink/ink159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../media/image133.png"/><Relationship Id="rId18" Type="http://schemas.openxmlformats.org/officeDocument/2006/relationships/image" Target="../media/image140.png"/><Relationship Id="rId3" Type="http://schemas.openxmlformats.org/officeDocument/2006/relationships/tags" Target="../tags/tag71.xml"/><Relationship Id="rId21" Type="http://schemas.openxmlformats.org/officeDocument/2006/relationships/image" Target="../media/image144.png"/><Relationship Id="rId7" Type="http://schemas.openxmlformats.org/officeDocument/2006/relationships/tags" Target="../tags/tag75.xml"/><Relationship Id="rId12" Type="http://schemas.openxmlformats.org/officeDocument/2006/relationships/image" Target="../media/image230.png"/><Relationship Id="rId17" Type="http://schemas.openxmlformats.org/officeDocument/2006/relationships/image" Target="../media/image139.png"/><Relationship Id="rId2" Type="http://schemas.openxmlformats.org/officeDocument/2006/relationships/tags" Target="../tags/tag70.xml"/><Relationship Id="rId16" Type="http://schemas.openxmlformats.org/officeDocument/2006/relationships/image" Target="../media/image136.png"/><Relationship Id="rId20" Type="http://schemas.openxmlformats.org/officeDocument/2006/relationships/image" Target="../media/image143.pn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customXml" Target="../ink/ink162.xml"/><Relationship Id="rId5" Type="http://schemas.openxmlformats.org/officeDocument/2006/relationships/tags" Target="../tags/tag73.xml"/><Relationship Id="rId15" Type="http://schemas.openxmlformats.org/officeDocument/2006/relationships/image" Target="../media/image135.png"/><Relationship Id="rId23" Type="http://schemas.openxmlformats.org/officeDocument/2006/relationships/image" Target="../media/image146.png"/><Relationship Id="rId10" Type="http://schemas.openxmlformats.org/officeDocument/2006/relationships/notesSlide" Target="../notesSlides/notesSlide45.xml"/><Relationship Id="rId19" Type="http://schemas.openxmlformats.org/officeDocument/2006/relationships/image" Target="../media/image142.png"/><Relationship Id="rId4" Type="http://schemas.openxmlformats.org/officeDocument/2006/relationships/tags" Target="../tags/tag72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34.png"/><Relationship Id="rId22" Type="http://schemas.openxmlformats.org/officeDocument/2006/relationships/image" Target="../media/image14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emf"/><Relationship Id="rId4" Type="http://schemas.openxmlformats.org/officeDocument/2006/relationships/image" Target="../media/image148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emf"/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emf"/><Relationship Id="rId4" Type="http://schemas.openxmlformats.org/officeDocument/2006/relationships/image" Target="../media/image153.emf"/></Relationships>
</file>

<file path=ppt/slides/_rels/slide7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.png"/><Relationship Id="rId18" Type="http://schemas.openxmlformats.org/officeDocument/2006/relationships/customXml" Target="../ink/ink164.xml"/><Relationship Id="rId26" Type="http://schemas.openxmlformats.org/officeDocument/2006/relationships/customXml" Target="../ink/ink168.xml"/><Relationship Id="rId3" Type="http://schemas.openxmlformats.org/officeDocument/2006/relationships/tags" Target="../tags/tag79.xml"/><Relationship Id="rId21" Type="http://schemas.openxmlformats.org/officeDocument/2006/relationships/image" Target="../media/image470.png"/><Relationship Id="rId34" Type="http://schemas.openxmlformats.org/officeDocument/2006/relationships/image" Target="../media/image162.png"/><Relationship Id="rId7" Type="http://schemas.openxmlformats.org/officeDocument/2006/relationships/tags" Target="../tags/tag83.xml"/><Relationship Id="rId12" Type="http://schemas.openxmlformats.org/officeDocument/2006/relationships/image" Target="../media/image159.png"/><Relationship Id="rId17" Type="http://schemas.openxmlformats.org/officeDocument/2006/relationships/image" Target="../media/image4500.png"/><Relationship Id="rId25" Type="http://schemas.openxmlformats.org/officeDocument/2006/relationships/image" Target="../media/image490.png"/><Relationship Id="rId33" Type="http://schemas.openxmlformats.org/officeDocument/2006/relationships/image" Target="../media/image530.png"/><Relationship Id="rId2" Type="http://schemas.openxmlformats.org/officeDocument/2006/relationships/tags" Target="../tags/tag78.xml"/><Relationship Id="rId16" Type="http://schemas.openxmlformats.org/officeDocument/2006/relationships/customXml" Target="../ink/ink163.xml"/><Relationship Id="rId20" Type="http://schemas.openxmlformats.org/officeDocument/2006/relationships/customXml" Target="../ink/ink165.xml"/><Relationship Id="rId29" Type="http://schemas.openxmlformats.org/officeDocument/2006/relationships/image" Target="../media/image511.pn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158.png"/><Relationship Id="rId24" Type="http://schemas.openxmlformats.org/officeDocument/2006/relationships/customXml" Target="../ink/ink167.xml"/><Relationship Id="rId32" Type="http://schemas.openxmlformats.org/officeDocument/2006/relationships/customXml" Target="../ink/ink171.xml"/><Relationship Id="rId5" Type="http://schemas.openxmlformats.org/officeDocument/2006/relationships/tags" Target="../tags/tag81.xml"/><Relationship Id="rId15" Type="http://schemas.openxmlformats.org/officeDocument/2006/relationships/image" Target="../media/image148.emf"/><Relationship Id="rId23" Type="http://schemas.openxmlformats.org/officeDocument/2006/relationships/image" Target="../media/image480.png"/><Relationship Id="rId28" Type="http://schemas.openxmlformats.org/officeDocument/2006/relationships/customXml" Target="../ink/ink169.xml"/><Relationship Id="rId10" Type="http://schemas.openxmlformats.org/officeDocument/2006/relationships/image" Target="../media/image157.png"/><Relationship Id="rId19" Type="http://schemas.openxmlformats.org/officeDocument/2006/relationships/image" Target="../media/image460.png"/><Relationship Id="rId31" Type="http://schemas.openxmlformats.org/officeDocument/2006/relationships/image" Target="../media/image520.png"/><Relationship Id="rId4" Type="http://schemas.openxmlformats.org/officeDocument/2006/relationships/tags" Target="../tags/tag80.xml"/><Relationship Id="rId9" Type="http://schemas.openxmlformats.org/officeDocument/2006/relationships/image" Target="../media/image156.png"/><Relationship Id="rId14" Type="http://schemas.openxmlformats.org/officeDocument/2006/relationships/image" Target="../media/image136.png"/><Relationship Id="rId22" Type="http://schemas.openxmlformats.org/officeDocument/2006/relationships/customXml" Target="../ink/ink166.xml"/><Relationship Id="rId27" Type="http://schemas.openxmlformats.org/officeDocument/2006/relationships/image" Target="../media/image500.png"/><Relationship Id="rId30" Type="http://schemas.openxmlformats.org/officeDocument/2006/relationships/customXml" Target="../ink/ink170.xml"/><Relationship Id="rId8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customXml" Target="../ink/ink174.xml"/><Relationship Id="rId3" Type="http://schemas.openxmlformats.org/officeDocument/2006/relationships/tags" Target="../tags/tag86.xml"/><Relationship Id="rId7" Type="http://schemas.openxmlformats.org/officeDocument/2006/relationships/image" Target="../media/image164.png"/><Relationship Id="rId12" Type="http://schemas.openxmlformats.org/officeDocument/2006/relationships/image" Target="../media/image580.png"/><Relationship Id="rId2" Type="http://schemas.openxmlformats.org/officeDocument/2006/relationships/tags" Target="../tags/tag85.xml"/><Relationship Id="rId16" Type="http://schemas.openxmlformats.org/officeDocument/2006/relationships/image" Target="../media/image167.png"/><Relationship Id="rId1" Type="http://schemas.openxmlformats.org/officeDocument/2006/relationships/tags" Target="../tags/tag84.xml"/><Relationship Id="rId6" Type="http://schemas.openxmlformats.org/officeDocument/2006/relationships/notesSlide" Target="../notesSlides/notesSlide56.xml"/><Relationship Id="rId11" Type="http://schemas.openxmlformats.org/officeDocument/2006/relationships/customXml" Target="../ink/ink173.xml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66.png"/><Relationship Id="rId10" Type="http://schemas.openxmlformats.org/officeDocument/2006/relationships/image" Target="../media/image430.png"/><Relationship Id="rId4" Type="http://schemas.openxmlformats.org/officeDocument/2006/relationships/tags" Target="../tags/tag87.xml"/><Relationship Id="rId9" Type="http://schemas.openxmlformats.org/officeDocument/2006/relationships/customXml" Target="../ink/ink172.xml"/><Relationship Id="rId14" Type="http://schemas.openxmlformats.org/officeDocument/2006/relationships/image" Target="../media/image61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70.png"/><Relationship Id="rId18" Type="http://schemas.openxmlformats.org/officeDocument/2006/relationships/customXml" Target="../ink/ink176.xml"/><Relationship Id="rId3" Type="http://schemas.openxmlformats.org/officeDocument/2006/relationships/tags" Target="../tags/tag90.xml"/><Relationship Id="rId21" Type="http://schemas.openxmlformats.org/officeDocument/2006/relationships/image" Target="../media/image174.png"/><Relationship Id="rId7" Type="http://schemas.openxmlformats.org/officeDocument/2006/relationships/tags" Target="../tags/tag94.xml"/><Relationship Id="rId12" Type="http://schemas.openxmlformats.org/officeDocument/2006/relationships/image" Target="../media/image169.png"/><Relationship Id="rId17" Type="http://schemas.openxmlformats.org/officeDocument/2006/relationships/image" Target="../media/image1400.png"/><Relationship Id="rId2" Type="http://schemas.openxmlformats.org/officeDocument/2006/relationships/tags" Target="../tags/tag89.xml"/><Relationship Id="rId16" Type="http://schemas.openxmlformats.org/officeDocument/2006/relationships/customXml" Target="../ink/ink175.xml"/><Relationship Id="rId20" Type="http://schemas.openxmlformats.org/officeDocument/2006/relationships/image" Target="../media/image173.png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68.png"/><Relationship Id="rId5" Type="http://schemas.openxmlformats.org/officeDocument/2006/relationships/tags" Target="../tags/tag92.xml"/><Relationship Id="rId15" Type="http://schemas.openxmlformats.org/officeDocument/2006/relationships/image" Target="../media/image172.png"/><Relationship Id="rId10" Type="http://schemas.openxmlformats.org/officeDocument/2006/relationships/notesSlide" Target="../notesSlides/notesSlide57.xml"/><Relationship Id="rId19" Type="http://schemas.openxmlformats.org/officeDocument/2006/relationships/image" Target="../media/image1500.png"/><Relationship Id="rId4" Type="http://schemas.openxmlformats.org/officeDocument/2006/relationships/tags" Target="../tags/tag9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71.png"/><Relationship Id="rId22" Type="http://schemas.openxmlformats.org/officeDocument/2006/relationships/image" Target="../media/image175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78.png"/><Relationship Id="rId3" Type="http://schemas.openxmlformats.org/officeDocument/2006/relationships/tags" Target="../tags/tag98.xml"/><Relationship Id="rId7" Type="http://schemas.openxmlformats.org/officeDocument/2006/relationships/image" Target="../media/image166.png"/><Relationship Id="rId12" Type="http://schemas.openxmlformats.org/officeDocument/2006/relationships/image" Target="../media/image210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notesSlide" Target="../notesSlides/notesSlide58.xml"/><Relationship Id="rId11" Type="http://schemas.openxmlformats.org/officeDocument/2006/relationships/customXml" Target="../ink/ink17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01.png"/><Relationship Id="rId4" Type="http://schemas.openxmlformats.org/officeDocument/2006/relationships/tags" Target="../tags/tag99.xml"/><Relationship Id="rId9" Type="http://schemas.openxmlformats.org/officeDocument/2006/relationships/customXml" Target="../ink/ink177.xml"/><Relationship Id="rId14" Type="http://schemas.openxmlformats.org/officeDocument/2006/relationships/image" Target="../media/image16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0.emf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179.emf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emf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94" y="1721194"/>
            <a:ext cx="8998890" cy="1470025"/>
          </a:xfrm>
        </p:spPr>
        <p:txBody>
          <a:bodyPr/>
          <a:lstStyle/>
          <a:p>
            <a:r>
              <a:rPr lang="en-US" dirty="0"/>
              <a:t>Levels of analysis and Bayes 2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5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 dirty="0">
                <a:solidFill>
                  <a:schemeClr val="tx1"/>
                </a:solidFill>
              </a:rPr>
              <a:t>January 30, 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0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DF59-8DDC-3614-EEB3-0384B18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F0C7-ACE2-FCAF-C693-9B18B8E8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8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B844-C8D6-871E-2E6D-933FA980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79"/>
            <a:ext cx="8229600" cy="689458"/>
          </a:xfrm>
        </p:spPr>
        <p:txBody>
          <a:bodyPr>
            <a:normAutofit fontScale="90000"/>
          </a:bodyPr>
          <a:lstStyle/>
          <a:p>
            <a:r>
              <a:rPr lang="en-US" dirty="0"/>
              <a:t>Administrative Matters: Recordings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9CC3-800A-DE11-B68C-C05431A3E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487"/>
            <a:ext cx="8229600" cy="5416825"/>
          </a:xfrm>
        </p:spPr>
        <p:txBody>
          <a:bodyPr/>
          <a:lstStyle/>
          <a:p>
            <a:r>
              <a:rPr lang="en-US" dirty="0"/>
              <a:t>Class recordings getting woven into module pages in Canvas.</a:t>
            </a:r>
          </a:p>
          <a:p>
            <a:pPr lvl="1"/>
            <a:r>
              <a:rPr lang="en-US" dirty="0"/>
              <a:t>Would people prefer one page with all the links instead? </a:t>
            </a:r>
          </a:p>
          <a:p>
            <a:pPr lvl="1"/>
            <a:r>
              <a:rPr lang="en-US" dirty="0"/>
              <a:t>Doing two is challenging – alternatively could make a student writeable page for updating the lectures.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4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0323-B319-1F94-53E4-09A65868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8EF0-D775-1FBD-0DDB-DA57414E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379"/>
            <a:ext cx="9144000" cy="689458"/>
          </a:xfrm>
        </p:spPr>
        <p:txBody>
          <a:bodyPr>
            <a:normAutofit fontScale="90000"/>
          </a:bodyPr>
          <a:lstStyle/>
          <a:p>
            <a:r>
              <a:rPr lang="en-US" dirty="0"/>
              <a:t>Administrative Matters: Discussion? +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0675-4F38-59D6-81C8-67892DD71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487"/>
            <a:ext cx="8229600" cy="5752134"/>
          </a:xfrm>
        </p:spPr>
        <p:txBody>
          <a:bodyPr>
            <a:normAutofit/>
          </a:bodyPr>
          <a:lstStyle/>
          <a:p>
            <a:r>
              <a:rPr lang="en-US" dirty="0"/>
              <a:t>Extra discussion section</a:t>
            </a:r>
          </a:p>
          <a:p>
            <a:pPr lvl="1"/>
            <a:r>
              <a:rPr lang="en-US" dirty="0"/>
              <a:t>As of now, won’t be doing it. </a:t>
            </a:r>
          </a:p>
          <a:p>
            <a:pPr lvl="1"/>
            <a:r>
              <a:rPr lang="en-US" dirty="0"/>
              <a:t>(Not feasible for this or next two weeks)</a:t>
            </a:r>
          </a:p>
          <a:p>
            <a:pPr lvl="1"/>
            <a:r>
              <a:rPr lang="en-US" dirty="0"/>
              <a:t>Will reassess Feb 17-21</a:t>
            </a:r>
          </a:p>
          <a:p>
            <a:endParaRPr lang="en-US" dirty="0"/>
          </a:p>
          <a:p>
            <a:r>
              <a:rPr lang="en-US" dirty="0"/>
              <a:t>Nice job on the quiz everyone</a:t>
            </a:r>
          </a:p>
          <a:p>
            <a:r>
              <a:rPr lang="en-US" dirty="0"/>
              <a:t>Q3: Apologies on the two equivalent answers</a:t>
            </a:r>
          </a:p>
          <a:p>
            <a:r>
              <a:rPr lang="en-US" dirty="0"/>
              <a:t>Q4: Frequentist/Bayesian debate not as important as people being not Bayesian at all. </a:t>
            </a:r>
          </a:p>
        </p:txBody>
      </p:sp>
    </p:spTree>
    <p:extLst>
      <p:ext uri="{BB962C8B-B14F-4D97-AF65-F5344CB8AC3E}">
        <p14:creationId xmlns:p14="http://schemas.microsoft.com/office/powerpoint/2010/main" val="4058402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9853-A46C-BE4F-A72F-E1D49763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13" y="0"/>
            <a:ext cx="8567530" cy="798788"/>
          </a:xfrm>
        </p:spPr>
        <p:txBody>
          <a:bodyPr/>
          <a:lstStyle/>
          <a:p>
            <a:r>
              <a:rPr lang="en-US" dirty="0"/>
              <a:t>Administrative Matters: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A74CB-0CD3-DB4D-857C-A356AEB4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8789"/>
            <a:ext cx="9008918" cy="60592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 in-person or virtual sync on Thursday 2/06.</a:t>
            </a:r>
          </a:p>
          <a:p>
            <a:r>
              <a:rPr lang="en-US" dirty="0"/>
              <a:t>No OH next week. (can schedule 1-1 if needed. May need to be outside normal WI work hours)</a:t>
            </a:r>
          </a:p>
          <a:p>
            <a:r>
              <a:rPr lang="en-US" dirty="0"/>
              <a:t>Please note that Japan will be 13 hours ahead</a:t>
            </a:r>
          </a:p>
          <a:p>
            <a:pPr lvl="1"/>
            <a:r>
              <a:rPr lang="en-US" dirty="0"/>
              <a:t>Email response may be more delayed than normal.</a:t>
            </a:r>
          </a:p>
          <a:p>
            <a:pPr lvl="1"/>
            <a:r>
              <a:rPr lang="en-US" dirty="0"/>
              <a:t>I’ll be in meetings all day Feb 5, 8, and 9 (Japan time)</a:t>
            </a:r>
          </a:p>
          <a:p>
            <a:pPr lvl="1"/>
            <a:r>
              <a:rPr lang="en-US" dirty="0"/>
              <a:t>I will be on plane all day Feb 2 and 11 (Central time)</a:t>
            </a:r>
          </a:p>
          <a:p>
            <a:r>
              <a:rPr lang="en-US" dirty="0"/>
              <a:t>I will release lecture recordings early next week</a:t>
            </a:r>
          </a:p>
          <a:p>
            <a:pPr lvl="1"/>
            <a:r>
              <a:rPr lang="en-US" dirty="0"/>
              <a:t>For class participation credit, please provide a comment/question to the associated discussion page for at least one recording.</a:t>
            </a:r>
          </a:p>
          <a:p>
            <a:r>
              <a:rPr lang="en-US" dirty="0"/>
              <a:t>Paper presentations</a:t>
            </a:r>
          </a:p>
          <a:p>
            <a:pPr lvl="1"/>
            <a:r>
              <a:rPr lang="en-US" dirty="0"/>
              <a:t>Any student presentations will be recorded and posted to Canvas.</a:t>
            </a:r>
          </a:p>
          <a:p>
            <a:pPr lvl="1"/>
            <a:r>
              <a:rPr lang="en-US" dirty="0"/>
              <a:t>For class participation credit, will want you to provide one comment on at least one of them.</a:t>
            </a:r>
          </a:p>
          <a:p>
            <a:r>
              <a:rPr lang="en-US" dirty="0"/>
              <a:t>First possible discussion post due 02/05 at 8:59pm</a:t>
            </a:r>
          </a:p>
          <a:p>
            <a:r>
              <a:rPr lang="en-US" dirty="0"/>
              <a:t>Quiz will be released Monday 02/03 at 8am</a:t>
            </a:r>
          </a:p>
          <a:p>
            <a:r>
              <a:rPr lang="en-US" dirty="0"/>
              <a:t>Quiz </a:t>
            </a:r>
            <a:r>
              <a:rPr lang="en-US"/>
              <a:t>due back by 02/05 at 8:59pm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45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18F4-2822-DD38-1E00-826B8BDEF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4EE1D-2DB6-181A-DF36-B9DBD056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90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6C8C-9111-EE6F-1577-688264F7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8712-49F7-096F-B1A8-CA029C29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68" y="-29910"/>
            <a:ext cx="7886700" cy="995520"/>
          </a:xfrm>
        </p:spPr>
        <p:txBody>
          <a:bodyPr/>
          <a:lstStyle/>
          <a:p>
            <a:r>
              <a:rPr lang="en-US" dirty="0"/>
              <a:t>Bayes’ rule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43F5E12-82C4-6C26-322C-24DACB86C367}"/>
              </a:ext>
            </a:extLst>
          </p:cNvPr>
          <p:cNvGrpSpPr>
            <a:grpSpLocks/>
          </p:cNvGrpSpPr>
          <p:nvPr/>
        </p:nvGrpSpPr>
        <p:grpSpPr bwMode="auto">
          <a:xfrm>
            <a:off x="323541" y="2702478"/>
            <a:ext cx="1971676" cy="830263"/>
            <a:chOff x="201" y="1823"/>
            <a:chExt cx="1242" cy="523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B0A6397-3DCB-05A7-2E45-0E37B4709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" y="1823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Posterior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BFA0D754-2328-9C4B-2DB5-3AE7DE645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2101"/>
              <a:ext cx="37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6258A597-42CC-2A0D-34E2-7D47F93F4D56}"/>
              </a:ext>
            </a:extLst>
          </p:cNvPr>
          <p:cNvGrpSpPr>
            <a:grpSpLocks/>
          </p:cNvGrpSpPr>
          <p:nvPr/>
        </p:nvGrpSpPr>
        <p:grpSpPr bwMode="auto">
          <a:xfrm>
            <a:off x="4394676" y="2354813"/>
            <a:ext cx="1533525" cy="857250"/>
            <a:chOff x="2595" y="1392"/>
            <a:chExt cx="966" cy="540"/>
          </a:xfrm>
        </p:grpSpPr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2128F4E7-60D7-7DE1-8DCE-7362F5C4B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" y="1392"/>
              <a:ext cx="9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Likelihood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85440FBE-56E6-954D-78D2-9914AE504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5" y="1644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1CC02338-CF09-C2BE-B1E4-93D0A27E5160}"/>
              </a:ext>
            </a:extLst>
          </p:cNvPr>
          <p:cNvGrpSpPr>
            <a:grpSpLocks/>
          </p:cNvGrpSpPr>
          <p:nvPr/>
        </p:nvGrpSpPr>
        <p:grpSpPr bwMode="auto">
          <a:xfrm>
            <a:off x="6121274" y="2094463"/>
            <a:ext cx="1914526" cy="1066800"/>
            <a:chOff x="3840" y="1392"/>
            <a:chExt cx="1206" cy="672"/>
          </a:xfrm>
        </p:grpSpPr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7871876-2A52-1D7E-B80C-868402874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392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37D69E1-7CCC-09D5-EF15-617637D174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824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5A35C8F-3EA3-4293-96F7-3914DA201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842" y="3297245"/>
            <a:ext cx="4406900" cy="990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A5D3798-D914-64A5-EA5D-FAF1A0C165E0}"/>
              </a:ext>
            </a:extLst>
          </p:cNvPr>
          <p:cNvGrpSpPr/>
          <p:nvPr/>
        </p:nvGrpSpPr>
        <p:grpSpPr>
          <a:xfrm>
            <a:off x="3871097" y="3153783"/>
            <a:ext cx="4964041" cy="1270044"/>
            <a:chOff x="3991565" y="1561089"/>
            <a:chExt cx="4964041" cy="12700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0A46ACB-B1CA-40FA-C02F-A11056072294}"/>
                </a:ext>
              </a:extLst>
            </p:cNvPr>
            <p:cNvSpPr/>
            <p:nvPr/>
          </p:nvSpPr>
          <p:spPr>
            <a:xfrm>
              <a:off x="3991565" y="2207941"/>
              <a:ext cx="2796249" cy="6231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5D2B4A9C-6BEB-928E-7A2A-BDE9B0B60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2814" y="1561089"/>
              <a:ext cx="1532792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Total 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A911D1C3-ED2E-ED77-C75A-2860B108A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0116" y="2057330"/>
              <a:ext cx="590396" cy="2808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35CB59-7123-630C-69A2-AE952A54F594}"/>
              </a:ext>
            </a:extLst>
          </p:cNvPr>
          <p:cNvGrpSpPr/>
          <p:nvPr/>
        </p:nvGrpSpPr>
        <p:grpSpPr>
          <a:xfrm>
            <a:off x="550091" y="3800635"/>
            <a:ext cx="4084321" cy="635143"/>
            <a:chOff x="670559" y="2207941"/>
            <a:chExt cx="4084321" cy="6351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9FCF32-7BFD-C794-0575-7D3FCED57B5C}"/>
                </a:ext>
              </a:extLst>
            </p:cNvPr>
            <p:cNvSpPr/>
            <p:nvPr/>
          </p:nvSpPr>
          <p:spPr>
            <a:xfrm>
              <a:off x="3991565" y="2207941"/>
              <a:ext cx="763315" cy="57239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BC70D3-E08E-BCF4-A0D3-BD1E5A5AAF63}"/>
                </a:ext>
              </a:extLst>
            </p:cNvPr>
            <p:cNvCxnSpPr/>
            <p:nvPr/>
          </p:nvCxnSpPr>
          <p:spPr>
            <a:xfrm flipV="1">
              <a:off x="3099197" y="2499001"/>
              <a:ext cx="870066" cy="9913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2652EF-1D54-11AA-1A2D-654CD9B033D2}"/>
                </a:ext>
              </a:extLst>
            </p:cNvPr>
            <p:cNvSpPr txBox="1"/>
            <p:nvPr/>
          </p:nvSpPr>
          <p:spPr>
            <a:xfrm>
              <a:off x="670559" y="2381419"/>
              <a:ext cx="2531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Sum over diseases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535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30711"/>
            <a:ext cx="8382000" cy="1143000"/>
          </a:xfrm>
        </p:spPr>
        <p:txBody>
          <a:bodyPr/>
          <a:lstStyle/>
          <a:p>
            <a:r>
              <a:rPr lang="en-US" dirty="0"/>
              <a:t>Thinking generatively…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63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are the hypotheses generated?</a:t>
            </a:r>
          </a:p>
          <a:p>
            <a:pPr lvl="1"/>
            <a:r>
              <a:rPr lang="en-US" dirty="0"/>
              <a:t>defines the prior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How do the hypotheses generate the data?</a:t>
            </a:r>
          </a:p>
          <a:p>
            <a:pPr lvl="1"/>
            <a:r>
              <a:rPr lang="en-US" dirty="0"/>
              <a:t>defines the likelihood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 err="1"/>
              <a:t>d</a:t>
            </a:r>
            <a:r>
              <a:rPr lang="en-US" dirty="0" err="1"/>
              <a:t>|</a:t>
            </a:r>
            <a:r>
              <a:rPr lang="en-US" i="1" dirty="0" err="1"/>
              <a:t>h</a:t>
            </a:r>
            <a:r>
              <a:rPr lang="en-US" dirty="0"/>
              <a:t>)</a:t>
            </a:r>
            <a:endParaRPr lang="en-US" sz="18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0" indent="0">
              <a:buNone/>
            </a:pPr>
            <a:r>
              <a:rPr lang="en-US" dirty="0"/>
              <a:t>With these quantities specified, Bayes’ rule inverts the generative process.</a:t>
            </a:r>
          </a:p>
        </p:txBody>
      </p:sp>
    </p:spTree>
    <p:extLst>
      <p:ext uri="{BB962C8B-B14F-4D97-AF65-F5344CB8AC3E}">
        <p14:creationId xmlns:p14="http://schemas.microsoft.com/office/powerpoint/2010/main" val="139587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68" y="-29910"/>
            <a:ext cx="7886700" cy="995520"/>
          </a:xfrm>
        </p:spPr>
        <p:txBody>
          <a:bodyPr/>
          <a:lstStyle/>
          <a:p>
            <a:r>
              <a:rPr lang="en-US" dirty="0"/>
              <a:t>Bayes’ rule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44009" y="1109784"/>
            <a:ext cx="1971676" cy="830263"/>
            <a:chOff x="201" y="1823"/>
            <a:chExt cx="1242" cy="52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01" y="1823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Posterior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073" y="2101"/>
              <a:ext cx="37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4515144" y="762119"/>
            <a:ext cx="1533525" cy="857250"/>
            <a:chOff x="2595" y="1392"/>
            <a:chExt cx="966" cy="540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595" y="1392"/>
              <a:ext cx="96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Likelihood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995" y="1644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6241742" y="501769"/>
            <a:ext cx="1914526" cy="1066800"/>
            <a:chOff x="3840" y="1392"/>
            <a:chExt cx="1206" cy="672"/>
          </a:xfrm>
        </p:grpSpPr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080" y="1392"/>
              <a:ext cx="96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Prior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3840" y="1824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0" y="2946207"/>
            <a:ext cx="9050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you hear your friend cough, what is the probability that she has…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5235" y="3727901"/>
            <a:ext cx="70553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DD48B-EFED-F242-9D73-47BAC653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310" y="1704551"/>
            <a:ext cx="4406900" cy="990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7CD05-0563-44C6-0466-D1663888FFA9}"/>
              </a:ext>
            </a:extLst>
          </p:cNvPr>
          <p:cNvGrpSpPr/>
          <p:nvPr/>
        </p:nvGrpSpPr>
        <p:grpSpPr>
          <a:xfrm>
            <a:off x="3991565" y="1561089"/>
            <a:ext cx="4964041" cy="1270044"/>
            <a:chOff x="3991565" y="1561089"/>
            <a:chExt cx="4964041" cy="12700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8189C3-FDD1-D54E-8FD2-22DC533A8FB1}"/>
                </a:ext>
              </a:extLst>
            </p:cNvPr>
            <p:cNvSpPr/>
            <p:nvPr/>
          </p:nvSpPr>
          <p:spPr>
            <a:xfrm>
              <a:off x="3991565" y="2207941"/>
              <a:ext cx="2796249" cy="6231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B01BC31C-1ADE-8744-B748-DB471A129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2814" y="1561089"/>
              <a:ext cx="1532792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Total 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679DEB63-7330-9141-B451-1B5BA928F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0116" y="2057330"/>
              <a:ext cx="590396" cy="2808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C160BC7-C895-8F4F-B1B6-F1164A06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04" y="3827034"/>
            <a:ext cx="2794000" cy="419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599768-5EDA-4847-9807-0F30365C5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905" y="4609910"/>
            <a:ext cx="1752600" cy="355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A305DE-7800-E742-BF56-FFB0B8D69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555" y="5149048"/>
            <a:ext cx="3517900" cy="355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02C318-1724-0A42-B32E-D0D80A152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905" y="5732782"/>
            <a:ext cx="3200400" cy="3810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27D32C8-3E51-12EF-E32C-EB1E0E3FA294}"/>
              </a:ext>
            </a:extLst>
          </p:cNvPr>
          <p:cNvGrpSpPr/>
          <p:nvPr/>
        </p:nvGrpSpPr>
        <p:grpSpPr>
          <a:xfrm>
            <a:off x="670559" y="2207941"/>
            <a:ext cx="4084321" cy="635143"/>
            <a:chOff x="670559" y="2207941"/>
            <a:chExt cx="4084321" cy="6351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C1F6F2-F7CB-5A8C-41F8-2CECD6C4FE9C}"/>
                </a:ext>
              </a:extLst>
            </p:cNvPr>
            <p:cNvSpPr/>
            <p:nvPr/>
          </p:nvSpPr>
          <p:spPr>
            <a:xfrm>
              <a:off x="3991565" y="2207941"/>
              <a:ext cx="763315" cy="57239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2CD3A0E-2D0E-361D-1656-E88A254061A1}"/>
                </a:ext>
              </a:extLst>
            </p:cNvPr>
            <p:cNvCxnSpPr/>
            <p:nvPr/>
          </p:nvCxnSpPr>
          <p:spPr>
            <a:xfrm flipV="1">
              <a:off x="3099197" y="2499001"/>
              <a:ext cx="870066" cy="9913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1E3FFE-AAD5-D2CF-289C-8D68C8ED7729}"/>
                </a:ext>
              </a:extLst>
            </p:cNvPr>
            <p:cNvSpPr txBox="1"/>
            <p:nvPr/>
          </p:nvSpPr>
          <p:spPr>
            <a:xfrm>
              <a:off x="670559" y="2381419"/>
              <a:ext cx="2531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Sum over diseases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93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6AC3-0A8A-6E7A-44BE-57E7622E9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3" y="213645"/>
            <a:ext cx="9075634" cy="655462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300" b="0" i="0" dirty="0">
                <a:effectLst/>
                <a:latin typeface="Source Sans Pro" panose="020B0503030403020204" pitchFamily="34" charset="0"/>
              </a:rPr>
              <a:t>One of your friends recently became sick. Concerned about them, you go with them to the doctor. The doctor notes that your friend may have contracted </a:t>
            </a:r>
            <a:r>
              <a:rPr lang="en-US" sz="2300" b="1" i="0" dirty="0">
                <a:effectLst/>
                <a:latin typeface="Source Sans Pro" panose="020B0503030403020204" pitchFamily="34" charset="0"/>
              </a:rPr>
              <a:t>Yooper Syndrome</a:t>
            </a:r>
            <a:r>
              <a:rPr lang="en-US" sz="2300" b="0" i="0" dirty="0">
                <a:effectLst/>
                <a:latin typeface="Source Sans Pro" panose="020B0503030403020204" pitchFamily="34" charset="0"/>
              </a:rPr>
              <a:t>, which is a terrible, rare illness. Left untreated, someone with Yooper Syndrome experiences extreme pain when they are outside of the Upper Peninsula of Michigan.</a:t>
            </a:r>
          </a:p>
          <a:p>
            <a:pPr marL="0" indent="0" algn="l">
              <a:buNone/>
            </a:pPr>
            <a:endParaRPr lang="en-US" sz="2000" b="0" i="0" dirty="0">
              <a:effectLst/>
              <a:latin typeface="Source Sans Pro" panose="020B0503030403020204" pitchFamily="34" charset="0"/>
            </a:endParaRPr>
          </a:p>
          <a:p>
            <a:pPr marL="0" indent="0" algn="l">
              <a:buNone/>
            </a:pPr>
            <a:r>
              <a:rPr lang="en-US" sz="2800" b="0" i="0" dirty="0">
                <a:effectLst/>
                <a:latin typeface="Source Sans Pro" panose="020B0503030403020204" pitchFamily="34" charset="0"/>
              </a:rPr>
              <a:t>1 in 10,000 people are afflicted with </a:t>
            </a:r>
            <a:r>
              <a:rPr lang="en-US" sz="2800" b="1" i="0" dirty="0">
                <a:effectLst/>
                <a:latin typeface="Source Sans Pro" panose="020B0503030403020204" pitchFamily="34" charset="0"/>
              </a:rPr>
              <a:t>Yooper Syndrome</a:t>
            </a:r>
            <a:r>
              <a:rPr lang="en-US" sz="2800" b="0" i="0" dirty="0">
                <a:effectLst/>
                <a:latin typeface="Source Sans Pro" panose="020B0503030403020204" pitchFamily="34" charset="0"/>
              </a:rPr>
              <a:t>.</a:t>
            </a:r>
          </a:p>
          <a:p>
            <a:pPr marL="0" indent="0" algn="l">
              <a:buNone/>
            </a:pPr>
            <a:r>
              <a:rPr lang="en-US" sz="2800" b="0" i="0" dirty="0">
                <a:effectLst/>
                <a:latin typeface="Source Sans Pro" panose="020B0503030403020204" pitchFamily="34" charset="0"/>
              </a:rPr>
              <a:t>To determine whether your friend has Yooper Syndrome, the doctor has your friend eat a fried cheese curd.</a:t>
            </a:r>
          </a:p>
          <a:p>
            <a:pPr marL="0" indent="0" algn="l">
              <a:buNone/>
            </a:pPr>
            <a:endParaRPr lang="en-US" sz="2800" dirty="0">
              <a:latin typeface="Source Sans Pro" panose="020B0503030403020204" pitchFamily="34" charset="0"/>
            </a:endParaRPr>
          </a:p>
          <a:p>
            <a:pPr marL="0" indent="0" algn="l">
              <a:buNone/>
            </a:pPr>
            <a:r>
              <a:rPr lang="en-US" sz="2800" b="1" i="0" dirty="0">
                <a:effectLst/>
                <a:latin typeface="Source Sans Pro" panose="020B0503030403020204" pitchFamily="34" charset="0"/>
              </a:rPr>
              <a:t>9 in 10 people</a:t>
            </a:r>
            <a:r>
              <a:rPr lang="en-US" sz="2800" b="0" i="0" dirty="0">
                <a:effectLst/>
                <a:latin typeface="Source Sans Pro" panose="020B0503030403020204" pitchFamily="34" charset="0"/>
              </a:rPr>
              <a:t> </a:t>
            </a:r>
            <a:r>
              <a:rPr lang="en-US" sz="2800" b="1" i="0" dirty="0">
                <a:effectLst/>
                <a:latin typeface="Source Sans Pro" panose="020B0503030403020204" pitchFamily="34" charset="0"/>
              </a:rPr>
              <a:t>afflicted with Yooper Syndrome </a:t>
            </a:r>
            <a:r>
              <a:rPr lang="en-US" sz="2800" b="0" i="0" dirty="0">
                <a:effectLst/>
                <a:latin typeface="Source Sans Pro" panose="020B0503030403020204" pitchFamily="34" charset="0"/>
              </a:rPr>
              <a:t>foam from the mouth for 20 minutes after eating a single fried cheese curd (the extra salivation due to the extreme desire for more fried cheese curds). </a:t>
            </a:r>
          </a:p>
          <a:p>
            <a:pPr marL="0" indent="0" algn="l">
              <a:buNone/>
            </a:pPr>
            <a:r>
              <a:rPr lang="en-US" sz="2800" b="0" i="0" dirty="0">
                <a:effectLst/>
                <a:latin typeface="Source Sans Pro" panose="020B0503030403020204" pitchFamily="34" charset="0"/>
              </a:rPr>
              <a:t>Only</a:t>
            </a:r>
            <a:r>
              <a:rPr lang="en-US" sz="2800" b="1" i="0" dirty="0">
                <a:effectLst/>
                <a:latin typeface="Source Sans Pro" panose="020B0503030403020204" pitchFamily="34" charset="0"/>
              </a:rPr>
              <a:t> 7 in 10 people unafflicted with Yooper Syndrome </a:t>
            </a:r>
            <a:r>
              <a:rPr lang="en-US" sz="2800" b="0" i="0" dirty="0">
                <a:effectLst/>
                <a:latin typeface="Source Sans Pro" panose="020B0503030403020204" pitchFamily="34" charset="0"/>
              </a:rPr>
              <a:t>foam from the mouth for 20 minutes after eating a single fried cheese curd.</a:t>
            </a:r>
          </a:p>
          <a:p>
            <a:pPr marL="0" indent="0" algn="l">
              <a:buNone/>
            </a:pPr>
            <a:br>
              <a:rPr lang="en-US" dirty="0"/>
            </a:br>
            <a:r>
              <a:rPr lang="en-US" b="0" i="0" dirty="0">
                <a:effectLst/>
                <a:latin typeface="Source Sans Pro" panose="020B0503030403020204" pitchFamily="34" charset="0"/>
              </a:rPr>
              <a:t>You see your friend eat a single friend cheese curd at the doctor's office and foam from the mouth for 20 minutes.</a:t>
            </a:r>
          </a:p>
          <a:p>
            <a:pPr marL="0" indent="0" algn="l">
              <a:buNone/>
            </a:pPr>
            <a:endParaRPr lang="en-US" dirty="0">
              <a:latin typeface="Source Sans Pro" panose="020B0503030403020204" pitchFamily="34" charset="0"/>
            </a:endParaRPr>
          </a:p>
          <a:p>
            <a:pPr marL="0" indent="0" algn="l">
              <a:buNone/>
            </a:pPr>
            <a:r>
              <a:rPr lang="en-US" dirty="0">
                <a:latin typeface="Source Sans Pro" panose="020B0503030403020204" pitchFamily="34" charset="0"/>
              </a:rPr>
              <a:t>Given this, what’s the probability that they have the Yooper?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53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9AC72-54C3-3D9B-7699-81DDFED34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F077E-93D6-4013-8BDF-185218E66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78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David Marr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28800"/>
            <a:ext cx="2814638" cy="38100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t="15526" r="62827" b="43666"/>
          <a:stretch>
            <a:fillRect/>
          </a:stretch>
        </p:blipFill>
        <p:spPr bwMode="auto">
          <a:xfrm>
            <a:off x="1295400" y="2332038"/>
            <a:ext cx="2178050" cy="269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5943600" y="5715000"/>
            <a:ext cx="9126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/>
              <a:t>1982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450729" y="5273675"/>
            <a:ext cx="182135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David Marr</a:t>
            </a:r>
          </a:p>
          <a:p>
            <a:pPr algn="ctr"/>
            <a:r>
              <a:rPr lang="en-US" sz="2800" dirty="0"/>
              <a:t>1945-1980</a:t>
            </a:r>
          </a:p>
        </p:txBody>
      </p:sp>
    </p:spTree>
    <p:extLst>
      <p:ext uri="{BB962C8B-B14F-4D97-AF65-F5344CB8AC3E}">
        <p14:creationId xmlns:p14="http://schemas.microsoft.com/office/powerpoint/2010/main" val="313247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Analyzing functional systems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0" y="1981200"/>
            <a:ext cx="5334000" cy="41148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being computed?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is it being computed?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25590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6789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it being computed?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124200" y="1981200"/>
            <a:ext cx="57150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Justification of that formal system in terms of function</a:t>
            </a:r>
          </a:p>
          <a:p>
            <a:pPr marL="0" indent="0">
              <a:buNone/>
            </a:pPr>
            <a:r>
              <a:rPr lang="en-US" dirty="0"/>
              <a:t>e.g. cash register: addition</a:t>
            </a:r>
          </a:p>
          <a:p>
            <a:pPr lvl="1"/>
            <a:r>
              <a:rPr lang="en-US" dirty="0"/>
              <a:t>buying nothing costs nothing</a:t>
            </a:r>
            <a:endParaRPr lang="en-US" sz="2400" dirty="0"/>
          </a:p>
          <a:p>
            <a:pPr lvl="1"/>
            <a:r>
              <a:rPr lang="en-US" dirty="0"/>
              <a:t>order of purchase is irrelevant</a:t>
            </a:r>
          </a:p>
          <a:p>
            <a:pPr lvl="1"/>
            <a:r>
              <a:rPr lang="en-US" dirty="0"/>
              <a:t>grouping does not affect total</a:t>
            </a:r>
          </a:p>
          <a:p>
            <a:pPr lvl="1"/>
            <a:r>
              <a:rPr lang="en-US" dirty="0"/>
              <a:t>Purchase + refund is zero</a:t>
            </a:r>
          </a:p>
          <a:p>
            <a:endParaRPr lang="en-US" dirty="0"/>
          </a:p>
        </p:txBody>
      </p:sp>
      <p:pic>
        <p:nvPicPr>
          <p:cNvPr id="17412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25590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7413" name="Text Box 1029"/>
          <p:cNvSpPr txBox="1">
            <a:spLocks noChangeArrowheads="1"/>
          </p:cNvSpPr>
          <p:nvPr/>
        </p:nvSpPr>
        <p:spPr bwMode="auto">
          <a:xfrm>
            <a:off x="3032125" y="5715000"/>
            <a:ext cx="5876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addition is the formal system that</a:t>
            </a:r>
          </a:p>
          <a:p>
            <a:pPr algn="ctr"/>
            <a:r>
              <a:rPr lang="en-US" sz="2800">
                <a:solidFill>
                  <a:srgbClr val="FF0000"/>
                </a:solidFill>
              </a:rPr>
              <a:t>satisfies these functional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258487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being computed?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0" y="1981200"/>
            <a:ext cx="57150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Identification of the formal system in operation</a:t>
            </a:r>
          </a:p>
          <a:p>
            <a:pPr marL="0" indent="0">
              <a:buNone/>
            </a:pPr>
            <a:r>
              <a:rPr lang="en-US" dirty="0"/>
              <a:t>e.g. cash register: addition</a:t>
            </a:r>
          </a:p>
          <a:p>
            <a:pPr lvl="1"/>
            <a:r>
              <a:rPr lang="en-US" dirty="0"/>
              <a:t>zero element        </a:t>
            </a:r>
            <a:r>
              <a:rPr lang="en-US" sz="2400" dirty="0"/>
              <a:t>3+0 = 3</a:t>
            </a:r>
          </a:p>
          <a:p>
            <a:pPr lvl="1"/>
            <a:r>
              <a:rPr lang="en-US" dirty="0"/>
              <a:t>commutative</a:t>
            </a:r>
            <a:r>
              <a:rPr lang="en-US" sz="2400" dirty="0"/>
              <a:t>         3+4 = 4+3</a:t>
            </a:r>
            <a:endParaRPr lang="en-US" dirty="0"/>
          </a:p>
          <a:p>
            <a:pPr lvl="1"/>
            <a:r>
              <a:rPr lang="en-US" dirty="0"/>
              <a:t>associative</a:t>
            </a:r>
            <a:r>
              <a:rPr lang="en-US" sz="2400" dirty="0"/>
              <a:t>      (3+4)+5 = 3+(4+5)</a:t>
            </a:r>
            <a:endParaRPr lang="en-US" dirty="0"/>
          </a:p>
          <a:p>
            <a:pPr lvl="1"/>
            <a:r>
              <a:rPr lang="en-US" dirty="0"/>
              <a:t>inverses            </a:t>
            </a:r>
            <a:r>
              <a:rPr lang="en-US" sz="2400" dirty="0"/>
              <a:t>4+(-4) = 0</a:t>
            </a:r>
            <a:endParaRPr lang="en-US" dirty="0"/>
          </a:p>
          <a:p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25590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535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Marr (1982)’s three levels of analysis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520929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/>
              <a:t>Computation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/>
              <a:t>“</a:t>
            </a:r>
            <a:r>
              <a:rPr lang="en-US" dirty="0"/>
              <a:t>What is the goal of the computation, why is it appropriate, and what is the logic of the strategy by which it can be carried out?</a:t>
            </a:r>
            <a:r>
              <a:rPr lang="ja-JP" altLang="en-US" dirty="0"/>
              <a:t>”</a:t>
            </a:r>
            <a:endParaRPr lang="en-US" dirty="0"/>
          </a:p>
          <a:p>
            <a:pPr>
              <a:buFontTx/>
              <a:buNone/>
            </a:pPr>
            <a:r>
              <a:rPr lang="en-US" b="1" dirty="0"/>
              <a:t>Representation</a:t>
            </a:r>
            <a:r>
              <a:rPr lang="en-US" dirty="0"/>
              <a:t> </a:t>
            </a:r>
            <a:r>
              <a:rPr lang="en-US" b="1" dirty="0"/>
              <a:t>and algorithm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/>
              <a:t>“</a:t>
            </a:r>
            <a:r>
              <a:rPr lang="en-US" dirty="0"/>
              <a:t>What is the representation for the input and output, and the algorithm for the transformation?</a:t>
            </a:r>
            <a:r>
              <a:rPr lang="ja-JP" altLang="en-US" dirty="0"/>
              <a:t>”</a:t>
            </a:r>
            <a:endParaRPr lang="en-US" dirty="0"/>
          </a:p>
          <a:p>
            <a:pPr>
              <a:buFontTx/>
              <a:buNone/>
            </a:pPr>
            <a:r>
              <a:rPr lang="en-US" b="1" dirty="0"/>
              <a:t>Implementation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/>
              <a:t>“</a:t>
            </a:r>
            <a:r>
              <a:rPr lang="en-US" dirty="0"/>
              <a:t>How can the representation and algorithm be realized physically?</a:t>
            </a:r>
            <a:r>
              <a:rPr lang="ja-JP" altLang="en-US" dirty="0"/>
              <a:t>”</a:t>
            </a:r>
            <a:endParaRPr lang="en-US" dirty="0"/>
          </a:p>
        </p:txBody>
      </p:sp>
      <p:grpSp>
        <p:nvGrpSpPr>
          <p:cNvPr id="28681" name="Group 9"/>
          <p:cNvGrpSpPr>
            <a:grpSpLocks/>
          </p:cNvGrpSpPr>
          <p:nvPr/>
        </p:nvGrpSpPr>
        <p:grpSpPr bwMode="auto">
          <a:xfrm>
            <a:off x="338138" y="2025650"/>
            <a:ext cx="500062" cy="1250950"/>
            <a:chOff x="213" y="1276"/>
            <a:chExt cx="315" cy="788"/>
          </a:xfrm>
        </p:grpSpPr>
        <p:sp>
          <p:nvSpPr>
            <p:cNvPr id="28676" name="Line 4"/>
            <p:cNvSpPr>
              <a:spLocks noChangeShapeType="1"/>
            </p:cNvSpPr>
            <p:nvPr/>
          </p:nvSpPr>
          <p:spPr bwMode="auto">
            <a:xfrm flipV="1">
              <a:off x="528" y="1296"/>
              <a:ext cx="0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8" name="Text Box 6"/>
            <p:cNvSpPr txBox="1">
              <a:spLocks noChangeArrowheads="1"/>
            </p:cNvSpPr>
            <p:nvPr/>
          </p:nvSpPr>
          <p:spPr bwMode="auto">
            <a:xfrm rot="16200000">
              <a:off x="-57" y="1546"/>
              <a:ext cx="7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constrains</a:t>
              </a:r>
            </a:p>
          </p:txBody>
        </p:sp>
      </p:grpSp>
      <p:grpSp>
        <p:nvGrpSpPr>
          <p:cNvPr id="28680" name="Group 8"/>
          <p:cNvGrpSpPr>
            <a:grpSpLocks/>
          </p:cNvGrpSpPr>
          <p:nvPr/>
        </p:nvGrpSpPr>
        <p:grpSpPr bwMode="auto">
          <a:xfrm>
            <a:off x="338138" y="3773488"/>
            <a:ext cx="498475" cy="1225550"/>
            <a:chOff x="213" y="2377"/>
            <a:chExt cx="314" cy="772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 flipV="1">
              <a:off x="527" y="2496"/>
              <a:ext cx="0" cy="57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9" name="Text Box 7"/>
            <p:cNvSpPr txBox="1">
              <a:spLocks noChangeArrowheads="1"/>
            </p:cNvSpPr>
            <p:nvPr/>
          </p:nvSpPr>
          <p:spPr bwMode="auto">
            <a:xfrm rot="16200000">
              <a:off x="-57" y="2647"/>
              <a:ext cx="7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constrains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26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What representation?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5097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formal systems solve the same computational problems.</a:t>
            </a:r>
          </a:p>
          <a:p>
            <a:pPr lvl="1"/>
            <a:r>
              <a:rPr lang="en-US" dirty="0"/>
              <a:t>e.g. 2+2=4 and 010+010=100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dirty="0"/>
              <a:t>What is the mapping between representations and the inputs and outputs to the system?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Different representations make certain operations easier or more difficult</a:t>
            </a:r>
          </a:p>
          <a:p>
            <a:pPr lvl="1"/>
            <a:r>
              <a:rPr lang="en-US" dirty="0"/>
              <a:t>e.g. finding powers of 10 or powers of 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95625" y="2248416"/>
            <a:ext cx="301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2+2 in binary = 4 in binary</a:t>
            </a:r>
          </a:p>
        </p:txBody>
      </p:sp>
    </p:spTree>
    <p:extLst>
      <p:ext uri="{BB962C8B-B14F-4D97-AF65-F5344CB8AC3E}">
        <p14:creationId xmlns:p14="http://schemas.microsoft.com/office/powerpoint/2010/main" val="15911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Analyzing functional systems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1981200"/>
            <a:ext cx="59436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the physical implementation of the system? </a:t>
            </a:r>
          </a:p>
          <a:p>
            <a:pPr>
              <a:buFontTx/>
              <a:buNone/>
            </a:pPr>
            <a:endParaRPr lang="en-US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25590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413" y="4267200"/>
            <a:ext cx="144938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" name="Picture 1" descr="personWCalculato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27" y="4230448"/>
            <a:ext cx="3316537" cy="186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6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Computational models can be defined at all three levels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72731"/>
            <a:ext cx="8839200" cy="528787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/>
              <a:t>Computational </a:t>
            </a:r>
            <a:r>
              <a:rPr lang="en-US" dirty="0"/>
              <a:t>(</a:t>
            </a:r>
            <a:r>
              <a:rPr lang="en-US" i="1" dirty="0"/>
              <a:t>Normative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goal of the computation, why is it appropriate, and what is the logic of the strategy by which it can be carried out?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FontTx/>
              <a:buNone/>
            </a:pPr>
            <a:r>
              <a:rPr lang="en-US" b="1" dirty="0"/>
              <a:t>Representation</a:t>
            </a:r>
            <a:r>
              <a:rPr lang="en-US" dirty="0"/>
              <a:t> </a:t>
            </a:r>
            <a:r>
              <a:rPr lang="en-US" b="1" dirty="0"/>
              <a:t>and algorithm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  <a:endParaRPr lang="en-US" b="1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representation for the input and output, and the algorithm for the transformation?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None/>
            </a:pPr>
            <a:r>
              <a:rPr lang="en-US" b="1" dirty="0"/>
              <a:t>Implementation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1004888" y="5592763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Models based on how neurons compute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1004888" y="4144963"/>
            <a:ext cx="6961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Models based on cognitive processes</a:t>
            </a: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1066800" y="21336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dirty="0"/>
              <a:t>Models based on optimal solutions to abstract computational problems </a:t>
            </a:r>
          </a:p>
        </p:txBody>
      </p:sp>
    </p:spTree>
    <p:extLst>
      <p:ext uri="{BB962C8B-B14F-4D97-AF65-F5344CB8AC3E}">
        <p14:creationId xmlns:p14="http://schemas.microsoft.com/office/powerpoint/2010/main" val="271322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113669" grpId="0"/>
      <p:bldP spid="1136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1426" y="3111279"/>
            <a:ext cx="1681787" cy="140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Input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 setting]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1067" y="2314332"/>
            <a:ext cx="4072899" cy="2574432"/>
          </a:xfrm>
          <a:prstGeom prst="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59113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937808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37808" y="3135503"/>
            <a:ext cx="1681787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Output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[heat?]</a:t>
            </a:r>
          </a:p>
        </p:txBody>
      </p:sp>
      <p:pic>
        <p:nvPicPr>
          <p:cNvPr id="9" name="Picture 8" descr="cartoon-thermometer-sama-aqiluane-di-rumahny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0" y="2357863"/>
            <a:ext cx="610103" cy="2352158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levels of a thermostat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6" y="5653393"/>
            <a:ext cx="6673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the computational level description?</a:t>
            </a:r>
          </a:p>
        </p:txBody>
      </p:sp>
    </p:spTree>
    <p:extLst>
      <p:ext uri="{BB962C8B-B14F-4D97-AF65-F5344CB8AC3E}">
        <p14:creationId xmlns:p14="http://schemas.microsoft.com/office/powerpoint/2010/main" val="590993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rmostat_complevelgraph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99" y="1295400"/>
            <a:ext cx="5245735" cy="4669281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Computational level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5" y="6035630"/>
            <a:ext cx="796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Sends ON when input temperature is at heat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811" y="2848864"/>
            <a:ext cx="2123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Heat setting</a:t>
            </a:r>
          </a:p>
        </p:txBody>
      </p:sp>
    </p:spTree>
    <p:extLst>
      <p:ext uri="{BB962C8B-B14F-4D97-AF65-F5344CB8AC3E}">
        <p14:creationId xmlns:p14="http://schemas.microsoft.com/office/powerpoint/2010/main" val="69608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Algorithmic level description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8589" y="1447800"/>
            <a:ext cx="8965411" cy="52092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Read heat setting.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If temperature is less than the heat setting, then send ON to furnace.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Otherwise, do nothing.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r>
              <a:rPr lang="en-US" sz="2800" dirty="0"/>
              <a:t>How does this differ from computational level description?</a:t>
            </a:r>
          </a:p>
          <a:p>
            <a:pPr marL="0" indent="0">
              <a:buNone/>
            </a:pPr>
            <a:r>
              <a:rPr lang="en-US" sz="2800" dirty="0"/>
              <a:t>Computational level has no structure in it.* </a:t>
            </a:r>
          </a:p>
          <a:p>
            <a:pPr marL="0" indent="0">
              <a:buNone/>
            </a:pPr>
            <a:r>
              <a:rPr lang="en-US" sz="2800" dirty="0"/>
              <a:t>	It is just a list of ON and OFF.</a:t>
            </a:r>
          </a:p>
          <a:p>
            <a:pPr marL="0" indent="0">
              <a:buNone/>
            </a:pPr>
            <a:r>
              <a:rPr lang="en-US" sz="2800" dirty="0"/>
              <a:t>Algorithmic level describes how temperature and heat setting are compared and sends ON or OFF.</a:t>
            </a:r>
          </a:p>
          <a:p>
            <a:pPr marL="0" indent="0">
              <a:buNone/>
            </a:pPr>
            <a:r>
              <a:rPr lang="en-US" sz="2800" dirty="0"/>
              <a:t>	It describes a </a:t>
            </a:r>
            <a:r>
              <a:rPr lang="en-US" sz="2800" i="1" dirty="0"/>
              <a:t>procedure.</a:t>
            </a:r>
          </a:p>
        </p:txBody>
      </p:sp>
    </p:spTree>
    <p:extLst>
      <p:ext uri="{BB962C8B-B14F-4D97-AF65-F5344CB8AC3E}">
        <p14:creationId xmlns:p14="http://schemas.microsoft.com/office/powerpoint/2010/main" val="253732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1426" y="3111279"/>
            <a:ext cx="1681787" cy="140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Input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 setting]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1067" y="2314332"/>
            <a:ext cx="4072899" cy="2574432"/>
          </a:xfrm>
          <a:prstGeom prst="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59113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937808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37808" y="3135503"/>
            <a:ext cx="1681787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Output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[heat?]</a:t>
            </a:r>
          </a:p>
        </p:txBody>
      </p:sp>
      <p:pic>
        <p:nvPicPr>
          <p:cNvPr id="9" name="Picture 8" descr="cartoon-thermometer-sama-aqiluane-di-rumahny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0" y="2357863"/>
            <a:ext cx="610103" cy="2352158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/>
                <a:cs typeface="Calibri"/>
              </a:rPr>
              <a:t>Implementational</a:t>
            </a:r>
            <a:r>
              <a:rPr lang="en-US" dirty="0">
                <a:latin typeface="Calibri"/>
                <a:cs typeface="Calibri"/>
              </a:rPr>
              <a:t> level of thermostat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96801" y="106109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74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1426" y="3111279"/>
            <a:ext cx="1681787" cy="140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Input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 setting]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1067" y="2314332"/>
            <a:ext cx="4072899" cy="2574432"/>
          </a:xfrm>
          <a:prstGeom prst="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59113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937808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37808" y="3135503"/>
            <a:ext cx="1681787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Output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[heat?]</a:t>
            </a:r>
          </a:p>
        </p:txBody>
      </p:sp>
      <p:pic>
        <p:nvPicPr>
          <p:cNvPr id="9" name="Picture 8" descr="cartoon-thermometer-sama-aqiluane-di-rumahny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0" y="2357863"/>
            <a:ext cx="610103" cy="2352158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/>
                <a:cs typeface="Calibri"/>
              </a:rPr>
              <a:t>Implementational</a:t>
            </a:r>
            <a:r>
              <a:rPr lang="en-US" dirty="0">
                <a:latin typeface="Calibri"/>
                <a:cs typeface="Calibri"/>
              </a:rPr>
              <a:t> level of thermostat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96801" y="106109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ir-conditioner-thermostat-00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104" y="2357863"/>
            <a:ext cx="4021466" cy="21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61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1426" y="3111279"/>
            <a:ext cx="1681787" cy="140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Input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 setting]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1067" y="2314332"/>
            <a:ext cx="4072899" cy="2574432"/>
          </a:xfrm>
          <a:prstGeom prst="rect">
            <a:avLst/>
          </a:prstGeom>
          <a:noFill/>
          <a:ln w="19050" cmpd="sng"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59113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937808" y="3618712"/>
            <a:ext cx="1681787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37808" y="3135503"/>
            <a:ext cx="1681787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Output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[heat?]</a:t>
            </a:r>
          </a:p>
        </p:txBody>
      </p:sp>
      <p:pic>
        <p:nvPicPr>
          <p:cNvPr id="9" name="Picture 8" descr="cartoon-thermometer-sama-aqiluane-di-rumahny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10" y="2357863"/>
            <a:ext cx="610103" cy="2352158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89" y="152400"/>
            <a:ext cx="8840151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/>
                <a:cs typeface="Calibri"/>
              </a:rPr>
              <a:t>Implementational</a:t>
            </a:r>
            <a:r>
              <a:rPr lang="en-US" dirty="0">
                <a:latin typeface="Calibri"/>
                <a:cs typeface="Calibri"/>
              </a:rPr>
              <a:t> level of thermostat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96801" y="106109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light_switch.gi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0" t="8034" r="17133" b="10276"/>
          <a:stretch/>
        </p:blipFill>
        <p:spPr>
          <a:xfrm>
            <a:off x="5213388" y="2401848"/>
            <a:ext cx="1404011" cy="23851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2" t="21820" r="18015" b="8752"/>
          <a:stretch/>
        </p:blipFill>
        <p:spPr bwMode="auto">
          <a:xfrm>
            <a:off x="2975183" y="2798366"/>
            <a:ext cx="961587" cy="140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5761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An example: Memory</a:t>
            </a:r>
          </a:p>
        </p:txBody>
      </p:sp>
    </p:spTree>
    <p:extLst>
      <p:ext uri="{BB962C8B-B14F-4D97-AF65-F5344CB8AC3E}">
        <p14:creationId xmlns:p14="http://schemas.microsoft.com/office/powerpoint/2010/main" val="2917201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An example: Memory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Computational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876300" y="2057400"/>
            <a:ext cx="77343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Explaining human memory as an optimal solution to the statistical problem of identifying items likely to be needed again</a:t>
            </a:r>
          </a:p>
        </p:txBody>
      </p:sp>
      <p:pic>
        <p:nvPicPr>
          <p:cNvPr id="12801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2667000" cy="263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2801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18000"/>
            <a:ext cx="3505200" cy="139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8012" name="Text Box 12"/>
          <p:cNvSpPr txBox="1">
            <a:spLocks noChangeArrowheads="1"/>
          </p:cNvSpPr>
          <p:nvPr/>
        </p:nvSpPr>
        <p:spPr bwMode="auto">
          <a:xfrm>
            <a:off x="4296833" y="6392863"/>
            <a:ext cx="48697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(Anderson, 1989; Griffiths, </a:t>
            </a:r>
            <a:r>
              <a:rPr lang="en-US" dirty="0" err="1"/>
              <a:t>Steyvers</a:t>
            </a:r>
            <a:r>
              <a:rPr lang="en-US" dirty="0"/>
              <a:t>, &amp; </a:t>
            </a:r>
            <a:r>
              <a:rPr lang="en-US" dirty="0" err="1"/>
              <a:t>Firl</a:t>
            </a:r>
            <a:r>
              <a:rPr lang="en-US" dirty="0"/>
              <a:t>, 2007)</a:t>
            </a:r>
          </a:p>
        </p:txBody>
      </p:sp>
    </p:spTree>
    <p:extLst>
      <p:ext uri="{BB962C8B-B14F-4D97-AF65-F5344CB8AC3E}">
        <p14:creationId xmlns:p14="http://schemas.microsoft.com/office/powerpoint/2010/main" val="186683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An example: Memory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b="1"/>
              <a:t>Representation and algorithm</a:t>
            </a:r>
            <a:endParaRPr lang="en-US"/>
          </a:p>
          <a:p>
            <a:pPr lvl="1">
              <a:buFontTx/>
              <a:buNone/>
            </a:pPr>
            <a:r>
              <a:rPr lang="en-US"/>
              <a:t>   </a:t>
            </a:r>
            <a:r>
              <a:rPr lang="ja-JP" altLang="en-US">
                <a:solidFill>
                  <a:schemeClr val="bg1"/>
                </a:solidFill>
              </a:rPr>
              <a:t>“</a:t>
            </a:r>
            <a:r>
              <a:rPr lang="en-US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>
                <a:solidFill>
                  <a:schemeClr val="bg1"/>
                </a:solidFill>
              </a:rPr>
              <a:t>”</a:t>
            </a:r>
            <a:endParaRPr lang="en-US"/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876300" y="2057400"/>
            <a:ext cx="81153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Explaining human memory based on the representation of items with binary features, and a rule for determining familiarity</a:t>
            </a: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914400" y="3886200"/>
            <a:ext cx="2754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Item 1: </a:t>
            </a:r>
            <a:r>
              <a:rPr lang="en-US">
                <a:latin typeface="American Typewriter" charset="0"/>
              </a:rPr>
              <a:t>00101011</a:t>
            </a:r>
          </a:p>
        </p:txBody>
      </p: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914400" y="4495800"/>
            <a:ext cx="2754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Item 2: </a:t>
            </a:r>
            <a:r>
              <a:rPr lang="en-US">
                <a:latin typeface="American Typewriter" charset="0"/>
              </a:rPr>
              <a:t>01010010</a:t>
            </a:r>
          </a:p>
        </p:txBody>
      </p:sp>
      <p:sp>
        <p:nvSpPr>
          <p:cNvPr id="125959" name="Text Box 7"/>
          <p:cNvSpPr txBox="1">
            <a:spLocks noChangeArrowheads="1"/>
          </p:cNvSpPr>
          <p:nvPr/>
        </p:nvSpPr>
        <p:spPr bwMode="auto">
          <a:xfrm>
            <a:off x="914400" y="5105400"/>
            <a:ext cx="2754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Item 3: </a:t>
            </a:r>
            <a:r>
              <a:rPr lang="en-US">
                <a:latin typeface="American Typewriter" charset="0"/>
              </a:rPr>
              <a:t>11011010</a:t>
            </a:r>
          </a:p>
        </p:txBody>
      </p:sp>
      <p:sp>
        <p:nvSpPr>
          <p:cNvPr id="125960" name="Text Box 8"/>
          <p:cNvSpPr txBox="1">
            <a:spLocks noChangeArrowheads="1"/>
          </p:cNvSpPr>
          <p:nvPr/>
        </p:nvSpPr>
        <p:spPr bwMode="auto">
          <a:xfrm>
            <a:off x="2209800" y="5791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125961" name="Text Box 9"/>
          <p:cNvSpPr txBox="1">
            <a:spLocks noChangeArrowheads="1"/>
          </p:cNvSpPr>
          <p:nvPr/>
        </p:nvSpPr>
        <p:spPr bwMode="auto">
          <a:xfrm>
            <a:off x="4572000" y="4038600"/>
            <a:ext cx="333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Old probe:  </a:t>
            </a:r>
            <a:r>
              <a:rPr lang="en-US">
                <a:latin typeface="American Typewriter" charset="0"/>
              </a:rPr>
              <a:t>00101011</a:t>
            </a:r>
          </a:p>
        </p:txBody>
      </p:sp>
      <p:sp>
        <p:nvSpPr>
          <p:cNvPr id="125962" name="Text Box 10"/>
          <p:cNvSpPr txBox="1">
            <a:spLocks noChangeArrowheads="1"/>
          </p:cNvSpPr>
          <p:nvPr/>
        </p:nvSpPr>
        <p:spPr bwMode="auto">
          <a:xfrm>
            <a:off x="4572000" y="4572000"/>
            <a:ext cx="338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New probe: </a:t>
            </a:r>
            <a:r>
              <a:rPr lang="en-US">
                <a:latin typeface="American Typewriter" charset="0"/>
              </a:rPr>
              <a:t>01111011</a:t>
            </a:r>
          </a:p>
        </p:txBody>
      </p:sp>
      <p:sp>
        <p:nvSpPr>
          <p:cNvPr id="125963" name="Text Box 11"/>
          <p:cNvSpPr txBox="1">
            <a:spLocks noChangeArrowheads="1"/>
          </p:cNvSpPr>
          <p:nvPr/>
        </p:nvSpPr>
        <p:spPr bwMode="auto">
          <a:xfrm>
            <a:off x="3733800" y="5181600"/>
            <a:ext cx="50576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Activate items with matching features</a:t>
            </a:r>
          </a:p>
        </p:txBody>
      </p:sp>
      <p:sp>
        <p:nvSpPr>
          <p:cNvPr id="125964" name="Text Box 12"/>
          <p:cNvSpPr txBox="1">
            <a:spLocks noChangeArrowheads="1"/>
          </p:cNvSpPr>
          <p:nvPr/>
        </p:nvSpPr>
        <p:spPr bwMode="auto">
          <a:xfrm>
            <a:off x="4048125" y="5791200"/>
            <a:ext cx="4464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/>
              <a:t>Familiarity is sum of all activation</a:t>
            </a:r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5943600" y="6324600"/>
            <a:ext cx="311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(e.g. Hintzman, 1988)</a:t>
            </a:r>
          </a:p>
        </p:txBody>
      </p:sp>
    </p:spTree>
    <p:extLst>
      <p:ext uri="{BB962C8B-B14F-4D97-AF65-F5344CB8AC3E}">
        <p14:creationId xmlns:p14="http://schemas.microsoft.com/office/powerpoint/2010/main" val="1743485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An example: Memory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b="1"/>
              <a:t>Implementation</a:t>
            </a:r>
            <a:endParaRPr lang="en-US"/>
          </a:p>
          <a:p>
            <a:pPr lvl="1">
              <a:buFontTx/>
              <a:buNone/>
            </a:pPr>
            <a:r>
              <a:rPr lang="en-US"/>
              <a:t>   </a:t>
            </a:r>
            <a:r>
              <a:rPr lang="ja-JP" altLang="en-US">
                <a:solidFill>
                  <a:schemeClr val="bg1"/>
                </a:solidFill>
              </a:rPr>
              <a:t>“</a:t>
            </a:r>
            <a:r>
              <a:rPr lang="en-US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>
                <a:solidFill>
                  <a:schemeClr val="bg1"/>
                </a:solidFill>
              </a:rPr>
              <a:t>”</a:t>
            </a:r>
            <a:endParaRPr lang="en-US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876300" y="2057400"/>
            <a:ext cx="7734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Explaining human memory based on the circuits formed by hippocampal neurons</a:t>
            </a:r>
          </a:p>
        </p:txBody>
      </p:sp>
      <p:pic>
        <p:nvPicPr>
          <p:cNvPr id="11981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24200"/>
            <a:ext cx="455612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5851525" y="6324600"/>
            <a:ext cx="321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(Treves &amp; Rolls, 1994)</a:t>
            </a:r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5334000" y="3429000"/>
            <a:ext cx="3505200" cy="120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/>
              <a:t>What computations are supported by different kinds of neurons?</a:t>
            </a:r>
          </a:p>
        </p:txBody>
      </p:sp>
      <p:sp>
        <p:nvSpPr>
          <p:cNvPr id="119818" name="Text Box 10"/>
          <p:cNvSpPr txBox="1">
            <a:spLocks noChangeArrowheads="1"/>
          </p:cNvSpPr>
          <p:nvPr/>
        </p:nvSpPr>
        <p:spPr bwMode="auto">
          <a:xfrm>
            <a:off x="5334000" y="4832350"/>
            <a:ext cx="3505200" cy="120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/>
              <a:t>What is the capacity of memory systems made from these neurons?</a:t>
            </a:r>
          </a:p>
        </p:txBody>
      </p:sp>
    </p:spTree>
    <p:extLst>
      <p:ext uri="{BB962C8B-B14F-4D97-AF65-F5344CB8AC3E}">
        <p14:creationId xmlns:p14="http://schemas.microsoft.com/office/powerpoint/2010/main" val="3396623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lieOnCompute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22987" y="1330220"/>
            <a:ext cx="7315200" cy="5486400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51086" y="1622637"/>
            <a:ext cx="3143801" cy="2210551"/>
          </a:xfrm>
          <a:prstGeom prst="wedgeRectCallout">
            <a:avLst>
              <a:gd name="adj1" fmla="val 58475"/>
              <a:gd name="adj2" fmla="val 61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Implementation is the best. It’s the only one that captures my beauty precisely.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4651" y="251121"/>
            <a:ext cx="89793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Which of Marr’s levels is most important?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75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51" y="251121"/>
            <a:ext cx="897934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of Marr’s levels is most important?</a:t>
            </a:r>
          </a:p>
        </p:txBody>
      </p:sp>
      <p:pic>
        <p:nvPicPr>
          <p:cNvPr id="5" name="Picture 4" descr="MistyOnOttoma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0" r="8803"/>
          <a:stretch/>
        </p:blipFill>
        <p:spPr>
          <a:xfrm rot="5400000">
            <a:off x="633764" y="1191666"/>
            <a:ext cx="5489770" cy="5842898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4977379" y="1462291"/>
            <a:ext cx="4166621" cy="2892533"/>
          </a:xfrm>
          <a:prstGeom prst="wedgeRectCallout">
            <a:avLst>
              <a:gd name="adj1" fmla="val -67812"/>
              <a:gd name="adj2" fmla="val 2627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Computational/Algorithmic </a:t>
            </a:r>
            <a:r>
              <a:rPr lang="en-US" sz="2800" dirty="0"/>
              <a:t>is the best. It captures how different things play with me. I don’t care if they’re cats, plastic, human, or feather.</a:t>
            </a:r>
          </a:p>
        </p:txBody>
      </p:sp>
    </p:spTree>
    <p:extLst>
      <p:ext uri="{BB962C8B-B14F-4D97-AF65-F5344CB8AC3E}">
        <p14:creationId xmlns:p14="http://schemas.microsoft.com/office/powerpoint/2010/main" val="3257198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Is one level more important?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077200" cy="4343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Marr: the computational level is most important, imposing the most constraints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Is one level more important?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401050" cy="4343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Marr: the computational level is most important, imposing the most constraints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Only the computational level gives a </a:t>
            </a:r>
            <a:r>
              <a:rPr lang="en-US" i="1" dirty="0"/>
              <a:t>teleological </a:t>
            </a:r>
            <a:r>
              <a:rPr lang="en-US" dirty="0"/>
              <a:t>(vs. </a:t>
            </a:r>
            <a:r>
              <a:rPr lang="en-US" i="1" dirty="0"/>
              <a:t>mechanistic</a:t>
            </a:r>
            <a:r>
              <a:rPr lang="en-US" dirty="0"/>
              <a:t>) explanation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762000" y="2974975"/>
            <a:ext cx="77724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200" dirty="0"/>
              <a:t>“</a:t>
            </a:r>
            <a:r>
              <a:rPr lang="en-US" sz="2200" dirty="0"/>
              <a:t>...trying to understand perception by studying only neurons is like trying to understand bird flight by studying only feathers: It just cannot be done. In order to understand bird flight, we have to understand aerodynamics; only then do the structure of feathers and the different shapes of birds' wings make sense.</a:t>
            </a:r>
            <a:r>
              <a:rPr lang="ja-JP" altLang="en-US" sz="2200" dirty="0"/>
              <a:t>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0941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86" name="Rectangle 42"/>
          <p:cNvSpPr>
            <a:spLocks noChangeArrowheads="1"/>
          </p:cNvSpPr>
          <p:nvPr/>
        </p:nvSpPr>
        <p:spPr bwMode="auto">
          <a:xfrm>
            <a:off x="6553200" y="3505200"/>
            <a:ext cx="1905000" cy="1447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Is one level more important?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077200" cy="4679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computational level is also the one at which it doesn’t matter whether we’re studying humans or machines…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Provides the potential for insights to cross from one discipline to another</a:t>
            </a:r>
          </a:p>
        </p:txBody>
      </p:sp>
      <p:pic>
        <p:nvPicPr>
          <p:cNvPr id="134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3" y="3609975"/>
            <a:ext cx="1543050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34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3505200"/>
            <a:ext cx="214788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134153" name="Group 9"/>
          <p:cNvGrpSpPr>
            <a:grpSpLocks/>
          </p:cNvGrpSpPr>
          <p:nvPr/>
        </p:nvGrpSpPr>
        <p:grpSpPr bwMode="auto">
          <a:xfrm>
            <a:off x="98425" y="3879850"/>
            <a:ext cx="1160463" cy="844550"/>
            <a:chOff x="110" y="2640"/>
            <a:chExt cx="995" cy="816"/>
          </a:xfrm>
        </p:grpSpPr>
        <p:sp>
          <p:nvSpPr>
            <p:cNvPr id="134154" name="AutoShape 10"/>
            <p:cNvSpPr>
              <a:spLocks noChangeArrowheads="1"/>
            </p:cNvSpPr>
            <p:nvPr/>
          </p:nvSpPr>
          <p:spPr bwMode="auto">
            <a:xfrm>
              <a:off x="336" y="2640"/>
              <a:ext cx="576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5" name="Text Box 11"/>
            <p:cNvSpPr txBox="1">
              <a:spLocks noChangeArrowheads="1"/>
            </p:cNvSpPr>
            <p:nvPr/>
          </p:nvSpPr>
          <p:spPr bwMode="auto">
            <a:xfrm>
              <a:off x="110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input</a:t>
              </a:r>
            </a:p>
          </p:txBody>
        </p:sp>
      </p:grpSp>
      <p:grpSp>
        <p:nvGrpSpPr>
          <p:cNvPr id="134156" name="Group 12"/>
          <p:cNvGrpSpPr>
            <a:grpSpLocks/>
          </p:cNvGrpSpPr>
          <p:nvPr/>
        </p:nvGrpSpPr>
        <p:grpSpPr bwMode="auto">
          <a:xfrm>
            <a:off x="1946275" y="3836988"/>
            <a:ext cx="1160463" cy="844550"/>
            <a:chOff x="1919" y="2640"/>
            <a:chExt cx="995" cy="816"/>
          </a:xfrm>
        </p:grpSpPr>
        <p:sp>
          <p:nvSpPr>
            <p:cNvPr id="134157" name="AutoShape 13"/>
            <p:cNvSpPr>
              <a:spLocks noChangeArrowheads="1"/>
            </p:cNvSpPr>
            <p:nvPr/>
          </p:nvSpPr>
          <p:spPr bwMode="auto">
            <a:xfrm>
              <a:off x="2098" y="2640"/>
              <a:ext cx="672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58" name="Text Box 14"/>
            <p:cNvSpPr txBox="1">
              <a:spLocks noChangeArrowheads="1"/>
            </p:cNvSpPr>
            <p:nvPr/>
          </p:nvSpPr>
          <p:spPr bwMode="auto">
            <a:xfrm>
              <a:off x="1919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output</a:t>
              </a:r>
            </a:p>
          </p:txBody>
        </p:sp>
      </p:grpSp>
      <p:grpSp>
        <p:nvGrpSpPr>
          <p:cNvPr id="134159" name="Group 15"/>
          <p:cNvGrpSpPr>
            <a:grpSpLocks/>
          </p:cNvGrpSpPr>
          <p:nvPr/>
        </p:nvGrpSpPr>
        <p:grpSpPr bwMode="auto">
          <a:xfrm>
            <a:off x="3011488" y="3836988"/>
            <a:ext cx="1160462" cy="844550"/>
            <a:chOff x="110" y="2640"/>
            <a:chExt cx="995" cy="816"/>
          </a:xfrm>
        </p:grpSpPr>
        <p:sp>
          <p:nvSpPr>
            <p:cNvPr id="134160" name="AutoShape 16"/>
            <p:cNvSpPr>
              <a:spLocks noChangeArrowheads="1"/>
            </p:cNvSpPr>
            <p:nvPr/>
          </p:nvSpPr>
          <p:spPr bwMode="auto">
            <a:xfrm>
              <a:off x="336" y="2640"/>
              <a:ext cx="576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1" name="Text Box 17"/>
            <p:cNvSpPr txBox="1">
              <a:spLocks noChangeArrowheads="1"/>
            </p:cNvSpPr>
            <p:nvPr/>
          </p:nvSpPr>
          <p:spPr bwMode="auto">
            <a:xfrm>
              <a:off x="110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input</a:t>
              </a:r>
            </a:p>
          </p:txBody>
        </p:sp>
      </p:grpSp>
      <p:grpSp>
        <p:nvGrpSpPr>
          <p:cNvPr id="134162" name="Group 18"/>
          <p:cNvGrpSpPr>
            <a:grpSpLocks/>
          </p:cNvGrpSpPr>
          <p:nvPr/>
        </p:nvGrpSpPr>
        <p:grpSpPr bwMode="auto">
          <a:xfrm>
            <a:off x="4859338" y="3836988"/>
            <a:ext cx="1160462" cy="844550"/>
            <a:chOff x="1919" y="2640"/>
            <a:chExt cx="995" cy="816"/>
          </a:xfrm>
        </p:grpSpPr>
        <p:sp>
          <p:nvSpPr>
            <p:cNvPr id="134163" name="AutoShape 19"/>
            <p:cNvSpPr>
              <a:spLocks noChangeArrowheads="1"/>
            </p:cNvSpPr>
            <p:nvPr/>
          </p:nvSpPr>
          <p:spPr bwMode="auto">
            <a:xfrm>
              <a:off x="2098" y="2640"/>
              <a:ext cx="672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64" name="Text Box 20"/>
            <p:cNvSpPr txBox="1">
              <a:spLocks noChangeArrowheads="1"/>
            </p:cNvSpPr>
            <p:nvPr/>
          </p:nvSpPr>
          <p:spPr bwMode="auto">
            <a:xfrm>
              <a:off x="1919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output</a:t>
              </a:r>
            </a:p>
          </p:txBody>
        </p:sp>
      </p:grpSp>
      <p:grpSp>
        <p:nvGrpSpPr>
          <p:cNvPr id="134180" name="Group 36"/>
          <p:cNvGrpSpPr>
            <a:grpSpLocks/>
          </p:cNvGrpSpPr>
          <p:nvPr/>
        </p:nvGrpSpPr>
        <p:grpSpPr bwMode="auto">
          <a:xfrm>
            <a:off x="5907088" y="3879850"/>
            <a:ext cx="1160462" cy="844550"/>
            <a:chOff x="110" y="2640"/>
            <a:chExt cx="995" cy="816"/>
          </a:xfrm>
        </p:grpSpPr>
        <p:sp>
          <p:nvSpPr>
            <p:cNvPr id="134181" name="AutoShape 37"/>
            <p:cNvSpPr>
              <a:spLocks noChangeArrowheads="1"/>
            </p:cNvSpPr>
            <p:nvPr/>
          </p:nvSpPr>
          <p:spPr bwMode="auto">
            <a:xfrm>
              <a:off x="336" y="2640"/>
              <a:ext cx="576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82" name="Text Box 38"/>
            <p:cNvSpPr txBox="1">
              <a:spLocks noChangeArrowheads="1"/>
            </p:cNvSpPr>
            <p:nvPr/>
          </p:nvSpPr>
          <p:spPr bwMode="auto">
            <a:xfrm>
              <a:off x="110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input</a:t>
              </a:r>
            </a:p>
          </p:txBody>
        </p:sp>
      </p:grpSp>
      <p:grpSp>
        <p:nvGrpSpPr>
          <p:cNvPr id="134183" name="Group 39"/>
          <p:cNvGrpSpPr>
            <a:grpSpLocks/>
          </p:cNvGrpSpPr>
          <p:nvPr/>
        </p:nvGrpSpPr>
        <p:grpSpPr bwMode="auto">
          <a:xfrm>
            <a:off x="7754938" y="3879850"/>
            <a:ext cx="1160462" cy="844550"/>
            <a:chOff x="1919" y="2640"/>
            <a:chExt cx="995" cy="816"/>
          </a:xfrm>
        </p:grpSpPr>
        <p:sp>
          <p:nvSpPr>
            <p:cNvPr id="134184" name="AutoShape 40"/>
            <p:cNvSpPr>
              <a:spLocks noChangeArrowheads="1"/>
            </p:cNvSpPr>
            <p:nvPr/>
          </p:nvSpPr>
          <p:spPr bwMode="auto">
            <a:xfrm>
              <a:off x="2098" y="2640"/>
              <a:ext cx="672" cy="81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85" name="Text Box 41"/>
            <p:cNvSpPr txBox="1">
              <a:spLocks noChangeArrowheads="1"/>
            </p:cNvSpPr>
            <p:nvPr/>
          </p:nvSpPr>
          <p:spPr bwMode="auto">
            <a:xfrm>
              <a:off x="1919" y="2880"/>
              <a:ext cx="9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7468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Different kinds of explanation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400" y="1371600"/>
            <a:ext cx="4191000" cy="43434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Mechanistic: how?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implementation</a:t>
            </a:r>
          </a:p>
          <a:p>
            <a:pPr>
              <a:buFontTx/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Teleological: why?</a:t>
            </a:r>
          </a:p>
          <a:p>
            <a:pPr lvl="1"/>
            <a:r>
              <a:rPr lang="en-US" dirty="0"/>
              <a:t>function/problem</a:t>
            </a:r>
          </a:p>
          <a:p>
            <a:pPr lvl="1"/>
            <a:r>
              <a:rPr lang="en-US" dirty="0"/>
              <a:t>optimal solution</a:t>
            </a:r>
          </a:p>
        </p:txBody>
      </p:sp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71625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78"/>
          <a:stretch>
            <a:fillRect/>
          </a:stretch>
        </p:blipFill>
        <p:spPr bwMode="auto">
          <a:xfrm>
            <a:off x="914400" y="3929063"/>
            <a:ext cx="2184400" cy="277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03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583"/>
            <a:ext cx="7772400" cy="1143000"/>
          </a:xfrm>
        </p:spPr>
        <p:txBody>
          <a:bodyPr/>
          <a:lstStyle/>
          <a:p>
            <a:r>
              <a:rPr lang="en-US" dirty="0"/>
              <a:t>Bad teleological explanations…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91165"/>
            <a:ext cx="8991600" cy="5386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Some properties of the structure of organisms are explained by their history, not their function</a:t>
            </a:r>
          </a:p>
          <a:p>
            <a:pPr lvl="1"/>
            <a:r>
              <a:rPr lang="en-US" sz="2400" dirty="0"/>
              <a:t>e.g. male nipples</a:t>
            </a:r>
            <a:endParaRPr lang="en-US" sz="1000" dirty="0"/>
          </a:p>
          <a:p>
            <a:pPr marL="0" indent="0">
              <a:buNone/>
            </a:pPr>
            <a:r>
              <a:rPr lang="en-US" sz="2800" dirty="0"/>
              <a:t>Reuse of existing structure (</a:t>
            </a:r>
            <a:r>
              <a:rPr lang="en-US" sz="2800" i="1" dirty="0" err="1"/>
              <a:t>Exaptations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- e.g., feathers of birds (temp. regulation)</a:t>
            </a:r>
          </a:p>
          <a:p>
            <a:pPr marL="0" indent="0">
              <a:buNone/>
            </a:pPr>
            <a:r>
              <a:rPr lang="en-US" sz="2400" dirty="0"/>
              <a:t>	- Are noses for wearing glasses?</a:t>
            </a:r>
          </a:p>
          <a:p>
            <a:pPr marL="0" indent="0">
              <a:buNone/>
            </a:pPr>
            <a:r>
              <a:rPr lang="en-US" sz="2800" dirty="0"/>
              <a:t>Some aspects of human cognition are going to be explained by the structure of our brains and our cognitive capacities</a:t>
            </a:r>
          </a:p>
          <a:p>
            <a:pPr lvl="1"/>
            <a:r>
              <a:rPr lang="en-US" sz="2400" dirty="0"/>
              <a:t>looking for teleological explanations everywhere will cause trouble… it’s a strategy rather than a rule</a:t>
            </a:r>
          </a:p>
          <a:p>
            <a:pPr marL="0" indent="0">
              <a:buNone/>
            </a:pPr>
            <a:r>
              <a:rPr lang="en-US" sz="2800" dirty="0"/>
              <a:t>There is a teleological explanation for any behavior.</a:t>
            </a:r>
          </a:p>
        </p:txBody>
      </p:sp>
    </p:spTree>
    <p:extLst>
      <p:ext uri="{BB962C8B-B14F-4D97-AF65-F5344CB8AC3E}">
        <p14:creationId xmlns:p14="http://schemas.microsoft.com/office/powerpoint/2010/main" val="80871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066"/>
            <a:ext cx="8229600" cy="783605"/>
          </a:xfrm>
        </p:spPr>
        <p:txBody>
          <a:bodyPr/>
          <a:lstStyle/>
          <a:p>
            <a:r>
              <a:rPr lang="en-US" dirty="0"/>
              <a:t>Some Pros/Cons of Each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89" y="1058244"/>
            <a:ext cx="8938186" cy="559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Computational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b="1" dirty="0"/>
              <a:t>Pro</a:t>
            </a:r>
            <a:r>
              <a:rPr lang="en-US" dirty="0"/>
              <a:t>: Designed systems, Goal-directed behavior , 			Emergent phenomena, Medium independent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b="1" dirty="0"/>
              <a:t>Con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Physical history, </a:t>
            </a:r>
            <a:r>
              <a:rPr lang="en-US" dirty="0" err="1"/>
              <a:t>exaptations</a:t>
            </a:r>
            <a:r>
              <a:rPr lang="en-US" dirty="0"/>
              <a:t>, always some 			goal that can explain any phenomena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Algorithmic/Representational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Pro</a:t>
            </a:r>
            <a:r>
              <a:rPr lang="en-US" dirty="0"/>
              <a:t>: Interpretable, Easy to manipulate, Medium 			independent,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Con</a:t>
            </a:r>
            <a:r>
              <a:rPr lang="en-US" dirty="0"/>
              <a:t>: Hard to identify, Typically task-specific</a:t>
            </a:r>
          </a:p>
        </p:txBody>
      </p:sp>
    </p:spTree>
    <p:extLst>
      <p:ext uri="{BB962C8B-B14F-4D97-AF65-F5344CB8AC3E}">
        <p14:creationId xmlns:p14="http://schemas.microsoft.com/office/powerpoint/2010/main" val="383032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066"/>
            <a:ext cx="8229600" cy="783605"/>
          </a:xfrm>
        </p:spPr>
        <p:txBody>
          <a:bodyPr/>
          <a:lstStyle/>
          <a:p>
            <a:r>
              <a:rPr lang="en-US" dirty="0"/>
              <a:t>Some Pros/Cons of Each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88" y="1378659"/>
            <a:ext cx="9032275" cy="5596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Algorithmic/Representational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Pro</a:t>
            </a:r>
            <a:r>
              <a:rPr lang="en-US" dirty="0"/>
              <a:t>: Interpretable, Easy to manipulate, Medium 			independent, focuses on info. processing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Con</a:t>
            </a:r>
            <a:r>
              <a:rPr lang="en-US" dirty="0"/>
              <a:t>: Hard to identify, Typically task-specific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 err="1"/>
              <a:t>Implementational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b="1" dirty="0"/>
              <a:t>Pro: </a:t>
            </a:r>
            <a:r>
              <a:rPr lang="en-US" dirty="0"/>
              <a:t>Closest to empirical reality, </a:t>
            </a:r>
            <a:r>
              <a:rPr lang="en-US" i="1" dirty="0"/>
              <a:t>reductive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b="1" dirty="0"/>
              <a:t>Con: </a:t>
            </a:r>
            <a:r>
              <a:rPr lang="en-US" dirty="0"/>
              <a:t>Medium-specific, how reductive should it be?</a:t>
            </a:r>
          </a:p>
          <a:p>
            <a:pPr marL="0" indent="0">
              <a:buNone/>
            </a:pPr>
            <a:r>
              <a:rPr lang="en-US" dirty="0"/>
              <a:t>			Should we explain cognition with atoms?</a:t>
            </a:r>
          </a:p>
        </p:txBody>
      </p:sp>
    </p:spTree>
    <p:extLst>
      <p:ext uri="{BB962C8B-B14F-4D97-AF65-F5344CB8AC3E}">
        <p14:creationId xmlns:p14="http://schemas.microsoft.com/office/powerpoint/2010/main" val="107089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Computational models can be defined at all three levels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72731"/>
            <a:ext cx="8839200" cy="528787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/>
              <a:t>Computation </a:t>
            </a:r>
            <a:r>
              <a:rPr lang="en-US" dirty="0"/>
              <a:t>(</a:t>
            </a:r>
            <a:r>
              <a:rPr lang="en-US" i="1" dirty="0"/>
              <a:t>Normative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goal of the computation, why is it appropriate, and what is the logic of the strategy by which it can be carried out?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FontTx/>
              <a:buNone/>
            </a:pPr>
            <a:r>
              <a:rPr lang="en-US" b="1" dirty="0"/>
              <a:t>Representation</a:t>
            </a:r>
            <a:r>
              <a:rPr lang="en-US" dirty="0"/>
              <a:t> </a:t>
            </a:r>
            <a:r>
              <a:rPr lang="en-US" b="1" dirty="0"/>
              <a:t>and algorithm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  <a:endParaRPr lang="en-US" b="1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representation for the input and output, and the algorithm for the transformation?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None/>
            </a:pPr>
            <a:r>
              <a:rPr lang="en-US" b="1" dirty="0"/>
              <a:t>Implementation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1004888" y="5592763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Models based on how neurons compute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1004888" y="4144963"/>
            <a:ext cx="6961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Models based on cognitive processes</a:t>
            </a: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1066800" y="21336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dirty="0"/>
              <a:t>Models based on optimal solutions to abstract computational problems </a:t>
            </a:r>
          </a:p>
        </p:txBody>
      </p:sp>
    </p:spTree>
    <p:extLst>
      <p:ext uri="{BB962C8B-B14F-4D97-AF65-F5344CB8AC3E}">
        <p14:creationId xmlns:p14="http://schemas.microsoft.com/office/powerpoint/2010/main" val="401929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113669" grpId="0"/>
      <p:bldP spid="1136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Computational models can be defined at all three levels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72731"/>
            <a:ext cx="8839200" cy="528787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/>
              <a:t>Computation </a:t>
            </a:r>
            <a:r>
              <a:rPr lang="en-US" dirty="0"/>
              <a:t>(</a:t>
            </a:r>
            <a:r>
              <a:rPr lang="en-US" i="1" dirty="0"/>
              <a:t>Normative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goal of the computation, why is it appropriate, and what is the logic of the strategy by which it can be carried out?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FontTx/>
              <a:buNone/>
            </a:pPr>
            <a:r>
              <a:rPr lang="en-US" b="1" dirty="0"/>
              <a:t>Representation</a:t>
            </a:r>
            <a:r>
              <a:rPr lang="en-US" dirty="0"/>
              <a:t> </a:t>
            </a:r>
            <a:r>
              <a:rPr lang="en-US" b="1" dirty="0"/>
              <a:t>and algorithm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  <a:endParaRPr lang="en-US" b="1" dirty="0"/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What is the representation for the input and output, and the algorithm for the transformation?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  <a:p>
            <a:pPr>
              <a:buNone/>
            </a:pPr>
            <a:r>
              <a:rPr lang="en-US" b="1" dirty="0"/>
              <a:t>Implementation </a:t>
            </a:r>
            <a:r>
              <a:rPr lang="en-US" dirty="0"/>
              <a:t>(</a:t>
            </a:r>
            <a:r>
              <a:rPr lang="en-US" i="1" dirty="0"/>
              <a:t>Descriptive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   </a:t>
            </a:r>
            <a:r>
              <a:rPr lang="ja-JP" alt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</a:rPr>
              <a:t>How can the representation and algorithm be realized physically?</a:t>
            </a:r>
            <a:r>
              <a:rPr lang="ja-JP" altLang="en-US" dirty="0">
                <a:solidFill>
                  <a:schemeClr val="bg1"/>
                </a:solidFill>
              </a:rPr>
              <a:t>”</a:t>
            </a:r>
            <a:endParaRPr lang="en-US" dirty="0"/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1004888" y="5592763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Models based on how neurons compute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1004888" y="4144963"/>
            <a:ext cx="6961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Models based on cognitive processes</a:t>
            </a:r>
          </a:p>
        </p:txBody>
      </p:sp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1066800" y="21336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dirty="0"/>
              <a:t>Models based on optimal solutions to abstract computational problems </a:t>
            </a:r>
          </a:p>
        </p:txBody>
      </p:sp>
      <p:sp>
        <p:nvSpPr>
          <p:cNvPr id="2" name="Rectangle 1"/>
          <p:cNvSpPr/>
          <p:nvPr/>
        </p:nvSpPr>
        <p:spPr>
          <a:xfrm>
            <a:off x="218613" y="1686520"/>
            <a:ext cx="8322868" cy="1513880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23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151"/>
            <a:ext cx="8382000" cy="1143000"/>
          </a:xfrm>
        </p:spPr>
        <p:txBody>
          <a:bodyPr/>
          <a:lstStyle/>
          <a:p>
            <a:r>
              <a:rPr lang="en-US" dirty="0" err="1"/>
              <a:t>Bayesianism</a:t>
            </a:r>
            <a:r>
              <a:rPr lang="en-US" dirty="0"/>
              <a:t>/Rational analysis</a:t>
            </a:r>
          </a:p>
        </p:txBody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" y="987856"/>
            <a:ext cx="9017000" cy="5706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Bayesian inference is the mathematics of inductive problems.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800" dirty="0"/>
              <a:t>Steps to forming a Bayesian model:</a:t>
            </a:r>
          </a:p>
          <a:p>
            <a:pPr marL="0" indent="0">
              <a:buNone/>
            </a:pPr>
            <a:r>
              <a:rPr lang="en-US" sz="2800" dirty="0"/>
              <a:t>1. Formalize the problem that people face.</a:t>
            </a:r>
          </a:p>
          <a:p>
            <a:pPr marL="0" indent="0">
              <a:buNone/>
            </a:pPr>
            <a:r>
              <a:rPr lang="en-US" sz="2800" dirty="0"/>
              <a:t>2. Formalize the types of knowledge people have when 	solving the problem. </a:t>
            </a:r>
          </a:p>
          <a:p>
            <a:pPr marL="0" indent="0">
              <a:buNone/>
            </a:pPr>
            <a:r>
              <a:rPr lang="en-US" sz="2800" dirty="0"/>
              <a:t>3. Apply Bayes’ rule and see what an ideal learner/observer 	would learn from the data. </a:t>
            </a:r>
          </a:p>
          <a:p>
            <a:pPr marL="0" indent="0">
              <a:buNone/>
            </a:pPr>
            <a:r>
              <a:rPr lang="en-US" sz="2800" dirty="0"/>
              <a:t>4. How does the ideal learner behave?</a:t>
            </a:r>
          </a:p>
          <a:p>
            <a:pPr marL="0" indent="0">
              <a:buNone/>
            </a:pPr>
            <a:r>
              <a:rPr lang="en-US" sz="2800" dirty="0"/>
              <a:t>5. What types of knowledge (*and/or constraints on 	learning) must be assumed for the model and people to 	behave similarly?</a:t>
            </a:r>
          </a:p>
        </p:txBody>
      </p:sp>
    </p:spTree>
    <p:extLst>
      <p:ext uri="{BB962C8B-B14F-4D97-AF65-F5344CB8AC3E}">
        <p14:creationId xmlns:p14="http://schemas.microsoft.com/office/powerpoint/2010/main" val="124058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5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0639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Explanatory virtues </a:t>
            </a:r>
            <a:br>
              <a:rPr lang="en-US" dirty="0"/>
            </a:br>
            <a:r>
              <a:rPr lang="en-US" sz="2700" dirty="0"/>
              <a:t>(adapted from Godfrey-Smith, 2001)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583" y="1301218"/>
            <a:ext cx="8900584" cy="55250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 what ways can a theory be explanatory?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i="1" dirty="0"/>
              <a:t>Empirical: </a:t>
            </a:r>
            <a:r>
              <a:rPr lang="en-US" dirty="0"/>
              <a:t>The theory predicts the phenomena of interest and it is the causally relevant factor.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Reductionism: </a:t>
            </a:r>
            <a:r>
              <a:rPr lang="en-US" dirty="0"/>
              <a:t>Should we only work on particle 	mechanics then?</a:t>
            </a:r>
          </a:p>
          <a:p>
            <a:pPr marL="0" indent="0">
              <a:buNone/>
            </a:pPr>
            <a:r>
              <a:rPr lang="en-US" dirty="0"/>
              <a:t>	But what about Newton’s laws of physics? 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i="1" dirty="0"/>
              <a:t>Explanatory:</a:t>
            </a:r>
            <a:r>
              <a:rPr lang="en-US" dirty="0"/>
              <a:t> Regardless of its empirical validity, the theory helps us understand the phenomena of interest. It is the answer to the </a:t>
            </a:r>
            <a:r>
              <a:rPr lang="en-US" i="1" dirty="0"/>
              <a:t>big </a:t>
            </a:r>
            <a:r>
              <a:rPr lang="en-US" dirty="0"/>
              <a:t>Qs of the domain.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>
              <a:buNone/>
            </a:pPr>
            <a:r>
              <a:rPr lang="en-US" i="1" dirty="0"/>
              <a:t>Methodological:</a:t>
            </a:r>
            <a:r>
              <a:rPr lang="en-US" dirty="0"/>
              <a:t> The theory is a useful guiding principle (heuristic) for designing experiments.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8857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"/>
            <a:ext cx="8229600" cy="792162"/>
          </a:xfrm>
        </p:spPr>
        <p:txBody>
          <a:bodyPr/>
          <a:lstStyle/>
          <a:p>
            <a:r>
              <a:rPr lang="en-US" dirty="0"/>
              <a:t>Bayesian Fundamentalism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990600"/>
            <a:ext cx="8775700" cy="5499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Existence proof demonstrating the Bayesian model that exhibits the same behavior as people in some domain.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Explicitly eschews mechanisms for how Bayes is computed.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All that matters is input-output pattern corresponds to some Bayesian model.</a:t>
            </a:r>
          </a:p>
          <a:p>
            <a:pPr marL="0" indent="0">
              <a:buNone/>
            </a:pPr>
            <a:r>
              <a:rPr lang="en-US" sz="2800" dirty="0"/>
              <a:t>Relation to:</a:t>
            </a:r>
          </a:p>
          <a:p>
            <a:pPr marL="0" indent="0">
              <a:buNone/>
            </a:pPr>
            <a:r>
              <a:rPr lang="en-US" sz="2800" dirty="0"/>
              <a:t>	Behaviorism?</a:t>
            </a:r>
          </a:p>
          <a:p>
            <a:pPr marL="0" indent="0">
              <a:buNone/>
            </a:pPr>
            <a:r>
              <a:rPr lang="en-US" sz="2800" dirty="0"/>
              <a:t>	Evolutionary Psychology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642100" y="6489700"/>
            <a:ext cx="241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(Jones &amp; Love, 2011)</a:t>
            </a:r>
          </a:p>
        </p:txBody>
      </p:sp>
    </p:spTree>
    <p:extLst>
      <p:ext uri="{BB962C8B-B14F-4D97-AF65-F5344CB8AC3E}">
        <p14:creationId xmlns:p14="http://schemas.microsoft.com/office/powerpoint/2010/main" val="62484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"/>
            <a:ext cx="8229600" cy="792162"/>
          </a:xfrm>
        </p:spPr>
        <p:txBody>
          <a:bodyPr/>
          <a:lstStyle/>
          <a:p>
            <a:r>
              <a:rPr lang="en-US" dirty="0"/>
              <a:t>Bayesian “Enlightenment”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990600"/>
            <a:ext cx="8915400" cy="55880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2800" dirty="0"/>
              <a:t>Measure natural environment to constrain priors. </a:t>
            </a:r>
          </a:p>
          <a:p>
            <a:pPr marL="0" indent="0">
              <a:buNone/>
            </a:pPr>
            <a:r>
              <a:rPr lang="en-US" sz="2800" dirty="0"/>
              <a:t>	 (</a:t>
            </a:r>
            <a:r>
              <a:rPr lang="en-US" sz="2800" b="1" dirty="0"/>
              <a:t>ecological statistics</a:t>
            </a:r>
            <a:r>
              <a:rPr lang="en-US" sz="2800" dirty="0"/>
              <a:t>)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800" dirty="0"/>
              <a:t>Give “psychological status” to the hypothesis space/generative models/priors.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Deriving “process” models from techniques used to approximate Bayesian models. Also, analyzing biases/heuristics in terms of psychological assumptions.</a:t>
            </a:r>
          </a:p>
          <a:p>
            <a:pPr marL="914400" lvl="1" indent="-514350">
              <a:buAutoNum type="arabicPeriod"/>
            </a:pPr>
            <a:r>
              <a:rPr lang="en-US" dirty="0"/>
              <a:t>Confirmation bias is “rational” assuming deterministic hypotheses (Austerweil &amp; Griffiths, 2008; 2011).</a:t>
            </a:r>
          </a:p>
          <a:p>
            <a:pPr marL="914400" lvl="1" indent="-514350">
              <a:buAutoNum type="arabicPeriod"/>
            </a:pPr>
            <a:r>
              <a:rPr lang="en-US" dirty="0"/>
              <a:t>Analyzing neural network processes as equivalent to Bayesian models with implicit biases.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Integrating Bayesian models with neural mechanisms (e.g., priors as % of neurons devoted to hypothesis).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2100" y="6489700"/>
            <a:ext cx="241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(Jones &amp; Love, 2011)</a:t>
            </a:r>
          </a:p>
        </p:txBody>
      </p:sp>
    </p:spTree>
    <p:extLst>
      <p:ext uri="{BB962C8B-B14F-4D97-AF65-F5344CB8AC3E}">
        <p14:creationId xmlns:p14="http://schemas.microsoft.com/office/powerpoint/2010/main" val="275516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C2E6-0735-9F77-B640-98069700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20CC-B514-427A-487C-97B85DDB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rest 1</a:t>
            </a:r>
          </a:p>
        </p:txBody>
      </p:sp>
      <p:pic>
        <p:nvPicPr>
          <p:cNvPr id="4" name="Picture 3" descr="A cat lying on the floor&#10;&#10;Description automatically generated">
            <a:extLst>
              <a:ext uri="{FF2B5EF4-FFF2-40B4-BE49-F238E27FC236}">
                <a16:creationId xmlns:a16="http://schemas.microsoft.com/office/drawing/2014/main" id="{3FA5491D-0EC7-9336-3BA5-E91B5857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468"/>
          <a:stretch/>
        </p:blipFill>
        <p:spPr>
          <a:xfrm>
            <a:off x="2741320" y="1534883"/>
            <a:ext cx="3661360" cy="51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80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7A7D-CBA2-AD41-486D-95DCA4B6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7D05E-B097-7165-705D-3E1838EA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09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C656-F4E9-EB38-5C9A-8A5463D5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6136"/>
          </a:xfrm>
        </p:spPr>
        <p:txBody>
          <a:bodyPr/>
          <a:lstStyle/>
          <a:p>
            <a:r>
              <a:rPr lang="en-US" dirty="0"/>
              <a:t>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983AB-7DE2-E328-AE34-A86ACF95E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191" y="982766"/>
                <a:ext cx="8464609" cy="569836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The expected value of a random variable (RV)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0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Also, called the average or mean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X.</a:t>
                </a:r>
              </a:p>
              <a:p>
                <a:pPr marL="0" indent="0">
                  <a:buNone/>
                </a:pP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6-sided die, the expected value is: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600" b="0" dirty="0"/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+⋯+6∗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</m:t>
                        </m:r>
                      </m:e>
                    </m:d>
                  </m:oMath>
                </a14:m>
                <a:endParaRPr lang="en-US" sz="2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b="0" dirty="0">
                    <a:ea typeface="Cambria Math" panose="02040503050406030204" pitchFamily="18" charset="0"/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=1∗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+2∗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+6∗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b="0" dirty="0">
                    <a:ea typeface="Cambria Math" panose="02040503050406030204" pitchFamily="18" charset="0"/>
                  </a:rPr>
                  <a:t>		   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1+2+3+4+5+6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=3.5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A983AB-7DE2-E328-AE34-A86ACF95E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191" y="982766"/>
                <a:ext cx="8464609" cy="5698361"/>
              </a:xfrm>
              <a:blipFill>
                <a:blip r:embed="rId2"/>
                <a:stretch>
                  <a:fillRect l="-1656" t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09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ABBE-9F33-8053-144E-8818F97B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9632-C202-5822-C2E2-E2CE20E9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6136"/>
          </a:xfrm>
        </p:spPr>
        <p:txBody>
          <a:bodyPr/>
          <a:lstStyle/>
          <a:p>
            <a:r>
              <a:rPr lang="en-US" dirty="0"/>
              <a:t>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F2FF0-6200-9C0B-5888-DB8EFA780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791" y="982766"/>
                <a:ext cx="8863673" cy="575175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The expected value of a random variable (RV)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0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Also, called the average or mean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Often interested in the expected value of a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Since RVs are just functions,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Indicator functions,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(=1 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/>
                  <a:t> is true, else 0), are often used to convert expectations to probabilities.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Expected value is linear. For RVs</a:t>
                </a:r>
                <a:r>
                  <a:rPr lang="en-US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dirty="0">
                    <a:latin typeface="+mj-lt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dirty="0">
                    <a:latin typeface="+mj-lt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latin typeface="+mj-lt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 constants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dirty="0">
                    <a:latin typeface="+mj-lt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4F2FF0-6200-9C0B-5888-DB8EFA780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791" y="982766"/>
                <a:ext cx="8863673" cy="5751757"/>
              </a:xfrm>
              <a:blipFill>
                <a:blip r:embed="rId2"/>
                <a:stretch>
                  <a:fillRect l="-1651" t="-3072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82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3F06-F136-1711-068A-6547DB58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0130-3E5B-8673-B3C3-DE604CA8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6136"/>
          </a:xfrm>
        </p:spPr>
        <p:txBody>
          <a:bodyPr/>
          <a:lstStyle/>
          <a:p>
            <a:r>
              <a:rPr lang="en-US" dirty="0"/>
              <a:t>Expected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8408C-9C94-6E4E-D532-BA6DD1445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982766"/>
                <a:ext cx="8970464" cy="57517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dirty="0"/>
                  <a:t>The expected value of a random variable (RV) </a:t>
                </a:r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0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lets say you want to know the likely number of heads from 6 coin flips. </a:t>
                </a:r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be the outcome from the </a:t>
                </a:r>
                <a:r>
                  <a:rPr lang="en-US" i="1" dirty="0"/>
                  <a:t>n</a:t>
                </a:r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coin flip.</a:t>
                </a:r>
              </a:p>
              <a:p>
                <a:pPr marL="0" indent="0">
                  <a:buNone/>
                </a:pPr>
                <a:r>
                  <a:rPr lang="en-US" b="1" dirty="0"/>
                  <a:t>Note</a:t>
                </a:r>
                <a:r>
                  <a:rPr lang="en-US" i="1" dirty="0"/>
                  <a:t>: </a:t>
                </a:r>
                <a:r>
                  <a:rPr lang="en-US" dirty="0"/>
                  <a:t>Heads is usually 1 and Tails is usually 0.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1∗0.5+0∗0.5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8408C-9C94-6E4E-D532-BA6DD1445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982766"/>
                <a:ext cx="8970464" cy="5751757"/>
              </a:xfrm>
              <a:blipFill>
                <a:blip r:embed="rId2"/>
                <a:stretch>
                  <a:fillRect l="-1698" t="-1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78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65C5EE-01B6-4563-A78A-CAB8266B1F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07853" y="1999438"/>
            <a:ext cx="3128294" cy="460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The Bernoulli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3" y="857250"/>
            <a:ext cx="9064256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coinflips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represented as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AE051C9-BEBD-4BA4-B293-A3243ED49BFB}"/>
              </a:ext>
            </a:extLst>
          </p:cNvPr>
          <p:cNvGrpSpPr/>
          <p:nvPr/>
        </p:nvGrpSpPr>
        <p:grpSpPr>
          <a:xfrm>
            <a:off x="3560384" y="2209539"/>
            <a:ext cx="348120" cy="448920"/>
            <a:chOff x="3560384" y="2209539"/>
            <a:chExt cx="34812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7BEAA2-55E0-4D6E-AE1E-1852CAE563C5}"/>
                    </a:ext>
                  </a:extLst>
                </p14:cNvPr>
                <p14:cNvContentPartPr/>
                <p14:nvPr/>
              </p14:nvContentPartPr>
              <p14:xfrm>
                <a:off x="3560384" y="2209539"/>
                <a:ext cx="348120" cy="120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7BEAA2-55E0-4D6E-AE1E-1852CAE563C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51384" y="2200899"/>
                  <a:ext cx="365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98DC50-32ED-475C-B28D-C11A48093396}"/>
                    </a:ext>
                  </a:extLst>
                </p14:cNvPr>
                <p14:cNvContentPartPr/>
                <p14:nvPr/>
              </p14:nvContentPartPr>
              <p14:xfrm>
                <a:off x="3605744" y="2329419"/>
                <a:ext cx="203760" cy="32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98DC50-32ED-475C-B28D-C11A4809339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97104" y="2320779"/>
                  <a:ext cx="221400" cy="34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8706D65-B4C9-4467-9635-765734A8A91D}"/>
              </a:ext>
            </a:extLst>
          </p:cNvPr>
          <p:cNvSpPr txBox="1"/>
          <p:nvPr/>
        </p:nvSpPr>
        <p:spPr>
          <a:xfrm>
            <a:off x="1945095" y="2544222"/>
            <a:ext cx="163796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“distributed as”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554861A-0262-4134-B936-0C46DA6CE04A}"/>
                  </a:ext>
                </a:extLst>
              </p14:cNvPr>
              <p14:cNvContentPartPr/>
              <p14:nvPr/>
            </p14:nvContentPartPr>
            <p14:xfrm>
              <a:off x="-16216" y="4651419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554861A-0262-4134-B936-0C46DA6CE04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24856" y="4642419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153A7C0-0DD4-4AA8-826F-414C391C5F7F}"/>
              </a:ext>
            </a:extLst>
          </p:cNvPr>
          <p:cNvGrpSpPr/>
          <p:nvPr/>
        </p:nvGrpSpPr>
        <p:grpSpPr>
          <a:xfrm>
            <a:off x="1009064" y="1663059"/>
            <a:ext cx="2976480" cy="524880"/>
            <a:chOff x="1009064" y="1663059"/>
            <a:chExt cx="2976480" cy="5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AB92DA-2A89-40F1-831F-41929A5C7E5B}"/>
                    </a:ext>
                  </a:extLst>
                </p14:cNvPr>
                <p14:cNvContentPartPr/>
                <p14:nvPr/>
              </p14:nvContentPartPr>
              <p14:xfrm>
                <a:off x="3536984" y="1963299"/>
                <a:ext cx="448560" cy="224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AB92DA-2A89-40F1-831F-41929A5C7E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8344" y="1954299"/>
                  <a:ext cx="466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79EE41-5D40-4722-8870-3E63B33C9F46}"/>
                    </a:ext>
                  </a:extLst>
                </p14:cNvPr>
                <p14:cNvContentPartPr/>
                <p14:nvPr/>
              </p14:nvContentPartPr>
              <p14:xfrm>
                <a:off x="1009064" y="1663059"/>
                <a:ext cx="2513520" cy="43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79EE41-5D40-4722-8870-3E63B33C9F4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0064" y="1654059"/>
                  <a:ext cx="2531160" cy="454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25B42EB-5364-4EFE-A89C-6BC69D51298C}"/>
              </a:ext>
            </a:extLst>
          </p:cNvPr>
          <p:cNvSpPr txBox="1"/>
          <p:nvPr/>
        </p:nvSpPr>
        <p:spPr>
          <a:xfrm>
            <a:off x="1278510" y="1478393"/>
            <a:ext cx="443052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“</a:t>
            </a:r>
            <a:r>
              <a:rPr lang="en-US" b="1" u="sng" dirty="0">
                <a:solidFill>
                  <a:srgbClr val="00B0F0"/>
                </a:solidFill>
              </a:rPr>
              <a:t>independent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and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u="sng" dirty="0">
                <a:solidFill>
                  <a:srgbClr val="00B0F0"/>
                </a:solidFill>
              </a:rPr>
              <a:t>identically distributed </a:t>
            </a:r>
            <a:r>
              <a:rPr lang="en-US" dirty="0">
                <a:solidFill>
                  <a:srgbClr val="00B0F0"/>
                </a:solidFill>
              </a:rPr>
              <a:t>as</a:t>
            </a:r>
            <a:r>
              <a:rPr lang="en-US" b="1" dirty="0">
                <a:solidFill>
                  <a:srgbClr val="00B0F0"/>
                </a:solidFill>
              </a:rPr>
              <a:t>”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F89AE1-F5DE-40F8-936D-DE5DEF29BD1B}"/>
              </a:ext>
            </a:extLst>
          </p:cNvPr>
          <p:cNvGrpSpPr/>
          <p:nvPr/>
        </p:nvGrpSpPr>
        <p:grpSpPr>
          <a:xfrm>
            <a:off x="4022984" y="2284779"/>
            <a:ext cx="1473120" cy="315720"/>
            <a:chOff x="4022984" y="2284779"/>
            <a:chExt cx="147312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980CA1-551B-47EE-824C-2E2908E9E9E2}"/>
                    </a:ext>
                  </a:extLst>
                </p14:cNvPr>
                <p14:cNvContentPartPr/>
                <p14:nvPr/>
              </p14:nvContentPartPr>
              <p14:xfrm>
                <a:off x="4022984" y="2284779"/>
                <a:ext cx="1473120" cy="133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980CA1-551B-47EE-824C-2E2908E9E9E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13984" y="2276139"/>
                  <a:ext cx="1490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CCCD28-85F2-4DDF-A1F0-DD6EF36688B9}"/>
                    </a:ext>
                  </a:extLst>
                </p14:cNvPr>
                <p14:cNvContentPartPr/>
                <p14:nvPr/>
              </p14:nvContentPartPr>
              <p14:xfrm>
                <a:off x="4576304" y="2408979"/>
                <a:ext cx="252000" cy="191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CCCD28-85F2-4DDF-A1F0-DD6EF36688B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67304" y="2400339"/>
                  <a:ext cx="269640" cy="209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A2911C7-82D3-48F0-95E2-DBBA7BC66612}"/>
              </a:ext>
            </a:extLst>
          </p:cNvPr>
          <p:cNvSpPr txBox="1"/>
          <p:nvPr/>
        </p:nvSpPr>
        <p:spPr>
          <a:xfrm>
            <a:off x="4307833" y="2632193"/>
            <a:ext cx="22841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“type of distribution”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1A38BBA-BCC9-42F0-AA9D-7F3D890B7A9A}"/>
                  </a:ext>
                </a:extLst>
              </p14:cNvPr>
              <p14:cNvContentPartPr/>
              <p14:nvPr/>
            </p14:nvContentPartPr>
            <p14:xfrm>
              <a:off x="5549384" y="1621299"/>
              <a:ext cx="1042560" cy="82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1A38BBA-BCC9-42F0-AA9D-7F3D890B7A9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40384" y="1612659"/>
                <a:ext cx="1060200" cy="8452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9D04B3D-0D54-4254-B26C-65737CD673F8}"/>
              </a:ext>
            </a:extLst>
          </p:cNvPr>
          <p:cNvSpPr txBox="1"/>
          <p:nvPr/>
        </p:nvSpPr>
        <p:spPr>
          <a:xfrm>
            <a:off x="6665278" y="1387820"/>
            <a:ext cx="153966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Parameter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1846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8" grpId="0" animBg="1"/>
      <p:bldP spid="33" grpId="0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65C5EE-01B6-4563-A78A-CAB8266B1F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07853" y="1536591"/>
            <a:ext cx="3128294" cy="460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The Bernoulli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3" y="857250"/>
            <a:ext cx="9064256" cy="5801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coinflips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represented as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expected value for the sum of two coinflips?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coinflips?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554861A-0262-4134-B936-0C46DA6CE04A}"/>
                  </a:ext>
                </a:extLst>
              </p14:cNvPr>
              <p14:cNvContentPartPr/>
              <p14:nvPr/>
            </p14:nvContentPartPr>
            <p14:xfrm>
              <a:off x="-16216" y="4651419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554861A-0262-4134-B936-0C46DA6CE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25216" y="4642419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38E7C565-BAB2-429D-BB97-B6F99C9CD0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162157" y="2676854"/>
            <a:ext cx="3827234" cy="62347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3E81985-DE82-4A6C-A207-2CB733F887AD}"/>
              </a:ext>
            </a:extLst>
          </p:cNvPr>
          <p:cNvGrpSpPr/>
          <p:nvPr/>
        </p:nvGrpSpPr>
        <p:grpSpPr>
          <a:xfrm>
            <a:off x="1829453" y="2359564"/>
            <a:ext cx="2326320" cy="587160"/>
            <a:chOff x="1829453" y="2359564"/>
            <a:chExt cx="2326320" cy="58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3EE951-770C-4977-B12F-1CBC4C468971}"/>
                    </a:ext>
                  </a:extLst>
                </p14:cNvPr>
                <p14:cNvContentPartPr/>
                <p14:nvPr/>
              </p14:nvContentPartPr>
              <p14:xfrm>
                <a:off x="3555293" y="2652244"/>
                <a:ext cx="600480" cy="294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3EE951-770C-4977-B12F-1CBC4C4689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6293" y="2643244"/>
                  <a:ext cx="618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7D4B61-455D-4055-BB6C-82D951DCE60D}"/>
                    </a:ext>
                  </a:extLst>
                </p14:cNvPr>
                <p14:cNvContentPartPr/>
                <p14:nvPr/>
              </p14:nvContentPartPr>
              <p14:xfrm>
                <a:off x="1829453" y="2359564"/>
                <a:ext cx="1726560" cy="33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7D4B61-455D-4055-BB6C-82D951DCE6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20455" y="2350564"/>
                  <a:ext cx="1744196" cy="357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2820DCF-4F45-45C4-A2DD-CBA7BBE06770}"/>
              </a:ext>
            </a:extLst>
          </p:cNvPr>
          <p:cNvSpPr txBox="1"/>
          <p:nvPr/>
        </p:nvSpPr>
        <p:spPr>
          <a:xfrm>
            <a:off x="2303482" y="2174898"/>
            <a:ext cx="12525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Heads or 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9E117B-7BDF-4115-8DBC-1235DEE35953}"/>
              </a:ext>
            </a:extLst>
          </p:cNvPr>
          <p:cNvGrpSpPr/>
          <p:nvPr/>
        </p:nvGrpSpPr>
        <p:grpSpPr>
          <a:xfrm>
            <a:off x="458624" y="2956539"/>
            <a:ext cx="4217400" cy="669526"/>
            <a:chOff x="458624" y="2956539"/>
            <a:chExt cx="4217400" cy="66952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8FF674-7426-4AB9-9CCC-BC90B376EC6D}"/>
                    </a:ext>
                  </a:extLst>
                </p14:cNvPr>
                <p14:cNvContentPartPr/>
                <p14:nvPr/>
              </p14:nvContentPartPr>
              <p14:xfrm>
                <a:off x="3458864" y="2956539"/>
                <a:ext cx="1217160" cy="35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8FF674-7426-4AB9-9CCC-BC90B376EC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49864" y="2947539"/>
                  <a:ext cx="12348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8B0F998-8845-4969-BFF3-728A960D3EF1}"/>
                    </a:ext>
                  </a:extLst>
                </p14:cNvPr>
                <p14:cNvContentPartPr/>
                <p14:nvPr/>
              </p14:nvContentPartPr>
              <p14:xfrm>
                <a:off x="458624" y="3307179"/>
                <a:ext cx="3318120" cy="318886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8B0F998-8845-4969-BFF3-728A960D3E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624" y="3298181"/>
                  <a:ext cx="3335760" cy="33652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3269CE-FF8C-4EA4-8AB5-10AAC34600C8}"/>
              </a:ext>
            </a:extLst>
          </p:cNvPr>
          <p:cNvSpPr txBox="1"/>
          <p:nvPr/>
        </p:nvSpPr>
        <p:spPr>
          <a:xfrm>
            <a:off x="810892" y="3527357"/>
            <a:ext cx="149259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Tails or 0 or -1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E98C54-21D0-4D07-89F6-09294D9D588B}"/>
              </a:ext>
            </a:extLst>
          </p:cNvPr>
          <p:cNvGrpSpPr/>
          <p:nvPr/>
        </p:nvGrpSpPr>
        <p:grpSpPr>
          <a:xfrm>
            <a:off x="4634624" y="2144379"/>
            <a:ext cx="1409760" cy="839520"/>
            <a:chOff x="4634624" y="2144379"/>
            <a:chExt cx="1409760" cy="8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710E45-CBAA-4BC0-B518-80691C1E7BC2}"/>
                    </a:ext>
                  </a:extLst>
                </p14:cNvPr>
                <p14:cNvContentPartPr/>
                <p14:nvPr/>
              </p14:nvContentPartPr>
              <p14:xfrm>
                <a:off x="4807784" y="2637939"/>
                <a:ext cx="1236600" cy="34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710E45-CBAA-4BC0-B518-80691C1E7B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98784" y="2628939"/>
                  <a:ext cx="1254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A09B19-CBBC-4EB6-BA35-4D8920B3F146}"/>
                    </a:ext>
                  </a:extLst>
                </p14:cNvPr>
                <p14:cNvContentPartPr/>
                <p14:nvPr/>
              </p14:nvContentPartPr>
              <p14:xfrm>
                <a:off x="4634624" y="2144379"/>
                <a:ext cx="288000" cy="590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A09B19-CBBC-4EB6-BA35-4D8920B3F14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25613" y="2135379"/>
                  <a:ext cx="305662" cy="608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0DD88D1-B1F8-418E-8675-CB2D7A5725F8}"/>
              </a:ext>
            </a:extLst>
          </p:cNvPr>
          <p:cNvSpPr txBox="1"/>
          <p:nvPr/>
        </p:nvSpPr>
        <p:spPr>
          <a:xfrm>
            <a:off x="4948959" y="2104626"/>
            <a:ext cx="21754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with probability 0.5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B89F23-9414-43DC-9457-6D3604B01A4B}"/>
              </a:ext>
            </a:extLst>
          </p:cNvPr>
          <p:cNvGrpSpPr/>
          <p:nvPr/>
        </p:nvGrpSpPr>
        <p:grpSpPr>
          <a:xfrm>
            <a:off x="4805573" y="2991004"/>
            <a:ext cx="1010520" cy="283680"/>
            <a:chOff x="4805573" y="2991004"/>
            <a:chExt cx="101052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8BDBC0-8C77-4549-B9B7-68597EC2072C}"/>
                    </a:ext>
                  </a:extLst>
                </p14:cNvPr>
                <p14:cNvContentPartPr/>
                <p14:nvPr/>
              </p14:nvContentPartPr>
              <p14:xfrm>
                <a:off x="4805573" y="2991004"/>
                <a:ext cx="738360" cy="283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8BDBC0-8C77-4549-B9B7-68597EC2072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96573" y="2982004"/>
                  <a:ext cx="756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69E727-A4E4-43DB-90E3-5DAA5DA36655}"/>
                    </a:ext>
                  </a:extLst>
                </p14:cNvPr>
                <p14:cNvContentPartPr/>
                <p14:nvPr/>
              </p14:nvContentPartPr>
              <p14:xfrm>
                <a:off x="5519813" y="3046444"/>
                <a:ext cx="296280" cy="9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69E727-A4E4-43DB-90E3-5DAA5DA366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10802" y="3037444"/>
                  <a:ext cx="313941" cy="11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BD63FF2-3437-47BE-AAE8-0D6BCAD47B58}"/>
              </a:ext>
            </a:extLst>
          </p:cNvPr>
          <p:cNvSpPr txBox="1"/>
          <p:nvPr/>
        </p:nvSpPr>
        <p:spPr>
          <a:xfrm>
            <a:off x="5859878" y="3013769"/>
            <a:ext cx="12171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otherwise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8C390C-AE21-4EB5-943C-7847BBF5E020}"/>
              </a:ext>
            </a:extLst>
          </p:cNvPr>
          <p:cNvGrpSpPr/>
          <p:nvPr/>
        </p:nvGrpSpPr>
        <p:grpSpPr>
          <a:xfrm>
            <a:off x="5576333" y="1412764"/>
            <a:ext cx="1501920" cy="955800"/>
            <a:chOff x="5576333" y="1412764"/>
            <a:chExt cx="1501920" cy="9558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15C9F60-F94D-43B4-BE36-B83B278F9245}"/>
                </a:ext>
              </a:extLst>
            </p:cNvPr>
            <p:cNvGrpSpPr/>
            <p:nvPr/>
          </p:nvGrpSpPr>
          <p:grpSpPr>
            <a:xfrm>
              <a:off x="5576333" y="1412764"/>
              <a:ext cx="961200" cy="461160"/>
              <a:chOff x="5576333" y="1412764"/>
              <a:chExt cx="961200" cy="461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4B82B276-31CA-4AED-89EB-699B047CAFA5}"/>
                      </a:ext>
                    </a:extLst>
                  </p14:cNvPr>
                  <p14:cNvContentPartPr/>
                  <p14:nvPr/>
                </p14:nvContentPartPr>
                <p14:xfrm>
                  <a:off x="5576333" y="1639924"/>
                  <a:ext cx="397800" cy="23400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4B82B276-31CA-4AED-89EB-699B047CAFA5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5567693" y="1631284"/>
                    <a:ext cx="415440" cy="251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03846D8C-961C-42F9-897A-F35249FACB84}"/>
                      </a:ext>
                    </a:extLst>
                  </p14:cNvPr>
                  <p14:cNvContentPartPr/>
                  <p14:nvPr/>
                </p14:nvContentPartPr>
                <p14:xfrm>
                  <a:off x="6262493" y="1412764"/>
                  <a:ext cx="275040" cy="40788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03846D8C-961C-42F9-897A-F35249FACB84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253853" y="1403764"/>
                    <a:ext cx="292680" cy="42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D3CDAD1D-CE44-4494-80E7-B9044286F857}"/>
                      </a:ext>
                    </a:extLst>
                  </p14:cNvPr>
                  <p14:cNvContentPartPr/>
                  <p14:nvPr/>
                </p14:nvContentPartPr>
                <p14:xfrm>
                  <a:off x="6276173" y="1613644"/>
                  <a:ext cx="231840" cy="1332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D3CDAD1D-CE44-4494-80E7-B9044286F857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267533" y="1604644"/>
                    <a:ext cx="249480" cy="309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56E5DD7-7BC3-4392-BCB8-998F8FD5FCC5}"/>
                </a:ext>
              </a:extLst>
            </p:cNvPr>
            <p:cNvGrpSpPr/>
            <p:nvPr/>
          </p:nvGrpSpPr>
          <p:grpSpPr>
            <a:xfrm>
              <a:off x="6614933" y="2099284"/>
              <a:ext cx="463320" cy="269280"/>
              <a:chOff x="6614933" y="2099284"/>
              <a:chExt cx="463320" cy="269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D0080171-5E0C-4D27-A900-3F8564EDC48D}"/>
                      </a:ext>
                    </a:extLst>
                  </p14:cNvPr>
                  <p14:cNvContentPartPr/>
                  <p14:nvPr/>
                </p14:nvContentPartPr>
                <p14:xfrm>
                  <a:off x="6614933" y="2175604"/>
                  <a:ext cx="165600" cy="17244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D0080171-5E0C-4D27-A900-3F8564EDC48D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6606293" y="2166604"/>
                    <a:ext cx="183240" cy="190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2378BEDD-6E1F-436D-867E-D663D762C455}"/>
                      </a:ext>
                    </a:extLst>
                  </p14:cNvPr>
                  <p14:cNvContentPartPr/>
                  <p14:nvPr/>
                </p14:nvContentPartPr>
                <p14:xfrm>
                  <a:off x="6895373" y="2099284"/>
                  <a:ext cx="182880" cy="2692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2378BEDD-6E1F-436D-867E-D663D762C455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886733" y="2090284"/>
                    <a:ext cx="200520" cy="286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989A6B2A-4696-4B35-93DC-2735B0BE10FA}"/>
                      </a:ext>
                    </a:extLst>
                  </p14:cNvPr>
                  <p14:cNvContentPartPr/>
                  <p14:nvPr/>
                </p14:nvContentPartPr>
                <p14:xfrm>
                  <a:off x="6919493" y="2235004"/>
                  <a:ext cx="100440" cy="1188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989A6B2A-4696-4B35-93DC-2735B0BE10FA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910853" y="2226004"/>
                    <a:ext cx="118080" cy="295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E316662-F3E6-4D95-9CD9-40572298514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211142" y="3962950"/>
            <a:ext cx="8839199" cy="56576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56CCA8E-9529-4FDB-8954-3167109F1A3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1315533" y="5076933"/>
            <a:ext cx="6055669" cy="29953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EFDBB67-3227-4A0A-8F8B-1A6AAA5DC5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2130694" y="5822316"/>
            <a:ext cx="2931061" cy="756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EA08B9D-1926-4E14-A25E-CD11DF8BC7C3}"/>
                  </a:ext>
                </a:extLst>
              </p14:cNvPr>
              <p14:cNvContentPartPr/>
              <p14:nvPr/>
            </p14:nvContentPartPr>
            <p14:xfrm>
              <a:off x="2461087" y="6419478"/>
              <a:ext cx="532440" cy="197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EA08B9D-1926-4E14-A25E-CD11DF8BC7C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52447" y="6410478"/>
                <a:ext cx="5500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2E7B4CB-A966-419F-A270-303BA84953C8}"/>
                  </a:ext>
                </a:extLst>
              </p14:cNvPr>
              <p14:cNvContentPartPr/>
              <p14:nvPr/>
            </p14:nvContentPartPr>
            <p14:xfrm>
              <a:off x="2746401" y="6304945"/>
              <a:ext cx="2428920" cy="488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2E7B4CB-A966-419F-A270-303BA84953C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737401" y="6295952"/>
                <a:ext cx="2446560" cy="505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BA0FCD9-D92F-4077-B48C-D5413A25A3BE}"/>
                  </a:ext>
                </a:extLst>
              </p14:cNvPr>
              <p14:cNvContentPartPr/>
              <p14:nvPr/>
            </p14:nvContentPartPr>
            <p14:xfrm>
              <a:off x="2580607" y="5778551"/>
              <a:ext cx="237960" cy="195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BA0FCD9-D92F-4077-B48C-D5413A25A3B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71607" y="5769551"/>
                <a:ext cx="255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6EFD6D4-08AD-497B-AAF5-41395A91DB5C}"/>
                  </a:ext>
                </a:extLst>
              </p14:cNvPr>
              <p14:cNvContentPartPr/>
              <p14:nvPr/>
            </p14:nvContentPartPr>
            <p14:xfrm>
              <a:off x="2775007" y="5719511"/>
              <a:ext cx="2395080" cy="144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6EFD6D4-08AD-497B-AAF5-41395A91DB5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66007" y="5710511"/>
                <a:ext cx="2412720" cy="16236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8EBEF6A5-92CE-493C-91B1-7A9D305E2137}"/>
              </a:ext>
            </a:extLst>
          </p:cNvPr>
          <p:cNvSpPr txBox="1"/>
          <p:nvPr/>
        </p:nvSpPr>
        <p:spPr>
          <a:xfrm>
            <a:off x="5256154" y="5876111"/>
            <a:ext cx="343064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Sum from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rgbClr val="FF0000"/>
                </a:solidFill>
              </a:rPr>
              <a:t> to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rgbClr val="FF0000"/>
                </a:solidFill>
              </a:rPr>
              <a:t> (with index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3580A8-FFCD-41AB-80D4-649E55C21012}"/>
                  </a:ext>
                </a:extLst>
              </p14:cNvPr>
              <p14:cNvContentPartPr/>
              <p14:nvPr/>
            </p14:nvContentPartPr>
            <p14:xfrm>
              <a:off x="7185727" y="5175551"/>
              <a:ext cx="258480" cy="149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3580A8-FFCD-41AB-80D4-649E55C2101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176727" y="5166551"/>
                <a:ext cx="27612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5783E3E-F2A8-491A-89EB-0CADEED8D58B}"/>
              </a:ext>
            </a:extLst>
          </p:cNvPr>
          <p:cNvGrpSpPr/>
          <p:nvPr/>
        </p:nvGrpSpPr>
        <p:grpSpPr>
          <a:xfrm>
            <a:off x="7594327" y="5087711"/>
            <a:ext cx="368280" cy="237240"/>
            <a:chOff x="7594327" y="5087711"/>
            <a:chExt cx="3682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3354932-89DF-43D7-A11D-20723A35C27F}"/>
                    </a:ext>
                  </a:extLst>
                </p14:cNvPr>
                <p14:cNvContentPartPr/>
                <p14:nvPr/>
              </p14:nvContentPartPr>
              <p14:xfrm>
                <a:off x="7733647" y="5087711"/>
                <a:ext cx="228960" cy="218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3354932-89DF-43D7-A11D-20723A35C27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24647" y="5079071"/>
                  <a:ext cx="246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283C42-30FB-48F5-8C1B-BA61AC44EBB3}"/>
                    </a:ext>
                  </a:extLst>
                </p14:cNvPr>
                <p14:cNvContentPartPr/>
                <p14:nvPr/>
              </p14:nvContentPartPr>
              <p14:xfrm>
                <a:off x="7701967" y="5184551"/>
                <a:ext cx="235800" cy="12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283C42-30FB-48F5-8C1B-BA61AC44EBB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93327" y="5175551"/>
                  <a:ext cx="253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9AE3D17-E495-460D-8839-7B24E3F21DBC}"/>
                    </a:ext>
                  </a:extLst>
                </p14:cNvPr>
                <p14:cNvContentPartPr/>
                <p14:nvPr/>
              </p14:nvContentPartPr>
              <p14:xfrm>
                <a:off x="7594327" y="5087711"/>
                <a:ext cx="150120" cy="237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9AE3D17-E495-460D-8839-7B24E3F21DB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585687" y="5078711"/>
                  <a:ext cx="16776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EF039A3-BE65-4421-A225-727E1357D796}"/>
              </a:ext>
            </a:extLst>
          </p:cNvPr>
          <p:cNvGrpSpPr/>
          <p:nvPr/>
        </p:nvGrpSpPr>
        <p:grpSpPr>
          <a:xfrm>
            <a:off x="8681167" y="3712871"/>
            <a:ext cx="418320" cy="461160"/>
            <a:chOff x="8681167" y="3712871"/>
            <a:chExt cx="418320" cy="4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A1D5D2-3E87-43DA-87D5-CD104E4AABF2}"/>
                    </a:ext>
                  </a:extLst>
                </p14:cNvPr>
                <p14:cNvContentPartPr/>
                <p14:nvPr/>
              </p14:nvContentPartPr>
              <p14:xfrm>
                <a:off x="8681167" y="4061711"/>
                <a:ext cx="134640" cy="112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A1D5D2-3E87-43DA-87D5-CD104E4AAB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72143" y="4052711"/>
                  <a:ext cx="152327" cy="1299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615BCFF-68D4-4BBF-A0FF-DB61BB9080A7}"/>
                </a:ext>
              </a:extLst>
            </p:cNvPr>
            <p:cNvGrpSpPr/>
            <p:nvPr/>
          </p:nvGrpSpPr>
          <p:grpSpPr>
            <a:xfrm>
              <a:off x="8701327" y="3712871"/>
              <a:ext cx="185400" cy="281160"/>
              <a:chOff x="8701327" y="3712871"/>
              <a:chExt cx="185400" cy="281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7587F9D5-E933-4D61-B1D5-A7080913B9FB}"/>
                      </a:ext>
                    </a:extLst>
                  </p14:cNvPr>
                  <p14:cNvContentPartPr/>
                  <p14:nvPr/>
                </p14:nvContentPartPr>
                <p14:xfrm>
                  <a:off x="8701327" y="3712871"/>
                  <a:ext cx="185400" cy="28116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7587F9D5-E933-4D61-B1D5-A7080913B9FB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8692687" y="3704231"/>
                    <a:ext cx="203040" cy="29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B304718A-FEA6-47BE-902C-E23F49E63D79}"/>
                      </a:ext>
                    </a:extLst>
                  </p14:cNvPr>
                  <p14:cNvContentPartPr/>
                  <p14:nvPr/>
                </p14:nvContentPartPr>
                <p14:xfrm>
                  <a:off x="8724007" y="3818351"/>
                  <a:ext cx="160560" cy="2232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B304718A-FEA6-47BE-902C-E23F49E63D79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8715007" y="3809711"/>
                    <a:ext cx="178200" cy="399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D764DE4-1797-4CCC-807B-57EFE0E4D409}"/>
                    </a:ext>
                  </a:extLst>
                </p14:cNvPr>
                <p14:cNvContentPartPr/>
                <p14:nvPr/>
              </p14:nvContentPartPr>
              <p14:xfrm>
                <a:off x="8691607" y="4130831"/>
                <a:ext cx="40788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D764DE4-1797-4CCC-807B-57EFE0E4D40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82607" y="4121831"/>
                  <a:ext cx="4255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66582D2-C4D0-4A06-A294-2250C156B0B5}"/>
                  </a:ext>
                </a:extLst>
              </p14:cNvPr>
              <p14:cNvContentPartPr/>
              <p14:nvPr/>
            </p14:nvContentPartPr>
            <p14:xfrm>
              <a:off x="4636207" y="6110111"/>
              <a:ext cx="440640" cy="648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66582D2-C4D0-4A06-A294-2250C156B0B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627207" y="6101471"/>
                <a:ext cx="4582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8D08930-BCEF-4087-8081-6775C2AE5EBE}"/>
                  </a:ext>
                </a:extLst>
              </p14:cNvPr>
              <p14:cNvContentPartPr/>
              <p14:nvPr/>
            </p14:nvContentPartPr>
            <p14:xfrm>
              <a:off x="4668607" y="5840111"/>
              <a:ext cx="137160" cy="189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8D08930-BCEF-4087-8081-6775C2AE5EB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659607" y="5831471"/>
                <a:ext cx="15480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FE27203-58B5-4B83-A3C1-A4F0E68E99CA}"/>
              </a:ext>
            </a:extLst>
          </p:cNvPr>
          <p:cNvGrpSpPr/>
          <p:nvPr/>
        </p:nvGrpSpPr>
        <p:grpSpPr>
          <a:xfrm>
            <a:off x="4860847" y="5840831"/>
            <a:ext cx="130680" cy="185400"/>
            <a:chOff x="4860847" y="5840831"/>
            <a:chExt cx="13068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03B9BF-EAB4-4456-9777-3502BA59BDC9}"/>
                    </a:ext>
                  </a:extLst>
                </p14:cNvPr>
                <p14:cNvContentPartPr/>
                <p14:nvPr/>
              </p14:nvContentPartPr>
              <p14:xfrm>
                <a:off x="4860847" y="5840831"/>
                <a:ext cx="130680" cy="18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03B9BF-EAB4-4456-9777-3502BA59BDC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52207" y="5831831"/>
                  <a:ext cx="148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8AA581-B607-4C94-8676-E5C7911844EC}"/>
                    </a:ext>
                  </a:extLst>
                </p14:cNvPr>
                <p14:cNvContentPartPr/>
                <p14:nvPr/>
              </p14:nvContentPartPr>
              <p14:xfrm>
                <a:off x="4883527" y="5926511"/>
                <a:ext cx="84600" cy="2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8AA581-B607-4C94-8676-E5C7911844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74887" y="5917871"/>
                  <a:ext cx="102240" cy="39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ED44D002-9314-44C2-8F58-ACA19D8F685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1"/>
          <a:stretch>
            <a:fillRect/>
          </a:stretch>
        </p:blipFill>
        <p:spPr>
          <a:xfrm>
            <a:off x="7388129" y="1599879"/>
            <a:ext cx="1148956" cy="322173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C9D3EA33-490D-4527-96E0-3D9F175E494A}"/>
              </a:ext>
            </a:extLst>
          </p:cNvPr>
          <p:cNvGrpSpPr/>
          <p:nvPr/>
        </p:nvGrpSpPr>
        <p:grpSpPr>
          <a:xfrm>
            <a:off x="7897087" y="1526591"/>
            <a:ext cx="753840" cy="717840"/>
            <a:chOff x="7897087" y="1526591"/>
            <a:chExt cx="753840" cy="71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680FB8D-7E1F-4B98-B482-CB4A607E82B8}"/>
                    </a:ext>
                  </a:extLst>
                </p14:cNvPr>
                <p14:cNvContentPartPr/>
                <p14:nvPr/>
              </p14:nvContentPartPr>
              <p14:xfrm>
                <a:off x="7897087" y="1526591"/>
                <a:ext cx="753840" cy="47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680FB8D-7E1F-4B98-B482-CB4A607E82B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88447" y="1517591"/>
                  <a:ext cx="7714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3653E7-5336-4D58-A041-8F3CCE7EC59E}"/>
                    </a:ext>
                  </a:extLst>
                </p14:cNvPr>
                <p14:cNvContentPartPr/>
                <p14:nvPr/>
              </p14:nvContentPartPr>
              <p14:xfrm>
                <a:off x="7996087" y="1957511"/>
                <a:ext cx="129960" cy="28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3653E7-5336-4D58-A041-8F3CCE7EC5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87087" y="1948871"/>
                  <a:ext cx="147600" cy="304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E9123F3-B067-4BCD-BEF0-0DAF1D0773E4}"/>
              </a:ext>
            </a:extLst>
          </p:cNvPr>
          <p:cNvSpPr txBox="1"/>
          <p:nvPr/>
        </p:nvSpPr>
        <p:spPr>
          <a:xfrm>
            <a:off x="7594327" y="2439759"/>
            <a:ext cx="122148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Continuum from 0 to 1 (inclusive)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9C81D8-4C2A-43E5-A9E6-81020AACDF8E}"/>
              </a:ext>
            </a:extLst>
          </p:cNvPr>
          <p:cNvSpPr/>
          <p:nvPr/>
        </p:nvSpPr>
        <p:spPr>
          <a:xfrm>
            <a:off x="3066881" y="5973671"/>
            <a:ext cx="2089753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4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  <p:bldP spid="20" grpId="0" animBg="1"/>
      <p:bldP spid="59" grpId="0" animBg="1"/>
      <p:bldP spid="8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0D68-EA05-413A-B97B-86C4FFB2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Probability, Bernoulli and the Expectation Indicator Function “Trick”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0E02E-BF87-411E-B3C6-C62C0CCBA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67" y="1516828"/>
            <a:ext cx="8681421" cy="50345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indicator function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/>
              <a:t> </a:t>
            </a:r>
            <a:r>
              <a:rPr lang="en-US" dirty="0"/>
              <a:t>returns 1 when its argument is true and 0 otherwise.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E.g.,                                   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Convert between expectations and probabilities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Will be critical during the approximation unit</a:t>
            </a:r>
          </a:p>
          <a:p>
            <a:pPr marL="0" indent="0">
              <a:buNone/>
            </a:pPr>
            <a:r>
              <a:rPr lang="en-US" dirty="0"/>
              <a:t>For an event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/>
              <a:t> and random variable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C18B0-2E44-4777-A970-3BA829552C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61636" y="1635422"/>
            <a:ext cx="571730" cy="3938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870B0E-0175-4A42-842F-54C10F129C5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81157" y="2753956"/>
            <a:ext cx="2539848" cy="3458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0AAB25-89AF-4A0C-9FF7-013A43B91AF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48312" y="3347210"/>
            <a:ext cx="8559021" cy="3392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7901D2-4B60-4281-AB00-4BBA5E3C999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55022" y="3957489"/>
            <a:ext cx="4714239" cy="3399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B152E9-FF19-409E-B031-34894B9C237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862728" y="6211459"/>
            <a:ext cx="3774247" cy="3399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9A5D5DC-02E5-45C1-B305-71EC3BAB4067}"/>
                  </a:ext>
                </a:extLst>
              </p14:cNvPr>
              <p14:cNvContentPartPr/>
              <p14:nvPr/>
            </p14:nvContentPartPr>
            <p14:xfrm>
              <a:off x="-720953" y="542143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9A5D5DC-02E5-45C1-B305-71EC3BAB40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729953" y="541243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15DF293-3B0C-48D5-956C-BE92D36BDB04}"/>
              </a:ext>
            </a:extLst>
          </p:cNvPr>
          <p:cNvGrpSpPr/>
          <p:nvPr/>
        </p:nvGrpSpPr>
        <p:grpSpPr>
          <a:xfrm>
            <a:off x="2839447" y="3764711"/>
            <a:ext cx="1569600" cy="462960"/>
            <a:chOff x="2839447" y="3764711"/>
            <a:chExt cx="156960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B319A6-D838-4981-A8CD-ECC40ADDE655}"/>
                    </a:ext>
                  </a:extLst>
                </p14:cNvPr>
                <p14:cNvContentPartPr/>
                <p14:nvPr/>
              </p14:nvContentPartPr>
              <p14:xfrm>
                <a:off x="2839447" y="4018151"/>
                <a:ext cx="1569600" cy="209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B319A6-D838-4981-A8CD-ECC40ADDE6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0807" y="4009511"/>
                  <a:ext cx="1587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35FEFB-57A3-4F3F-B22E-9712286A4A2D}"/>
                    </a:ext>
                  </a:extLst>
                </p14:cNvPr>
                <p14:cNvContentPartPr/>
                <p14:nvPr/>
              </p14:nvContentPartPr>
              <p14:xfrm>
                <a:off x="3579247" y="3764711"/>
                <a:ext cx="307080" cy="216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35FEFB-57A3-4F3F-B22E-9712286A4A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0607" y="3755711"/>
                  <a:ext cx="324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70B9195-0496-43D4-B2D9-99E66A8D9277}"/>
                    </a:ext>
                  </a:extLst>
                </p14:cNvPr>
                <p14:cNvContentPartPr/>
                <p14:nvPr/>
              </p14:nvContentPartPr>
              <p14:xfrm>
                <a:off x="3570967" y="3850751"/>
                <a:ext cx="27900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70B9195-0496-43D4-B2D9-99E66A8D92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62327" y="3842111"/>
                  <a:ext cx="2966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6050B1-5A79-4EE9-A828-6278E9E9F714}"/>
              </a:ext>
            </a:extLst>
          </p:cNvPr>
          <p:cNvGrpSpPr/>
          <p:nvPr/>
        </p:nvGrpSpPr>
        <p:grpSpPr>
          <a:xfrm>
            <a:off x="4410127" y="3076391"/>
            <a:ext cx="1139400" cy="516600"/>
            <a:chOff x="4410127" y="3076391"/>
            <a:chExt cx="1139400" cy="51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75DF80-B667-4941-A056-7E93F8CDA829}"/>
                    </a:ext>
                  </a:extLst>
                </p14:cNvPr>
                <p14:cNvContentPartPr/>
                <p14:nvPr/>
              </p14:nvContentPartPr>
              <p14:xfrm>
                <a:off x="4410127" y="3345671"/>
                <a:ext cx="1139400" cy="24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75DF80-B667-4941-A056-7E93F8CDA8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487" y="3337031"/>
                  <a:ext cx="1157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B47CF3-791C-405B-B5AA-3B13755D085B}"/>
                    </a:ext>
                  </a:extLst>
                </p14:cNvPr>
                <p14:cNvContentPartPr/>
                <p14:nvPr/>
              </p14:nvContentPartPr>
              <p14:xfrm>
                <a:off x="5087287" y="3076391"/>
                <a:ext cx="12240" cy="192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B47CF3-791C-405B-B5AA-3B13755D08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78647" y="3067391"/>
                  <a:ext cx="2988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F2FB292-83CE-46C0-B70B-2067594AAB9F}"/>
              </a:ext>
            </a:extLst>
          </p:cNvPr>
          <p:cNvGrpSpPr/>
          <p:nvPr/>
        </p:nvGrpSpPr>
        <p:grpSpPr>
          <a:xfrm>
            <a:off x="7831207" y="2955791"/>
            <a:ext cx="1268640" cy="604800"/>
            <a:chOff x="7831207" y="2955791"/>
            <a:chExt cx="126864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4C3200-6300-4D61-800C-57584315E87C}"/>
                    </a:ext>
                  </a:extLst>
                </p14:cNvPr>
                <p14:cNvContentPartPr/>
                <p14:nvPr/>
              </p14:nvContentPartPr>
              <p14:xfrm>
                <a:off x="7831207" y="3312191"/>
                <a:ext cx="1268640" cy="248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4C3200-6300-4D61-800C-57584315E8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22207" y="3303191"/>
                  <a:ext cx="1286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18B6C9-DB3E-495A-9316-0A026E1AF6A5}"/>
                    </a:ext>
                  </a:extLst>
                </p14:cNvPr>
                <p14:cNvContentPartPr/>
                <p14:nvPr/>
              </p14:nvContentPartPr>
              <p14:xfrm>
                <a:off x="8290927" y="2955791"/>
                <a:ext cx="317160" cy="19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18B6C9-DB3E-495A-9316-0A026E1AF6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81927" y="2946791"/>
                  <a:ext cx="33480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10440DF-5587-4481-A5F8-62CD2DF1F850}"/>
                  </a:ext>
                </a:extLst>
              </p14:cNvPr>
              <p14:cNvContentPartPr/>
              <p14:nvPr/>
            </p14:nvContentPartPr>
            <p14:xfrm>
              <a:off x="-1237193" y="1301591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10440DF-5587-4481-A5F8-62CD2DF1F8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1246193" y="129259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3A5EA3A-22CE-4A4A-82F0-0B861C704E64}"/>
              </a:ext>
            </a:extLst>
          </p:cNvPr>
          <p:cNvSpPr/>
          <p:nvPr/>
        </p:nvSpPr>
        <p:spPr>
          <a:xfrm>
            <a:off x="4525022" y="3872891"/>
            <a:ext cx="693867" cy="5299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23676-4ADB-4542-871B-68BBCC958B7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5378265" y="2761580"/>
            <a:ext cx="1878458" cy="34586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D05EE60-2615-4BA3-8679-01DA3F658971}"/>
              </a:ext>
            </a:extLst>
          </p:cNvPr>
          <p:cNvSpPr/>
          <p:nvPr/>
        </p:nvSpPr>
        <p:spPr>
          <a:xfrm>
            <a:off x="2482247" y="3349852"/>
            <a:ext cx="6536731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2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6DBD-8BF4-9ABF-7EB3-FF316195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2404-4021-8396-FD15-ACB1AAACA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3160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8F014CC4-112F-4F02-9699-7901BF42E9EA}"/>
              </a:ext>
            </a:extLst>
          </p:cNvPr>
          <p:cNvSpPr txBox="1"/>
          <p:nvPr/>
        </p:nvSpPr>
        <p:spPr>
          <a:xfrm>
            <a:off x="1019733" y="6441753"/>
            <a:ext cx="21541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Integral symbol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Probabilities in Continuous 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3" y="857250"/>
            <a:ext cx="9064256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Probability mass function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	probability mass assigned to a specific value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	Discrete random variable (</a:t>
            </a:r>
            <a:r>
              <a:rPr lang="en-US" sz="2800" dirty="0" err="1">
                <a:latin typeface="+mj-lt"/>
                <a:cs typeface="Times New Roman" panose="02020603050405020304" pitchFamily="18" charset="0"/>
              </a:rPr>
              <a:t>rv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cs typeface="Times New Roman" panose="02020603050405020304" pitchFamily="18" charset="0"/>
              </a:rPr>
              <a:t>continuous </a:t>
            </a:r>
            <a:r>
              <a:rPr lang="en-US" sz="2800" dirty="0" err="1">
                <a:cs typeface="Times New Roman" panose="02020603050405020304" pitchFamily="18" charset="0"/>
              </a:rPr>
              <a:t>rv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Probability density function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(‧)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Relative likelihood of a value near that precise location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To get probabilities for continuous distributions, you calculate the probability it takes a value in some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region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	The probability is the integral of the density for a region</a:t>
            </a:r>
          </a:p>
          <a:p>
            <a:pPr marL="0" indent="0">
              <a:buNone/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415C510-EFF9-4A73-90B3-8F65174305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281356" y="2487565"/>
            <a:ext cx="2155237" cy="354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D79FF3-F7AD-494A-9173-964E875CC3B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271120" y="980142"/>
            <a:ext cx="601760" cy="3542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E0877-2327-4002-9B1A-351E711E235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281355" y="4016209"/>
            <a:ext cx="1946117" cy="3542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C5E617-7D3A-4D46-982D-3D1C7A80D38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358974" y="6079266"/>
            <a:ext cx="4112021" cy="41184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C002D26-5ABB-41DC-A015-B040AF66A538}"/>
              </a:ext>
            </a:extLst>
          </p:cNvPr>
          <p:cNvGrpSpPr/>
          <p:nvPr/>
        </p:nvGrpSpPr>
        <p:grpSpPr>
          <a:xfrm>
            <a:off x="686287" y="6022271"/>
            <a:ext cx="3930840" cy="678240"/>
            <a:chOff x="686287" y="6022271"/>
            <a:chExt cx="3930840" cy="6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A7B37D-D05F-49E5-A97A-E9FC5E77A3D7}"/>
                    </a:ext>
                  </a:extLst>
                </p14:cNvPr>
                <p14:cNvContentPartPr/>
                <p14:nvPr/>
              </p14:nvContentPartPr>
              <p14:xfrm>
                <a:off x="4344967" y="6022271"/>
                <a:ext cx="272160" cy="49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A7B37D-D05F-49E5-A97A-E9FC5E77A3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35955" y="6013271"/>
                  <a:ext cx="289823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00A760-5B1E-4F08-9263-92C7FD37A06A}"/>
                    </a:ext>
                  </a:extLst>
                </p14:cNvPr>
                <p14:cNvContentPartPr/>
                <p14:nvPr/>
              </p14:nvContentPartPr>
              <p14:xfrm>
                <a:off x="686287" y="6421871"/>
                <a:ext cx="3638160" cy="278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00A760-5B1E-4F08-9263-92C7FD37A0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7286" y="6412871"/>
                  <a:ext cx="3655802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94AEDE-24FD-40A4-B04F-EB745D368707}"/>
              </a:ext>
            </a:extLst>
          </p:cNvPr>
          <p:cNvGrpSpPr/>
          <p:nvPr/>
        </p:nvGrpSpPr>
        <p:grpSpPr>
          <a:xfrm>
            <a:off x="4504447" y="6282191"/>
            <a:ext cx="608760" cy="403200"/>
            <a:chOff x="4504447" y="6282191"/>
            <a:chExt cx="60876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045E34-0021-469B-B06D-B407EA922400}"/>
                    </a:ext>
                  </a:extLst>
                </p14:cNvPr>
                <p14:cNvContentPartPr/>
                <p14:nvPr/>
              </p14:nvContentPartPr>
              <p14:xfrm>
                <a:off x="4504447" y="6282191"/>
                <a:ext cx="262800" cy="250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045E34-0021-469B-B06D-B407EA9224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5447" y="6273191"/>
                  <a:ext cx="280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C8D210-1EE5-40BE-B926-4E51F4F22A7C}"/>
                    </a:ext>
                  </a:extLst>
                </p14:cNvPr>
                <p14:cNvContentPartPr/>
                <p14:nvPr/>
              </p14:nvContentPartPr>
              <p14:xfrm>
                <a:off x="4679047" y="6518711"/>
                <a:ext cx="434160" cy="16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C8D210-1EE5-40BE-B926-4E51F4F22A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0047" y="6509711"/>
                  <a:ext cx="45180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C5A21B-3B48-4E70-9ABD-EE4FD663C9EB}"/>
              </a:ext>
            </a:extLst>
          </p:cNvPr>
          <p:cNvGrpSpPr/>
          <p:nvPr/>
        </p:nvGrpSpPr>
        <p:grpSpPr>
          <a:xfrm>
            <a:off x="6089887" y="5906711"/>
            <a:ext cx="559800" cy="526680"/>
            <a:chOff x="6089887" y="5906711"/>
            <a:chExt cx="55980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707475F-DAEA-481A-89E5-575AD4868CB0}"/>
                    </a:ext>
                  </a:extLst>
                </p14:cNvPr>
                <p14:cNvContentPartPr/>
                <p14:nvPr/>
              </p14:nvContentPartPr>
              <p14:xfrm>
                <a:off x="6089887" y="6085991"/>
                <a:ext cx="483120" cy="34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707475F-DAEA-481A-89E5-575AD4868C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80887" y="6076991"/>
                  <a:ext cx="500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93DA82-1080-4EFB-8209-399D0DEE2138}"/>
                    </a:ext>
                  </a:extLst>
                </p14:cNvPr>
                <p14:cNvContentPartPr/>
                <p14:nvPr/>
              </p14:nvContentPartPr>
              <p14:xfrm>
                <a:off x="6465007" y="5906711"/>
                <a:ext cx="184680" cy="182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93DA82-1080-4EFB-8209-399D0DEE21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56007" y="5897729"/>
                  <a:ext cx="202320" cy="1997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36230CD-7B2C-4E5D-9720-B0EB4F7B2476}"/>
              </a:ext>
            </a:extLst>
          </p:cNvPr>
          <p:cNvSpPr txBox="1"/>
          <p:nvPr/>
        </p:nvSpPr>
        <p:spPr>
          <a:xfrm>
            <a:off x="5154626" y="6491108"/>
            <a:ext cx="2673778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Region to integrate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094DE2-60F7-45E5-98D1-577733C8165D}"/>
              </a:ext>
            </a:extLst>
          </p:cNvPr>
          <p:cNvSpPr txBox="1"/>
          <p:nvPr/>
        </p:nvSpPr>
        <p:spPr>
          <a:xfrm>
            <a:off x="6649687" y="5906711"/>
            <a:ext cx="232219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Very small change in </a:t>
            </a: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458CF4-C695-4F39-BB4D-5D871473A4A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689504" y="2456552"/>
            <a:ext cx="3138900" cy="3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5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Probabilities in Continuous 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3" y="857250"/>
            <a:ext cx="9064256" cy="5886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Probability mass function (PMF)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probability mass assigned to a specific value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Discrete random variable (</a:t>
            </a:r>
            <a:r>
              <a:rPr lang="en-US" sz="2800" dirty="0" err="1">
                <a:latin typeface="+mj-lt"/>
                <a:cs typeface="Times New Roman" panose="02020603050405020304" pitchFamily="18" charset="0"/>
              </a:rPr>
              <a:t>rv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)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cs typeface="Times New Roman" panose="02020603050405020304" pitchFamily="18" charset="0"/>
              </a:rPr>
              <a:t>continuous </a:t>
            </a:r>
            <a:r>
              <a:rPr lang="en-US" sz="2800" dirty="0" err="1">
                <a:cs typeface="Times New Roman" panose="02020603050405020304" pitchFamily="18" charset="0"/>
              </a:rPr>
              <a:t>rv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Probability density function (PDF)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Relative likelihood of a value near that precise location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Note:</a:t>
            </a:r>
          </a:p>
          <a:p>
            <a:pPr marL="0" indent="0">
              <a:buNone/>
            </a:pPr>
            <a:endParaRPr lang="en-US" sz="28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Cumulative distribution function (CDF)</a:t>
            </a:r>
          </a:p>
          <a:p>
            <a:pPr marL="0" indent="0">
              <a:buNone/>
            </a:pPr>
            <a:endParaRPr lang="en-US" sz="28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415C510-EFF9-4A73-90B3-8F65174305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281356" y="2487565"/>
            <a:ext cx="2155237" cy="354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786683-69D6-4E4B-BCA1-E81E09FC2D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707409" y="2487565"/>
            <a:ext cx="2673778" cy="354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D79FF3-F7AD-494A-9173-964E875CC3B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207822" y="980142"/>
            <a:ext cx="601760" cy="3542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E0877-2327-4002-9B1A-351E711E235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281355" y="4016209"/>
            <a:ext cx="1946117" cy="3542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2423EE6-461E-4C7F-8B85-16211198DE7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331323" y="6130005"/>
            <a:ext cx="2126277" cy="59139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A860A13-7AEE-4FB6-98CB-85911B59D08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898713" y="6273799"/>
            <a:ext cx="3368081" cy="279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AA3F0D6-8171-41E7-AEFC-965C8D9E0D7F}"/>
                  </a:ext>
                </a:extLst>
              </p14:cNvPr>
              <p14:cNvContentPartPr/>
              <p14:nvPr/>
            </p14:nvContentPartPr>
            <p14:xfrm>
              <a:off x="6443407" y="6085991"/>
              <a:ext cx="2010960" cy="7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AA3F0D6-8171-41E7-AEFC-965C8D9E0D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34407" y="6077351"/>
                <a:ext cx="202860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878C418-C5CE-4387-9755-F5056C3CC0B5}"/>
              </a:ext>
            </a:extLst>
          </p:cNvPr>
          <p:cNvGrpSpPr/>
          <p:nvPr/>
        </p:nvGrpSpPr>
        <p:grpSpPr>
          <a:xfrm>
            <a:off x="7895647" y="5184551"/>
            <a:ext cx="195120" cy="1411560"/>
            <a:chOff x="7895647" y="5184551"/>
            <a:chExt cx="195120" cy="14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96CA88-88AC-48EF-B292-74422884B82D}"/>
                    </a:ext>
                  </a:extLst>
                </p14:cNvPr>
                <p14:cNvContentPartPr/>
                <p14:nvPr/>
              </p14:nvContentPartPr>
              <p14:xfrm>
                <a:off x="7906447" y="5184551"/>
                <a:ext cx="360" cy="18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96CA88-88AC-48EF-B292-74422884B8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97447" y="5175551"/>
                  <a:ext cx="18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4E126D-B870-456E-B96A-4750899C8DAA}"/>
                    </a:ext>
                  </a:extLst>
                </p14:cNvPr>
                <p14:cNvContentPartPr/>
                <p14:nvPr/>
              </p14:nvContentPartPr>
              <p14:xfrm>
                <a:off x="7906447" y="5453831"/>
                <a:ext cx="11520" cy="73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4E126D-B870-456E-B96A-4750899C8DA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97447" y="5444875"/>
                  <a:ext cx="29160" cy="909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0E58EE-6028-4E7E-ADA6-52CDE7798F20}"/>
                    </a:ext>
                  </a:extLst>
                </p14:cNvPr>
                <p14:cNvContentPartPr/>
                <p14:nvPr/>
              </p14:nvContentPartPr>
              <p14:xfrm>
                <a:off x="7895647" y="5755151"/>
                <a:ext cx="21960" cy="117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0E58EE-6028-4E7E-ADA6-52CDE7798F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86497" y="5746151"/>
                  <a:ext cx="39894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1490B7-203C-49FD-B7CB-FD678E7513F3}"/>
                    </a:ext>
                  </a:extLst>
                </p14:cNvPr>
                <p14:cNvContentPartPr/>
                <p14:nvPr/>
              </p14:nvContentPartPr>
              <p14:xfrm>
                <a:off x="7938847" y="6013271"/>
                <a:ext cx="360" cy="50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1490B7-203C-49FD-B7CB-FD678E7513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29847" y="6004271"/>
                  <a:ext cx="18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2168F0-34C4-4F0D-AC9A-B74349C44617}"/>
                    </a:ext>
                  </a:extLst>
                </p14:cNvPr>
                <p14:cNvContentPartPr/>
                <p14:nvPr/>
              </p14:nvContentPartPr>
              <p14:xfrm>
                <a:off x="7949287" y="6238991"/>
                <a:ext cx="360" cy="40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2168F0-34C4-4F0D-AC9A-B74349C446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40287" y="6229991"/>
                  <a:ext cx="18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3379F3-E940-4013-8949-80454560DBCE}"/>
                    </a:ext>
                  </a:extLst>
                </p14:cNvPr>
                <p14:cNvContentPartPr/>
                <p14:nvPr/>
              </p14:nvContentPartPr>
              <p14:xfrm>
                <a:off x="7926967" y="6389831"/>
                <a:ext cx="163800" cy="20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3379F3-E940-4013-8949-80454560DB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17987" y="6380831"/>
                  <a:ext cx="181401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98F0430-6E1D-483A-8BD7-35BC825891C0}"/>
              </a:ext>
            </a:extLst>
          </p:cNvPr>
          <p:cNvGrpSpPr/>
          <p:nvPr/>
        </p:nvGrpSpPr>
        <p:grpSpPr>
          <a:xfrm>
            <a:off x="6973687" y="5195711"/>
            <a:ext cx="246960" cy="1296360"/>
            <a:chOff x="6973687" y="5195711"/>
            <a:chExt cx="246960" cy="12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F845D5D-787F-4650-A777-1D22A03E6D94}"/>
                    </a:ext>
                  </a:extLst>
                </p14:cNvPr>
                <p14:cNvContentPartPr/>
                <p14:nvPr/>
              </p14:nvContentPartPr>
              <p14:xfrm>
                <a:off x="7013287" y="5475431"/>
                <a:ext cx="360" cy="50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F845D5D-787F-4650-A777-1D22A03E6D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04287" y="5466494"/>
                  <a:ext cx="18000" cy="682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B048E3-2323-4EAC-BC92-AA07705EADBA}"/>
                    </a:ext>
                  </a:extLst>
                </p14:cNvPr>
                <p14:cNvContentPartPr/>
                <p14:nvPr/>
              </p14:nvContentPartPr>
              <p14:xfrm>
                <a:off x="7013287" y="5636711"/>
                <a:ext cx="360" cy="73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B048E3-2323-4EAC-BC92-AA07705EAD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04287" y="5627667"/>
                  <a:ext cx="18000" cy="91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4D1106-31F8-468E-9E1A-FA874065F015}"/>
                    </a:ext>
                  </a:extLst>
                </p14:cNvPr>
                <p14:cNvContentPartPr/>
                <p14:nvPr/>
              </p14:nvContentPartPr>
              <p14:xfrm>
                <a:off x="7024447" y="5851991"/>
                <a:ext cx="36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4D1106-31F8-468E-9E1A-FA874065F0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15447" y="5842991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FA7BC80-6C65-4B59-9BF0-8753A7CCEFC8}"/>
                </a:ext>
              </a:extLst>
            </p:cNvPr>
            <p:cNvGrpSpPr/>
            <p:nvPr/>
          </p:nvGrpSpPr>
          <p:grpSpPr>
            <a:xfrm>
              <a:off x="7034887" y="5991671"/>
              <a:ext cx="33480" cy="213840"/>
              <a:chOff x="7034887" y="5991671"/>
              <a:chExt cx="33480" cy="213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B73955B8-8ABD-4BCE-BC61-E54033097BB4}"/>
                      </a:ext>
                    </a:extLst>
                  </p14:cNvPr>
                  <p14:cNvContentPartPr/>
                  <p14:nvPr/>
                </p14:nvContentPartPr>
                <p14:xfrm>
                  <a:off x="7034887" y="5991671"/>
                  <a:ext cx="11520" cy="5112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B73955B8-8ABD-4BCE-BC61-E54033097BB4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7026247" y="5983031"/>
                    <a:ext cx="29160" cy="6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5FD71097-AFAD-4BEF-843A-31D06FEB0ECF}"/>
                      </a:ext>
                    </a:extLst>
                  </p14:cNvPr>
                  <p14:cNvContentPartPr/>
                  <p14:nvPr/>
                </p14:nvContentPartPr>
                <p14:xfrm>
                  <a:off x="7046047" y="6098951"/>
                  <a:ext cx="22320" cy="10656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5FD71097-AFAD-4BEF-843A-31D06FEB0ECF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7037047" y="6090311"/>
                    <a:ext cx="39960" cy="124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B1FB9A9-97DA-4AA3-B365-A7E1D8441DDD}"/>
                </a:ext>
              </a:extLst>
            </p:cNvPr>
            <p:cNvGrpSpPr/>
            <p:nvPr/>
          </p:nvGrpSpPr>
          <p:grpSpPr>
            <a:xfrm>
              <a:off x="6973687" y="5195711"/>
              <a:ext cx="246960" cy="1296360"/>
              <a:chOff x="6973687" y="5195711"/>
              <a:chExt cx="246960" cy="1296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5386C794-37DF-4B59-9FF6-8593D8394F31}"/>
                      </a:ext>
                    </a:extLst>
                  </p14:cNvPr>
                  <p14:cNvContentPartPr/>
                  <p14:nvPr/>
                </p14:nvContentPartPr>
                <p14:xfrm>
                  <a:off x="6992407" y="5195711"/>
                  <a:ext cx="10080" cy="1605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5386C794-37DF-4B59-9FF6-8593D8394F31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6983407" y="5186711"/>
                    <a:ext cx="27720" cy="17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18A8B7D2-745E-4BE0-B473-16FCDB59C37C}"/>
                      </a:ext>
                    </a:extLst>
                  </p14:cNvPr>
                  <p14:cNvContentPartPr/>
                  <p14:nvPr/>
                </p14:nvContentPartPr>
                <p14:xfrm>
                  <a:off x="6973687" y="6314231"/>
                  <a:ext cx="246960" cy="1778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18A8B7D2-745E-4BE0-B473-16FCDB59C37C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6964687" y="6305231"/>
                    <a:ext cx="264600" cy="1954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7BF012-99CD-4DCA-B4A4-618F15131931}"/>
                  </a:ext>
                </a:extLst>
              </p14:cNvPr>
              <p14:cNvContentPartPr/>
              <p14:nvPr/>
            </p14:nvContentPartPr>
            <p14:xfrm>
              <a:off x="6282127" y="4915271"/>
              <a:ext cx="2323080" cy="1184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7BF012-99CD-4DCA-B4A4-618F1513193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73127" y="4906274"/>
                <a:ext cx="2340720" cy="1202035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D3DB3CB-8E82-4102-92F8-9C59711254C9}"/>
              </a:ext>
            </a:extLst>
          </p:cNvPr>
          <p:cNvGrpSpPr/>
          <p:nvPr/>
        </p:nvGrpSpPr>
        <p:grpSpPr>
          <a:xfrm>
            <a:off x="6477967" y="4937231"/>
            <a:ext cx="1469160" cy="1230120"/>
            <a:chOff x="6477967" y="4937231"/>
            <a:chExt cx="1469160" cy="12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84566E-D2DB-46F7-8DAA-3FD9D8E09E02}"/>
                    </a:ext>
                  </a:extLst>
                </p14:cNvPr>
                <p14:cNvContentPartPr/>
                <p14:nvPr/>
              </p14:nvContentPartPr>
              <p14:xfrm>
                <a:off x="6477967" y="6109751"/>
                <a:ext cx="8640" cy="3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84566E-D2DB-46F7-8DAA-3FD9D8E09E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69327" y="6101111"/>
                  <a:ext cx="26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173A37-C979-4938-8448-AA45D840AEBC}"/>
                    </a:ext>
                  </a:extLst>
                </p14:cNvPr>
                <p14:cNvContentPartPr/>
                <p14:nvPr/>
              </p14:nvContentPartPr>
              <p14:xfrm>
                <a:off x="6587767" y="6109751"/>
                <a:ext cx="17640" cy="45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173A37-C979-4938-8448-AA45D840AE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78767" y="6101111"/>
                  <a:ext cx="35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D3E062-DC05-481F-ACE9-D518677525BC}"/>
                    </a:ext>
                  </a:extLst>
                </p14:cNvPr>
                <p14:cNvContentPartPr/>
                <p14:nvPr/>
              </p14:nvContentPartPr>
              <p14:xfrm>
                <a:off x="6619807" y="6077711"/>
                <a:ext cx="60480" cy="89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D3E062-DC05-481F-ACE9-D518677525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11167" y="6069071"/>
                  <a:ext cx="78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CF25D4-329F-4B4D-98B4-F8435F0CF9D3}"/>
                    </a:ext>
                  </a:extLst>
                </p14:cNvPr>
                <p14:cNvContentPartPr/>
                <p14:nvPr/>
              </p14:nvContentPartPr>
              <p14:xfrm>
                <a:off x="6762007" y="6034511"/>
                <a:ext cx="79920" cy="113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CF25D4-329F-4B4D-98B4-F8435F0CF9D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53007" y="6025871"/>
                  <a:ext cx="97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3401D0-94BE-4C44-88A1-AE8246F00153}"/>
                    </a:ext>
                  </a:extLst>
                </p14:cNvPr>
                <p14:cNvContentPartPr/>
                <p14:nvPr/>
              </p14:nvContentPartPr>
              <p14:xfrm>
                <a:off x="6896647" y="5970071"/>
                <a:ext cx="106560" cy="183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3401D0-94BE-4C44-88A1-AE8246F0015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88007" y="5961071"/>
                  <a:ext cx="124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7BB8E10-C51B-4F3E-ABB8-B3D1ECBF6E6C}"/>
                    </a:ext>
                  </a:extLst>
                </p14:cNvPr>
                <p14:cNvContentPartPr/>
                <p14:nvPr/>
              </p14:nvContentPartPr>
              <p14:xfrm>
                <a:off x="7060807" y="5916431"/>
                <a:ext cx="104040" cy="207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7BB8E10-C51B-4F3E-ABB8-B3D1ECBF6E6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52167" y="5907431"/>
                  <a:ext cx="121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A20F83-C9AD-4D9A-8BA0-61CE4B732B18}"/>
                    </a:ext>
                  </a:extLst>
                </p14:cNvPr>
                <p14:cNvContentPartPr/>
                <p14:nvPr/>
              </p14:nvContentPartPr>
              <p14:xfrm>
                <a:off x="7217767" y="5722751"/>
                <a:ext cx="33120" cy="440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A20F83-C9AD-4D9A-8BA0-61CE4B732B1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08767" y="5714111"/>
                  <a:ext cx="507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D7EA2C-88D9-4F49-86E6-CB5669DD4A90}"/>
                    </a:ext>
                  </a:extLst>
                </p14:cNvPr>
                <p14:cNvContentPartPr/>
                <p14:nvPr/>
              </p14:nvContentPartPr>
              <p14:xfrm>
                <a:off x="7280767" y="5432231"/>
                <a:ext cx="99360" cy="601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D7EA2C-88D9-4F49-86E6-CB5669DD4A9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71767" y="5423231"/>
                  <a:ext cx="1170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6948AA-3B59-400D-9536-CEF5BE4B1EC9}"/>
                    </a:ext>
                  </a:extLst>
                </p14:cNvPr>
                <p14:cNvContentPartPr/>
                <p14:nvPr/>
              </p14:nvContentPartPr>
              <p14:xfrm>
                <a:off x="7336207" y="5378591"/>
                <a:ext cx="356400" cy="71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6948AA-3B59-400D-9536-CEF5BE4B1E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27207" y="5369591"/>
                  <a:ext cx="3740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473FED4-69F6-4D3C-91BA-539E24A89F9A}"/>
                    </a:ext>
                  </a:extLst>
                </p14:cNvPr>
                <p14:cNvContentPartPr/>
                <p14:nvPr/>
              </p14:nvContentPartPr>
              <p14:xfrm>
                <a:off x="7271047" y="5432231"/>
                <a:ext cx="323640" cy="712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473FED4-69F6-4D3C-91BA-539E24A89F9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62407" y="5423231"/>
                  <a:ext cx="34128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A866DD-E21F-46E5-A22B-F233F5502A38}"/>
                    </a:ext>
                  </a:extLst>
                </p14:cNvPr>
                <p14:cNvContentPartPr/>
                <p14:nvPr/>
              </p14:nvContentPartPr>
              <p14:xfrm>
                <a:off x="7357807" y="5249711"/>
                <a:ext cx="559080" cy="480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A866DD-E21F-46E5-A22B-F233F5502A3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348807" y="5240711"/>
                  <a:ext cx="5767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68AEE5-2E48-471C-AC56-7DFA905BA5F5}"/>
                    </a:ext>
                  </a:extLst>
                </p14:cNvPr>
                <p14:cNvContentPartPr/>
                <p14:nvPr/>
              </p14:nvContentPartPr>
              <p14:xfrm>
                <a:off x="7347007" y="5335391"/>
                <a:ext cx="536760" cy="555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68AEE5-2E48-471C-AC56-7DFA905BA5F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38367" y="5326391"/>
                  <a:ext cx="5544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058950-3BDA-485F-B571-027ADE315158}"/>
                    </a:ext>
                  </a:extLst>
                </p14:cNvPr>
                <p14:cNvContentPartPr/>
                <p14:nvPr/>
              </p14:nvContentPartPr>
              <p14:xfrm>
                <a:off x="7368607" y="5410631"/>
                <a:ext cx="502200" cy="648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058950-3BDA-485F-B571-027ADE31515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59967" y="5401631"/>
                  <a:ext cx="51984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0E606D-66F4-4980-9CA2-7CBEC92C0F68}"/>
                    </a:ext>
                  </a:extLst>
                </p14:cNvPr>
                <p14:cNvContentPartPr/>
                <p14:nvPr/>
              </p14:nvContentPartPr>
              <p14:xfrm>
                <a:off x="7379407" y="5152511"/>
                <a:ext cx="443880" cy="298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0E606D-66F4-4980-9CA2-7CBEC92C0F6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70407" y="5143511"/>
                  <a:ext cx="461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4A1E87-0D4F-476F-AC35-C70310884544}"/>
                    </a:ext>
                  </a:extLst>
                </p14:cNvPr>
                <p14:cNvContentPartPr/>
                <p14:nvPr/>
              </p14:nvContentPartPr>
              <p14:xfrm>
                <a:off x="7314607" y="5078711"/>
                <a:ext cx="560520" cy="150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4A1E87-0D4F-476F-AC35-C7031088454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05967" y="5069711"/>
                  <a:ext cx="578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2033F8-2C7B-4325-ACB4-11EF4DF64353}"/>
                    </a:ext>
                  </a:extLst>
                </p14:cNvPr>
                <p14:cNvContentPartPr/>
                <p14:nvPr/>
              </p14:nvContentPartPr>
              <p14:xfrm>
                <a:off x="7401007" y="5002031"/>
                <a:ext cx="546120" cy="151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2033F8-2C7B-4325-ACB4-11EF4DF6435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92007" y="4993031"/>
                  <a:ext cx="563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E00DFC-7783-4C8F-AA58-57DE126F2F3B}"/>
                    </a:ext>
                  </a:extLst>
                </p14:cNvPr>
                <p14:cNvContentPartPr/>
                <p14:nvPr/>
              </p14:nvContentPartPr>
              <p14:xfrm>
                <a:off x="7497487" y="4937231"/>
                <a:ext cx="185760" cy="5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E00DFC-7783-4C8F-AA58-57DE126F2F3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488847" y="4928591"/>
                  <a:ext cx="20340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005C4D1-E9C7-4267-9E1C-50148AAAC23C}"/>
                  </a:ext>
                </a:extLst>
              </p14:cNvPr>
              <p14:cNvContentPartPr/>
              <p14:nvPr/>
            </p14:nvContentPartPr>
            <p14:xfrm>
              <a:off x="4730887" y="6141431"/>
              <a:ext cx="745200" cy="507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005C4D1-E9C7-4267-9E1C-50148AAAC23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721887" y="6132791"/>
                <a:ext cx="76284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8B47673-1001-4F80-A58C-FCE4270C91C6}"/>
                  </a:ext>
                </a:extLst>
              </p14:cNvPr>
              <p14:cNvContentPartPr/>
              <p14:nvPr/>
            </p14:nvContentPartPr>
            <p14:xfrm>
              <a:off x="6400207" y="5944151"/>
              <a:ext cx="622800" cy="250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8B47673-1001-4F80-A58C-FCE4270C91C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391567" y="5935151"/>
                <a:ext cx="64044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529FB585-0762-42B3-961B-9E432FF9702C}"/>
              </a:ext>
            </a:extLst>
          </p:cNvPr>
          <p:cNvGrpSpPr/>
          <p:nvPr/>
        </p:nvGrpSpPr>
        <p:grpSpPr>
          <a:xfrm>
            <a:off x="5612887" y="6066911"/>
            <a:ext cx="822240" cy="529560"/>
            <a:chOff x="5612887" y="6066911"/>
            <a:chExt cx="822240" cy="52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4CA66F-54E0-484D-88C3-E7D1A96A059B}"/>
                    </a:ext>
                  </a:extLst>
                </p14:cNvPr>
                <p14:cNvContentPartPr/>
                <p14:nvPr/>
              </p14:nvContentPartPr>
              <p14:xfrm>
                <a:off x="6308767" y="6066911"/>
                <a:ext cx="81360" cy="47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4CA66F-54E0-484D-88C3-E7D1A96A059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00127" y="6057911"/>
                  <a:ext cx="99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2447D2-2629-461B-8B7C-E8B530AD6E63}"/>
                    </a:ext>
                  </a:extLst>
                </p14:cNvPr>
                <p14:cNvContentPartPr/>
                <p14:nvPr/>
              </p14:nvContentPartPr>
              <p14:xfrm>
                <a:off x="6249727" y="6077711"/>
                <a:ext cx="185400" cy="61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2447D2-2629-461B-8B7C-E8B530AD6E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41087" y="6069071"/>
                  <a:ext cx="203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79F1809-31FE-412E-917B-823F74A283C4}"/>
                    </a:ext>
                  </a:extLst>
                </p14:cNvPr>
                <p14:cNvContentPartPr/>
                <p14:nvPr/>
              </p14:nvContentPartPr>
              <p14:xfrm>
                <a:off x="5612887" y="6162671"/>
                <a:ext cx="724320" cy="433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79F1809-31FE-412E-917B-823F74A283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04247" y="6154031"/>
                  <a:ext cx="741960" cy="451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5C4F899-1C81-4106-ADF1-CF48150D58E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7"/>
          <a:stretch>
            <a:fillRect/>
          </a:stretch>
        </p:blipFill>
        <p:spPr>
          <a:xfrm>
            <a:off x="1320713" y="4578200"/>
            <a:ext cx="3777939" cy="6409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14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Continuous Uniform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ACE42-6F10-4349-B656-33F6DAE2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3" y="857250"/>
            <a:ext cx="9064256" cy="6000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The continuous uniform distribution over the interval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is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E.g., </a:t>
            </a:r>
          </a:p>
          <a:p>
            <a:pPr marL="0" indent="0">
              <a:buNone/>
            </a:pPr>
            <a:endParaRPr lang="en-US" sz="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What does that mean?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How about prob. that Y is less than 0.1?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Expected value?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F60395A-74F2-426A-90CB-2FE3980E5C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3592" y="1566657"/>
            <a:ext cx="3782034" cy="3860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843139-DBEF-4306-9845-ADD780CAFF80}"/>
                  </a:ext>
                </a:extLst>
              </p14:cNvPr>
              <p14:cNvContentPartPr/>
              <p14:nvPr/>
            </p14:nvContentPartPr>
            <p14:xfrm>
              <a:off x="6206887" y="2214191"/>
              <a:ext cx="2193840" cy="34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843139-DBEF-4306-9845-ADD780CAFF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8247" y="2205191"/>
                <a:ext cx="22114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73388A-8328-4587-8BB1-30B9C430033A}"/>
                  </a:ext>
                </a:extLst>
              </p14:cNvPr>
              <p14:cNvContentPartPr/>
              <p14:nvPr/>
            </p14:nvContentPartPr>
            <p14:xfrm>
              <a:off x="6733927" y="1806311"/>
              <a:ext cx="1042200" cy="3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73388A-8328-4587-8BB1-30B9C43003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24927" y="1797671"/>
                <a:ext cx="105984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86C6410-7750-4E4A-B400-E65A96B5A634}"/>
              </a:ext>
            </a:extLst>
          </p:cNvPr>
          <p:cNvGrpSpPr/>
          <p:nvPr/>
        </p:nvGrpSpPr>
        <p:grpSpPr>
          <a:xfrm>
            <a:off x="6711247" y="1538111"/>
            <a:ext cx="145440" cy="1031760"/>
            <a:chOff x="6711247" y="1538111"/>
            <a:chExt cx="145440" cy="10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B288B6-105B-42F8-AB56-4457607E25B4}"/>
                    </a:ext>
                  </a:extLst>
                </p14:cNvPr>
                <p14:cNvContentPartPr/>
                <p14:nvPr/>
              </p14:nvContentPartPr>
              <p14:xfrm>
                <a:off x="6712327" y="1538111"/>
                <a:ext cx="18000" cy="11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B288B6-105B-42F8-AB56-4457607E25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03327" y="1529111"/>
                  <a:ext cx="35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50C70C-803F-422D-A9B7-0D2858DF8D15}"/>
                    </a:ext>
                  </a:extLst>
                </p14:cNvPr>
                <p14:cNvContentPartPr/>
                <p14:nvPr/>
              </p14:nvContentPartPr>
              <p14:xfrm>
                <a:off x="6733927" y="1753031"/>
                <a:ext cx="11520" cy="106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50C70C-803F-422D-A9B7-0D2858DF8D1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24927" y="1744031"/>
                  <a:ext cx="2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672C70-7B63-4988-B5FB-287B3EAAFA48}"/>
                    </a:ext>
                  </a:extLst>
                </p14:cNvPr>
                <p14:cNvContentPartPr/>
                <p14:nvPr/>
              </p14:nvContentPartPr>
              <p14:xfrm>
                <a:off x="6744367" y="2000711"/>
                <a:ext cx="36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672C70-7B63-4988-B5FB-287B3EAAFA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35367" y="1991711"/>
                  <a:ext cx="18000" cy="57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B417491-E9A6-4661-AD67-61A7C36EF5E6}"/>
                </a:ext>
              </a:extLst>
            </p:cNvPr>
            <p:cNvGrpSpPr/>
            <p:nvPr/>
          </p:nvGrpSpPr>
          <p:grpSpPr>
            <a:xfrm>
              <a:off x="6744367" y="2172791"/>
              <a:ext cx="11520" cy="127440"/>
              <a:chOff x="6744367" y="2172791"/>
              <a:chExt cx="11520" cy="127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BA309BC3-2093-4C4C-8CEC-7CDCE194A4BB}"/>
                      </a:ext>
                    </a:extLst>
                  </p14:cNvPr>
                  <p14:cNvContentPartPr/>
                  <p14:nvPr/>
                </p14:nvContentPartPr>
                <p14:xfrm>
                  <a:off x="6755527" y="2172791"/>
                  <a:ext cx="360" cy="6228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BA309BC3-2093-4C4C-8CEC-7CDCE194A4BB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746527" y="2163791"/>
                    <a:ext cx="1800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20A581EB-22B5-457B-B16A-A885C36A288F}"/>
                      </a:ext>
                    </a:extLst>
                  </p14:cNvPr>
                  <p14:cNvContentPartPr/>
                  <p14:nvPr/>
                </p14:nvContentPartPr>
                <p14:xfrm>
                  <a:off x="6744367" y="2215631"/>
                  <a:ext cx="9000" cy="846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20A581EB-22B5-457B-B16A-A885C36A288F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735727" y="2206991"/>
                    <a:ext cx="26640" cy="1022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66F92A-75DC-4F4A-B807-7B4433523FE2}"/>
                    </a:ext>
                  </a:extLst>
                </p14:cNvPr>
                <p14:cNvContentPartPr/>
                <p14:nvPr/>
              </p14:nvContentPartPr>
              <p14:xfrm>
                <a:off x="6711247" y="2393471"/>
                <a:ext cx="14544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66F92A-75DC-4F4A-B807-7B4433523FE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02247" y="2384471"/>
                  <a:ext cx="1630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2BD39F-86FD-42C4-83DC-334820EA37D8}"/>
              </a:ext>
            </a:extLst>
          </p:cNvPr>
          <p:cNvGrpSpPr/>
          <p:nvPr/>
        </p:nvGrpSpPr>
        <p:grpSpPr>
          <a:xfrm>
            <a:off x="7734007" y="1441271"/>
            <a:ext cx="207000" cy="1106640"/>
            <a:chOff x="7734007" y="1441271"/>
            <a:chExt cx="207000" cy="11066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036777A-E0B6-4AF4-9E62-BE3B5F165CBE}"/>
                </a:ext>
              </a:extLst>
            </p:cNvPr>
            <p:cNvGrpSpPr/>
            <p:nvPr/>
          </p:nvGrpSpPr>
          <p:grpSpPr>
            <a:xfrm>
              <a:off x="7734007" y="1441271"/>
              <a:ext cx="54720" cy="816840"/>
              <a:chOff x="7734007" y="1441271"/>
              <a:chExt cx="54720" cy="816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B34CD38A-D6BB-4A97-9301-2F86D3266587}"/>
                      </a:ext>
                    </a:extLst>
                  </p14:cNvPr>
                  <p14:cNvContentPartPr/>
                  <p14:nvPr/>
                </p14:nvContentPartPr>
                <p14:xfrm>
                  <a:off x="7755967" y="1441271"/>
                  <a:ext cx="360" cy="846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B34CD38A-D6BB-4A97-9301-2F86D326658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7747327" y="1432271"/>
                    <a:ext cx="18000" cy="10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8F7DB3FB-5673-4058-B857-9E43058873B6}"/>
                      </a:ext>
                    </a:extLst>
                  </p14:cNvPr>
                  <p14:cNvContentPartPr/>
                  <p14:nvPr/>
                </p14:nvContentPartPr>
                <p14:xfrm>
                  <a:off x="7734007" y="1602551"/>
                  <a:ext cx="22680" cy="10584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8F7DB3FB-5673-4058-B857-9E43058873B6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725007" y="1593911"/>
                    <a:ext cx="40320" cy="123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61A90DEC-78B9-41AB-B0F1-CE04EB4CDBA4}"/>
                      </a:ext>
                    </a:extLst>
                  </p14:cNvPr>
                  <p14:cNvContentPartPr/>
                  <p14:nvPr/>
                </p14:nvContentPartPr>
                <p14:xfrm>
                  <a:off x="7755967" y="1774631"/>
                  <a:ext cx="11520" cy="1065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61A90DEC-78B9-41AB-B0F1-CE04EB4CDBA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7747327" y="1765631"/>
                    <a:ext cx="29160" cy="124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26888938-A23F-4932-82A6-1C466FE21991}"/>
                      </a:ext>
                    </a:extLst>
                  </p14:cNvPr>
                  <p14:cNvContentPartPr/>
                  <p14:nvPr/>
                </p14:nvContentPartPr>
                <p14:xfrm>
                  <a:off x="7777207" y="1957511"/>
                  <a:ext cx="360" cy="7344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26888938-A23F-4932-82A6-1C466FE21991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768567" y="1948871"/>
                    <a:ext cx="18000" cy="91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0AD635F1-5D48-4FD9-8D64-4743D6BCC1A1}"/>
                      </a:ext>
                    </a:extLst>
                  </p14:cNvPr>
                  <p14:cNvContentPartPr/>
                  <p14:nvPr/>
                </p14:nvContentPartPr>
                <p14:xfrm>
                  <a:off x="7788367" y="2107991"/>
                  <a:ext cx="360" cy="1501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0AD635F1-5D48-4FD9-8D64-4743D6BCC1A1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7779367" y="2099351"/>
                    <a:ext cx="18000" cy="1677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3FFF7F-0F77-4A04-BC41-E63355DA147D}"/>
                    </a:ext>
                  </a:extLst>
                </p14:cNvPr>
                <p14:cNvContentPartPr/>
                <p14:nvPr/>
              </p14:nvContentPartPr>
              <p14:xfrm>
                <a:off x="7808527" y="2377271"/>
                <a:ext cx="132480" cy="17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3FFF7F-0F77-4A04-BC41-E63355DA147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99502" y="2368271"/>
                  <a:ext cx="150168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B39FC35-C322-40CA-AF13-CAA9579C2788}"/>
                  </a:ext>
                </a:extLst>
              </p14:cNvPr>
              <p14:cNvContentPartPr/>
              <p14:nvPr/>
            </p14:nvContentPartPr>
            <p14:xfrm>
              <a:off x="7191847" y="2377271"/>
              <a:ext cx="81000" cy="306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B39FC35-C322-40CA-AF13-CAA9579C278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182847" y="2368271"/>
                <a:ext cx="98640" cy="324000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B567C433-6A5B-4D30-940C-6FD25BD529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263592" y="2204154"/>
            <a:ext cx="2613291" cy="30636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1B0B4F8-8032-4B26-897D-8F475FF76AA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990897" y="3059858"/>
            <a:ext cx="2864285" cy="30636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640383B-762D-4594-88BE-30C041D3881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4611151" y="2953922"/>
            <a:ext cx="2931061" cy="51823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5D07E5B-E185-4162-8439-4792F977BD7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1119991" y="4508723"/>
            <a:ext cx="6499853" cy="8877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C3FEF81-5B17-4663-A380-7BA1C319500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2771334" y="5439574"/>
            <a:ext cx="2548584" cy="70997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06000EC-9A65-4C9C-A0D0-8ED4BAF4D40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1712482" y="6115957"/>
            <a:ext cx="6688245" cy="6340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01085C-969F-4AB5-A38F-EAD3B3A5A3B3}"/>
              </a:ext>
            </a:extLst>
          </p:cNvPr>
          <p:cNvSpPr/>
          <p:nvPr/>
        </p:nvSpPr>
        <p:spPr>
          <a:xfrm>
            <a:off x="4316111" y="5970248"/>
            <a:ext cx="4257875" cy="8926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044F6F-0D1B-4D7B-9B96-0F13E15BAB63}"/>
              </a:ext>
            </a:extLst>
          </p:cNvPr>
          <p:cNvSpPr/>
          <p:nvPr/>
        </p:nvSpPr>
        <p:spPr>
          <a:xfrm>
            <a:off x="6711246" y="5935526"/>
            <a:ext cx="1862739" cy="8926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09C82D-C84B-D0D3-6822-3827A5C2D218}"/>
              </a:ext>
            </a:extLst>
          </p:cNvPr>
          <p:cNvGrpSpPr/>
          <p:nvPr/>
        </p:nvGrpSpPr>
        <p:grpSpPr>
          <a:xfrm>
            <a:off x="506666" y="2265636"/>
            <a:ext cx="2458956" cy="735685"/>
            <a:chOff x="506666" y="2265636"/>
            <a:chExt cx="2458956" cy="73568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92F090-095A-5E44-86CF-3BCA7D77669F}"/>
                </a:ext>
              </a:extLst>
            </p:cNvPr>
            <p:cNvGrpSpPr/>
            <p:nvPr/>
          </p:nvGrpSpPr>
          <p:grpSpPr>
            <a:xfrm>
              <a:off x="506666" y="2265636"/>
              <a:ext cx="562680" cy="496080"/>
              <a:chOff x="506666" y="2265636"/>
              <a:chExt cx="562680" cy="496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97821B2C-BDE2-5528-11AC-5A9DF4FABC53}"/>
                      </a:ext>
                    </a:extLst>
                  </p14:cNvPr>
                  <p14:cNvContentPartPr/>
                  <p14:nvPr/>
                </p14:nvContentPartPr>
                <p14:xfrm>
                  <a:off x="506666" y="2265636"/>
                  <a:ext cx="376560" cy="18684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97821B2C-BDE2-5528-11AC-5A9DF4FABC53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488666" y="2247636"/>
                    <a:ext cx="412200" cy="222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D28D7DC4-75AA-63A0-ACD3-29CDDC23EA2C}"/>
                      </a:ext>
                    </a:extLst>
                  </p14:cNvPr>
                  <p14:cNvContentPartPr/>
                  <p14:nvPr/>
                </p14:nvContentPartPr>
                <p14:xfrm>
                  <a:off x="709706" y="2464716"/>
                  <a:ext cx="359640" cy="2970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D28D7DC4-75AA-63A0-ACD3-29CDDC23EA2C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691706" y="2447076"/>
                    <a:ext cx="395280" cy="332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293686-2560-D22F-A9EF-6FD373BB0DCE}"/>
                </a:ext>
              </a:extLst>
            </p:cNvPr>
            <p:cNvSpPr txBox="1"/>
            <p:nvPr/>
          </p:nvSpPr>
          <p:spPr>
            <a:xfrm>
              <a:off x="1229497" y="2631989"/>
              <a:ext cx="1736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“distributed as”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032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FD2C-C804-440E-2866-1CEA23A9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CB45-E657-B6E5-B82F-99D8BA45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732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Gaussian/Normal Distribution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DC49CCE-5F2A-47F8-89F2-5D55AB46FE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755155" y="995874"/>
            <a:ext cx="3473524" cy="441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677536-A833-4E4C-922B-B191FDB95B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8099" y="1912732"/>
            <a:ext cx="6667500" cy="3333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4BAAC-FBDE-4E76-93AC-1657A4CBB160}"/>
              </a:ext>
            </a:extLst>
          </p:cNvPr>
          <p:cNvSpPr txBox="1"/>
          <p:nvPr/>
        </p:nvSpPr>
        <p:spPr>
          <a:xfrm>
            <a:off x="6293224" y="5419943"/>
            <a:ext cx="2591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Image from https://towardsdatascience.com/understanding-the-68-95-99-7-rule-for-a-normal-distribution-b7b7cbf760c2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BDE319-833D-48B5-8854-3CE76D4D45C7}"/>
              </a:ext>
            </a:extLst>
          </p:cNvPr>
          <p:cNvGrpSpPr/>
          <p:nvPr/>
        </p:nvGrpSpPr>
        <p:grpSpPr>
          <a:xfrm>
            <a:off x="4693807" y="1085591"/>
            <a:ext cx="912960" cy="3675600"/>
            <a:chOff x="4693807" y="1085591"/>
            <a:chExt cx="912960" cy="367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04CDE3-FF95-49CC-BC89-D6B7E3EA015B}"/>
                    </a:ext>
                  </a:extLst>
                </p14:cNvPr>
                <p14:cNvContentPartPr/>
                <p14:nvPr/>
              </p14:nvContentPartPr>
              <p14:xfrm>
                <a:off x="5247487" y="1085591"/>
                <a:ext cx="359280" cy="31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04CDE3-FF95-49CC-BC89-D6B7E3EA01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38487" y="1076591"/>
                  <a:ext cx="3769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E6E0D1-8DFA-491E-B907-F5B7A4528586}"/>
                    </a:ext>
                  </a:extLst>
                </p14:cNvPr>
                <p14:cNvContentPartPr/>
                <p14:nvPr/>
              </p14:nvContentPartPr>
              <p14:xfrm>
                <a:off x="4693807" y="1366031"/>
                <a:ext cx="695880" cy="339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E6E0D1-8DFA-491E-B907-F5B7A45285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84807" y="1357031"/>
                  <a:ext cx="713520" cy="341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F98080B-48DF-4320-950C-BFBB8D7115B7}"/>
              </a:ext>
            </a:extLst>
          </p:cNvPr>
          <p:cNvGrpSpPr/>
          <p:nvPr/>
        </p:nvGrpSpPr>
        <p:grpSpPr>
          <a:xfrm>
            <a:off x="4711087" y="1128431"/>
            <a:ext cx="1270080" cy="2527920"/>
            <a:chOff x="4711087" y="1128431"/>
            <a:chExt cx="1270080" cy="25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D17D07-CBEA-4B42-A36F-27C25DA4F910}"/>
                    </a:ext>
                  </a:extLst>
                </p14:cNvPr>
                <p14:cNvContentPartPr/>
                <p14:nvPr/>
              </p14:nvContentPartPr>
              <p14:xfrm>
                <a:off x="5625487" y="1128431"/>
                <a:ext cx="355680" cy="271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D17D07-CBEA-4B42-A36F-27C25DA4F9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16487" y="1119431"/>
                  <a:ext cx="3733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350552-F8E8-4193-B3FE-2C9F03391E37}"/>
                    </a:ext>
                  </a:extLst>
                </p14:cNvPr>
                <p14:cNvContentPartPr/>
                <p14:nvPr/>
              </p14:nvContentPartPr>
              <p14:xfrm>
                <a:off x="4711087" y="1387631"/>
                <a:ext cx="1023120" cy="226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350552-F8E8-4193-B3FE-2C9F03391E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02087" y="1378631"/>
                  <a:ext cx="1040760" cy="228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9ED1BE-8F70-4E4B-A613-52D9905C5314}"/>
              </a:ext>
            </a:extLst>
          </p:cNvPr>
          <p:cNvGrpSpPr/>
          <p:nvPr/>
        </p:nvGrpSpPr>
        <p:grpSpPr>
          <a:xfrm>
            <a:off x="4711447" y="3241631"/>
            <a:ext cx="884880" cy="365040"/>
            <a:chOff x="4711447" y="3241631"/>
            <a:chExt cx="88488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06D88C6-A920-47D2-9EBE-EFB2D696AE96}"/>
                    </a:ext>
                  </a:extLst>
                </p14:cNvPr>
                <p14:cNvContentPartPr/>
                <p14:nvPr/>
              </p14:nvContentPartPr>
              <p14:xfrm>
                <a:off x="4711447" y="3398231"/>
                <a:ext cx="884880" cy="208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06D88C6-A920-47D2-9EBE-EFB2D696AE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2447" y="3389591"/>
                  <a:ext cx="902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E7AE09-9AE0-4B68-92E4-62E6D72B109A}"/>
                    </a:ext>
                  </a:extLst>
                </p14:cNvPr>
                <p14:cNvContentPartPr/>
                <p14:nvPr/>
              </p14:nvContentPartPr>
              <p14:xfrm>
                <a:off x="5140927" y="3241631"/>
                <a:ext cx="240480" cy="155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E7AE09-9AE0-4B68-92E4-62E6D72B10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32287" y="3232991"/>
                  <a:ext cx="258120" cy="172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D968F122-840D-4E3E-B401-3EE80DD489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59305" y="5525643"/>
            <a:ext cx="5807747" cy="7763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AF5647-4EE2-49A6-9190-7DCDA9C8C520}"/>
              </a:ext>
            </a:extLst>
          </p:cNvPr>
          <p:cNvGrpSpPr/>
          <p:nvPr/>
        </p:nvGrpSpPr>
        <p:grpSpPr>
          <a:xfrm>
            <a:off x="1014758" y="2915664"/>
            <a:ext cx="7904832" cy="2246769"/>
            <a:chOff x="4752979" y="1739979"/>
            <a:chExt cx="7904832" cy="224676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8AE0A9-6C19-44B1-958D-0AD2880874E2}"/>
                </a:ext>
              </a:extLst>
            </p:cNvPr>
            <p:cNvSpPr txBox="1"/>
            <p:nvPr/>
          </p:nvSpPr>
          <p:spPr>
            <a:xfrm>
              <a:off x="4752979" y="1739979"/>
              <a:ext cx="7904832" cy="224676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Note: There is no closed form solution for the CDF. </a:t>
              </a:r>
            </a:p>
            <a:p>
              <a:endParaRPr lang="en-US" sz="2800" dirty="0"/>
            </a:p>
            <a:p>
              <a:r>
                <a:rPr lang="en-US" sz="2800" dirty="0"/>
                <a:t>A special case of the CDF is the “Error Function”.</a:t>
              </a:r>
            </a:p>
            <a:p>
              <a:endParaRPr lang="en-US" sz="2800" dirty="0"/>
            </a:p>
            <a:p>
              <a:r>
                <a:rPr lang="en-US" sz="2800" dirty="0"/>
                <a:t>It is often written as     .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23FCA79-BD8F-479C-874A-DC511166030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7843088" y="3579607"/>
              <a:ext cx="219791" cy="241130"/>
            </a:xfrm>
            <a:prstGeom prst="rect">
              <a:avLst/>
            </a:prstGeom>
          </p:spPr>
        </p:pic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A06083F4-CE0E-478E-BDC4-8682DE93436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851824" y="1465217"/>
            <a:ext cx="4145859" cy="61883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CDB49E9-E0C9-447F-8607-6435F9DAE237}"/>
              </a:ext>
            </a:extLst>
          </p:cNvPr>
          <p:cNvGrpSpPr/>
          <p:nvPr/>
        </p:nvGrpSpPr>
        <p:grpSpPr>
          <a:xfrm>
            <a:off x="1576592" y="1396855"/>
            <a:ext cx="2703599" cy="646331"/>
            <a:chOff x="1576592" y="1396855"/>
            <a:chExt cx="2703599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1B9B465-E9D0-4A1F-9990-38B6A564AC53}"/>
                </a:ext>
              </a:extLst>
            </p:cNvPr>
            <p:cNvSpPr txBox="1"/>
            <p:nvPr/>
          </p:nvSpPr>
          <p:spPr>
            <a:xfrm>
              <a:off x="1576592" y="1396855"/>
              <a:ext cx="19731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Alternative parametrization: 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1CDE70C-B15F-4FC9-BAD9-F728E934E28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3313840" y="1587348"/>
              <a:ext cx="966351" cy="2728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010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3FD6-D257-CD61-4935-FABCCED9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C52E0-B5A2-C6AB-82DD-0B575714A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54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530"/>
            <a:ext cx="8229600" cy="1082842"/>
          </a:xfrm>
        </p:spPr>
        <p:txBody>
          <a:bodyPr>
            <a:normAutofit fontScale="90000"/>
          </a:bodyPr>
          <a:lstStyle/>
          <a:p>
            <a:r>
              <a:rPr lang="en-US" dirty="0"/>
              <a:t>Posterior Mean For Normal Prior  Given Known Variances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661FB-7EAD-4743-AFCC-8352C069D6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873488" y="1378175"/>
            <a:ext cx="3000592" cy="375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57BA9B-1E78-49FC-8CAB-AAAB83FABA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873488" y="1905300"/>
            <a:ext cx="3313669" cy="3753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94A31A-058F-423E-B62C-0DDEE4310F3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92062" y="2512881"/>
            <a:ext cx="5477031" cy="8056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89323D-3A7F-432E-837C-E22E10BCF9F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171469" y="3696136"/>
            <a:ext cx="4501000" cy="2530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481A828-2827-4BB6-B126-03E1F4515F6D}"/>
              </a:ext>
            </a:extLst>
          </p:cNvPr>
          <p:cNvGrpSpPr/>
          <p:nvPr/>
        </p:nvGrpSpPr>
        <p:grpSpPr>
          <a:xfrm>
            <a:off x="400619" y="4750386"/>
            <a:ext cx="3819240" cy="1455480"/>
            <a:chOff x="400619" y="4750386"/>
            <a:chExt cx="3819240" cy="145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B366DC7-4DB7-44DA-A877-72450520F850}"/>
                    </a:ext>
                  </a:extLst>
                </p14:cNvPr>
                <p14:cNvContentPartPr/>
                <p14:nvPr/>
              </p14:nvContentPartPr>
              <p14:xfrm>
                <a:off x="400619" y="6021546"/>
                <a:ext cx="3819240" cy="18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B366DC7-4DB7-44DA-A877-72450520F8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1619" y="6012546"/>
                  <a:ext cx="3836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CEA80B-7020-4616-974B-C1B4F8937942}"/>
                    </a:ext>
                  </a:extLst>
                </p14:cNvPr>
                <p14:cNvContentPartPr/>
                <p14:nvPr/>
              </p14:nvContentPartPr>
              <p14:xfrm>
                <a:off x="518699" y="4750386"/>
                <a:ext cx="3560040" cy="1328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CEA80B-7020-4616-974B-C1B4F89379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9698" y="4741388"/>
                  <a:ext cx="3577682" cy="13460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E67FA42-4528-4BE9-B6EF-431D82452C83}"/>
                  </a:ext>
                </a:extLst>
              </p14:cNvPr>
              <p14:cNvContentPartPr/>
              <p14:nvPr/>
            </p14:nvContentPartPr>
            <p14:xfrm>
              <a:off x="458031" y="4181414"/>
              <a:ext cx="3753720" cy="1561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E67FA42-4528-4BE9-B6EF-431D82452C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9031" y="4172774"/>
                <a:ext cx="3771360" cy="15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DBA56F8-21AD-4187-ABB5-3642A27682D2}"/>
                  </a:ext>
                </a:extLst>
              </p14:cNvPr>
              <p14:cNvContentPartPr/>
              <p14:nvPr/>
            </p14:nvContentPartPr>
            <p14:xfrm>
              <a:off x="479631" y="5214254"/>
              <a:ext cx="3355560" cy="915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DBA56F8-21AD-4187-ABB5-3642A27682D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631" y="5205254"/>
                <a:ext cx="3373200" cy="93276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59915C0-CD9E-474A-B788-38DDEFADA5C3}"/>
              </a:ext>
            </a:extLst>
          </p:cNvPr>
          <p:cNvSpPr txBox="1"/>
          <p:nvPr/>
        </p:nvSpPr>
        <p:spPr>
          <a:xfrm>
            <a:off x="4423153" y="4019012"/>
            <a:ext cx="4263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Varying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/>
              <a:t> just stretches the function vertically – neither changes the functional form nor ordering of which points have greater values than others.</a:t>
            </a:r>
          </a:p>
          <a:p>
            <a:endParaRPr lang="en-US" sz="2000" dirty="0"/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/>
              <a:t> will be the value that makes the integral of the function 1 for the given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i="1" dirty="0"/>
              <a:t>.</a:t>
            </a:r>
            <a:r>
              <a:rPr lang="en-US" sz="2000" dirty="0"/>
              <a:t> WHY?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2DE39-54FD-4A59-A15A-2FA03317B29A}"/>
              </a:ext>
            </a:extLst>
          </p:cNvPr>
          <p:cNvSpPr/>
          <p:nvPr/>
        </p:nvSpPr>
        <p:spPr>
          <a:xfrm>
            <a:off x="4423153" y="2512881"/>
            <a:ext cx="2820329" cy="7413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1BD0B-AEAE-4E80-9819-C886966441D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160052" y="6228658"/>
            <a:ext cx="138667" cy="16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4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530"/>
            <a:ext cx="8229600" cy="1082842"/>
          </a:xfrm>
        </p:spPr>
        <p:txBody>
          <a:bodyPr>
            <a:normAutofit fontScale="90000"/>
          </a:bodyPr>
          <a:lstStyle/>
          <a:p>
            <a:r>
              <a:rPr lang="en-US" dirty="0"/>
              <a:t>Posterior Mean For Normal Prior  Given Known Variances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94A31A-058F-423E-B62C-0DDEE4310F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40223" y="1608227"/>
            <a:ext cx="5477031" cy="8056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89323D-3A7F-432E-837C-E22E10BCF9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57617" y="2669199"/>
            <a:ext cx="4501000" cy="2530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B366DC7-4DB7-44DA-A877-72450520F850}"/>
                  </a:ext>
                </a:extLst>
              </p14:cNvPr>
              <p14:cNvContentPartPr/>
              <p14:nvPr/>
            </p14:nvContentPartPr>
            <p14:xfrm>
              <a:off x="386767" y="4467476"/>
              <a:ext cx="3819240" cy="184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B366DC7-4DB7-44DA-A877-72450520F8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767" y="4458476"/>
                <a:ext cx="38368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5CEA80B-7020-4616-974B-C1B4F8937942}"/>
                  </a:ext>
                </a:extLst>
              </p14:cNvPr>
              <p14:cNvContentPartPr/>
              <p14:nvPr/>
            </p14:nvContentPartPr>
            <p14:xfrm>
              <a:off x="504847" y="3196316"/>
              <a:ext cx="3560040" cy="1328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5CEA80B-7020-4616-974B-C1B4F893794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5846" y="3187318"/>
                <a:ext cx="3577682" cy="1346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E67FA42-4528-4BE9-B6EF-431D82452C83}"/>
                  </a:ext>
                </a:extLst>
              </p14:cNvPr>
              <p14:cNvContentPartPr/>
              <p14:nvPr/>
            </p14:nvContentPartPr>
            <p14:xfrm>
              <a:off x="444179" y="2627344"/>
              <a:ext cx="3753720" cy="1561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E67FA42-4528-4BE9-B6EF-431D82452C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179" y="2618342"/>
                <a:ext cx="3771360" cy="1578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DBA56F8-21AD-4187-ABB5-3642A27682D2}"/>
                  </a:ext>
                </a:extLst>
              </p14:cNvPr>
              <p14:cNvContentPartPr/>
              <p14:nvPr/>
            </p14:nvContentPartPr>
            <p14:xfrm>
              <a:off x="465779" y="3660184"/>
              <a:ext cx="3355560" cy="915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DBA56F8-21AD-4187-ABB5-3642A27682D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6780" y="3651184"/>
                <a:ext cx="3373198" cy="93276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59915C0-CD9E-474A-B788-38DDEFADA5C3}"/>
              </a:ext>
            </a:extLst>
          </p:cNvPr>
          <p:cNvSpPr txBox="1"/>
          <p:nvPr/>
        </p:nvSpPr>
        <p:spPr>
          <a:xfrm>
            <a:off x="4676089" y="2923626"/>
            <a:ext cx="4263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Varying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/>
              <a:t> just stretches the function vertically – neither changes the functional form nor ordering of which points have greater values than others.</a:t>
            </a:r>
          </a:p>
          <a:p>
            <a:endParaRPr lang="en-US" sz="2000" dirty="0"/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/>
              <a:t> will be the value that makes the integral of the function 1 for the given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i="1" dirty="0"/>
              <a:t>.</a:t>
            </a:r>
            <a:r>
              <a:rPr lang="en-US" sz="2000" dirty="0"/>
              <a:t> WHY?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DB3A0AE-FC5D-40D8-BC16-7EC23F025D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60238" y="5019778"/>
            <a:ext cx="4236275" cy="3331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183BB74-5CB8-4A41-8A7B-530B26E9F97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60238" y="5546620"/>
            <a:ext cx="5378947" cy="3581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01891D1-A422-4B56-AD1E-6BA9F3C3506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029940" y="6377108"/>
            <a:ext cx="733146" cy="2530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CA2ED9B-6BCF-42D8-9028-FC09E94191CE}"/>
              </a:ext>
            </a:extLst>
          </p:cNvPr>
          <p:cNvGrpSpPr/>
          <p:nvPr/>
        </p:nvGrpSpPr>
        <p:grpSpPr>
          <a:xfrm>
            <a:off x="3419767" y="5473715"/>
            <a:ext cx="2260440" cy="839380"/>
            <a:chOff x="3419767" y="5473715"/>
            <a:chExt cx="2260440" cy="8393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8D8949-1422-401C-A367-DE6360756392}"/>
                    </a:ext>
                  </a:extLst>
                </p14:cNvPr>
                <p14:cNvContentPartPr/>
                <p14:nvPr/>
              </p14:nvContentPartPr>
              <p14:xfrm>
                <a:off x="4279333" y="5991975"/>
                <a:ext cx="234360" cy="32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8D8949-1422-401C-A367-DE63607563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70333" y="5982975"/>
                  <a:ext cx="2520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7E51D5-B832-4AA1-8BB6-E260FD9AC6CE}"/>
                    </a:ext>
                  </a:extLst>
                </p14:cNvPr>
                <p14:cNvContentPartPr/>
                <p14:nvPr/>
              </p14:nvContentPartPr>
              <p14:xfrm>
                <a:off x="3419767" y="5473715"/>
                <a:ext cx="2260440" cy="57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7E51D5-B832-4AA1-8BB6-E260FD9AC6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10766" y="5464715"/>
                  <a:ext cx="2278083" cy="590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C643A6F-E180-4934-8764-71851DE74A94}"/>
              </a:ext>
            </a:extLst>
          </p:cNvPr>
          <p:cNvSpPr txBox="1"/>
          <p:nvPr/>
        </p:nvSpPr>
        <p:spPr>
          <a:xfrm flipH="1">
            <a:off x="5338481" y="6098542"/>
            <a:ext cx="2805058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“normalizing constant” or “partition function”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0A38A9-08A4-4635-B160-E10BC6442650}"/>
              </a:ext>
            </a:extLst>
          </p:cNvPr>
          <p:cNvSpPr/>
          <p:nvPr/>
        </p:nvSpPr>
        <p:spPr>
          <a:xfrm>
            <a:off x="2532528" y="5378045"/>
            <a:ext cx="3286233" cy="7413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9A7AB2-5E04-42C2-A297-09EA05953FA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251705" y="4677962"/>
            <a:ext cx="138667" cy="16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8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530"/>
            <a:ext cx="8229600" cy="1082842"/>
          </a:xfrm>
        </p:spPr>
        <p:txBody>
          <a:bodyPr>
            <a:normAutofit fontScale="90000"/>
          </a:bodyPr>
          <a:lstStyle/>
          <a:p>
            <a:r>
              <a:rPr lang="en-US" dirty="0"/>
              <a:t>Posterior Mean For Normal Prior  Given Known Variances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94A31A-058F-423E-B62C-0DDEE4310F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9913" y="1608227"/>
            <a:ext cx="5477031" cy="8056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9A43545-7FA2-4ABD-A63D-C93DC32E1A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83133" y="1861246"/>
            <a:ext cx="1773067" cy="3085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5C3DC2C-2F06-43B0-A50D-E3D89289178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21510" y="2350997"/>
            <a:ext cx="7622577" cy="6594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BA4C976-0363-444B-9679-7F3DA07D49C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21510" y="3121661"/>
            <a:ext cx="6293943" cy="69568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92DAC7D-48D2-4832-8588-01AA8FF7B3E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360484" y="3928519"/>
            <a:ext cx="6423032" cy="61425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EF6414F-B280-4236-9C30-7F93796958A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360484" y="4661984"/>
            <a:ext cx="5450585" cy="6142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35094A8-2D21-4B90-8769-5AF635C6BD8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630041" y="5557311"/>
            <a:ext cx="2502757" cy="608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ACFE829-FAF2-40CA-8F14-7957216C1DE4}"/>
                  </a:ext>
                </a:extLst>
              </p14:cNvPr>
              <p14:cNvContentPartPr/>
              <p14:nvPr/>
            </p14:nvContentPartPr>
            <p14:xfrm>
              <a:off x="6744679" y="6946560"/>
              <a:ext cx="5040" cy="518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ACFE829-FAF2-40CA-8F14-7957216C1D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36039" y="6937560"/>
                <a:ext cx="2268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AD692CF-E42A-49D9-9AD5-0196EFEC3D49}"/>
              </a:ext>
            </a:extLst>
          </p:cNvPr>
          <p:cNvGrpSpPr/>
          <p:nvPr/>
        </p:nvGrpSpPr>
        <p:grpSpPr>
          <a:xfrm>
            <a:off x="2732119" y="4628880"/>
            <a:ext cx="1709640" cy="1630080"/>
            <a:chOff x="2732119" y="4628880"/>
            <a:chExt cx="1709640" cy="163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B2207E-4496-4E1B-9831-56EDF16C5FC8}"/>
                    </a:ext>
                  </a:extLst>
                </p14:cNvPr>
                <p14:cNvContentPartPr/>
                <p14:nvPr/>
              </p14:nvContentPartPr>
              <p14:xfrm>
                <a:off x="2732119" y="4628880"/>
                <a:ext cx="1709640" cy="72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B2207E-4496-4E1B-9831-56EDF16C5F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23119" y="4619880"/>
                  <a:ext cx="1727280" cy="746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F8ABAC9-FD62-49D6-81F0-19688521F521}"/>
                </a:ext>
              </a:extLst>
            </p:cNvPr>
            <p:cNvGrpSpPr/>
            <p:nvPr/>
          </p:nvGrpSpPr>
          <p:grpSpPr>
            <a:xfrm>
              <a:off x="3274639" y="5347800"/>
              <a:ext cx="704160" cy="911160"/>
              <a:chOff x="3274639" y="5347800"/>
              <a:chExt cx="704160" cy="911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B79084E1-E15C-42BE-8FD8-DC5FFA6D06D6}"/>
                      </a:ext>
                    </a:extLst>
                  </p14:cNvPr>
                  <p14:cNvContentPartPr/>
                  <p14:nvPr/>
                </p14:nvContentPartPr>
                <p14:xfrm>
                  <a:off x="3512239" y="5347800"/>
                  <a:ext cx="206640" cy="16812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B79084E1-E15C-42BE-8FD8-DC5FFA6D06D6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503239" y="5339160"/>
                    <a:ext cx="224280" cy="18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C6EA8C86-8E9D-49CB-9868-6FF2BD095957}"/>
                      </a:ext>
                    </a:extLst>
                  </p14:cNvPr>
                  <p14:cNvContentPartPr/>
                  <p14:nvPr/>
                </p14:nvContentPartPr>
                <p14:xfrm>
                  <a:off x="3585319" y="5367600"/>
                  <a:ext cx="60120" cy="28404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C6EA8C86-8E9D-49CB-9868-6FF2BD095957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576319" y="5358600"/>
                    <a:ext cx="77760" cy="30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4DF5435D-D429-4BE8-BDBA-FE914C045968}"/>
                      </a:ext>
                    </a:extLst>
                  </p14:cNvPr>
                  <p14:cNvContentPartPr/>
                  <p14:nvPr/>
                </p14:nvContentPartPr>
                <p14:xfrm>
                  <a:off x="3442399" y="5568480"/>
                  <a:ext cx="194400" cy="9612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4DF5435D-D429-4BE8-BDBA-FE914C045968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433399" y="5559840"/>
                    <a:ext cx="212040" cy="11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B763A69A-5A25-43B8-8793-1AF9C135293A}"/>
                      </a:ext>
                    </a:extLst>
                  </p14:cNvPr>
                  <p14:cNvContentPartPr/>
                  <p14:nvPr/>
                </p14:nvContentPartPr>
                <p14:xfrm>
                  <a:off x="3274639" y="5509080"/>
                  <a:ext cx="704160" cy="74988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B763A69A-5A25-43B8-8793-1AF9C135293A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65999" y="5500080"/>
                    <a:ext cx="721800" cy="7675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D89F595-731B-4AF6-8855-D2CC8B5E64CB}"/>
                  </a:ext>
                </a:extLst>
              </p14:cNvPr>
              <p14:cNvContentPartPr/>
              <p14:nvPr/>
            </p14:nvContentPartPr>
            <p14:xfrm>
              <a:off x="4429159" y="8418960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D89F595-731B-4AF6-8855-D2CC8B5E64C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20519" y="841032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88B49F9-5E87-48C8-A36A-A46785D7A659}"/>
              </a:ext>
            </a:extLst>
          </p:cNvPr>
          <p:cNvSpPr/>
          <p:nvPr/>
        </p:nvSpPr>
        <p:spPr>
          <a:xfrm>
            <a:off x="5284693" y="2144405"/>
            <a:ext cx="3733801" cy="9772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7F0C0F-E423-4C43-A202-AB494A0F3471}"/>
              </a:ext>
            </a:extLst>
          </p:cNvPr>
          <p:cNvSpPr/>
          <p:nvPr/>
        </p:nvSpPr>
        <p:spPr>
          <a:xfrm>
            <a:off x="5410199" y="3136079"/>
            <a:ext cx="2003613" cy="7208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9E4C74-C54B-4536-95F1-6BFCFABA09CB}"/>
              </a:ext>
            </a:extLst>
          </p:cNvPr>
          <p:cNvSpPr/>
          <p:nvPr/>
        </p:nvSpPr>
        <p:spPr>
          <a:xfrm>
            <a:off x="4899211" y="3907998"/>
            <a:ext cx="2716242" cy="7208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530"/>
            <a:ext cx="8229600" cy="1082842"/>
          </a:xfrm>
        </p:spPr>
        <p:txBody>
          <a:bodyPr>
            <a:normAutofit fontScale="90000"/>
          </a:bodyPr>
          <a:lstStyle/>
          <a:p>
            <a:r>
              <a:rPr lang="en-US" dirty="0"/>
              <a:t>Posterior Mean For Normal Prior  Given Known Variances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94A31A-058F-423E-B62C-0DDEE4310F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9913" y="1608227"/>
            <a:ext cx="5477031" cy="8056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9A43545-7FA2-4ABD-A63D-C93DC32E1A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83133" y="1861246"/>
            <a:ext cx="1773067" cy="30852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EF6414F-B280-4236-9C30-7F93796958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60484" y="2618031"/>
            <a:ext cx="5450585" cy="6142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35094A8-2D21-4B90-8769-5AF635C6BD8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630041" y="3513358"/>
            <a:ext cx="2502757" cy="608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ACFE829-FAF2-40CA-8F14-7957216C1DE4}"/>
                  </a:ext>
                </a:extLst>
              </p14:cNvPr>
              <p14:cNvContentPartPr/>
              <p14:nvPr/>
            </p14:nvContentPartPr>
            <p14:xfrm>
              <a:off x="6744679" y="6946560"/>
              <a:ext cx="5040" cy="518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ACFE829-FAF2-40CA-8F14-7957216C1D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5679" y="6937560"/>
                <a:ext cx="2268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AD692CF-E42A-49D9-9AD5-0196EFEC3D49}"/>
              </a:ext>
            </a:extLst>
          </p:cNvPr>
          <p:cNvGrpSpPr/>
          <p:nvPr/>
        </p:nvGrpSpPr>
        <p:grpSpPr>
          <a:xfrm>
            <a:off x="2732119" y="2584927"/>
            <a:ext cx="1709640" cy="1630080"/>
            <a:chOff x="2732119" y="4628880"/>
            <a:chExt cx="1709640" cy="163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B2207E-4496-4E1B-9831-56EDF16C5FC8}"/>
                    </a:ext>
                  </a:extLst>
                </p14:cNvPr>
                <p14:cNvContentPartPr/>
                <p14:nvPr/>
              </p14:nvContentPartPr>
              <p14:xfrm>
                <a:off x="2732119" y="4628880"/>
                <a:ext cx="1709640" cy="72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B2207E-4496-4E1B-9831-56EDF16C5F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23119" y="4619880"/>
                  <a:ext cx="1727280" cy="746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F8ABAC9-FD62-49D6-81F0-19688521F521}"/>
                </a:ext>
              </a:extLst>
            </p:cNvPr>
            <p:cNvGrpSpPr/>
            <p:nvPr/>
          </p:nvGrpSpPr>
          <p:grpSpPr>
            <a:xfrm>
              <a:off x="3274639" y="5347800"/>
              <a:ext cx="704160" cy="911160"/>
              <a:chOff x="3274639" y="5347800"/>
              <a:chExt cx="704160" cy="911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B79084E1-E15C-42BE-8FD8-DC5FFA6D06D6}"/>
                      </a:ext>
                    </a:extLst>
                  </p14:cNvPr>
                  <p14:cNvContentPartPr/>
                  <p14:nvPr/>
                </p14:nvContentPartPr>
                <p14:xfrm>
                  <a:off x="3512239" y="5347800"/>
                  <a:ext cx="206640" cy="16812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B79084E1-E15C-42BE-8FD8-DC5FFA6D06D6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503239" y="5338800"/>
                    <a:ext cx="224280" cy="18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C6EA8C86-8E9D-49CB-9868-6FF2BD095957}"/>
                      </a:ext>
                    </a:extLst>
                  </p14:cNvPr>
                  <p14:cNvContentPartPr/>
                  <p14:nvPr/>
                </p14:nvContentPartPr>
                <p14:xfrm>
                  <a:off x="3585319" y="5367600"/>
                  <a:ext cx="60120" cy="28404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C6EA8C86-8E9D-49CB-9868-6FF2BD095957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3576373" y="5358600"/>
                    <a:ext cx="77655" cy="301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4DF5435D-D429-4BE8-BDBA-FE914C045968}"/>
                      </a:ext>
                    </a:extLst>
                  </p14:cNvPr>
                  <p14:cNvContentPartPr/>
                  <p14:nvPr/>
                </p14:nvContentPartPr>
                <p14:xfrm>
                  <a:off x="3442399" y="5568480"/>
                  <a:ext cx="194400" cy="9612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4DF5435D-D429-4BE8-BDBA-FE914C045968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3433399" y="5559446"/>
                    <a:ext cx="212040" cy="1138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B763A69A-5A25-43B8-8793-1AF9C135293A}"/>
                      </a:ext>
                    </a:extLst>
                  </p14:cNvPr>
                  <p14:cNvContentPartPr/>
                  <p14:nvPr/>
                </p14:nvContentPartPr>
                <p14:xfrm>
                  <a:off x="3274639" y="5509080"/>
                  <a:ext cx="704160" cy="74988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B763A69A-5A25-43B8-8793-1AF9C135293A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3265639" y="5500080"/>
                    <a:ext cx="721800" cy="7675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D89F595-731B-4AF6-8855-D2CC8B5E64CB}"/>
                  </a:ext>
                </a:extLst>
              </p14:cNvPr>
              <p14:cNvContentPartPr/>
              <p14:nvPr/>
            </p14:nvContentPartPr>
            <p14:xfrm>
              <a:off x="4429159" y="8418960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D89F595-731B-4AF6-8855-D2CC8B5E64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20159" y="84099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A07991-3FE8-44D0-B804-BE22161118E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4589" y="4320950"/>
            <a:ext cx="2453839" cy="749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4A0A8-8691-47E0-A983-5C7A9D205E0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2732119" y="5418333"/>
            <a:ext cx="5406162" cy="954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60D73F-FFD7-49F1-8155-3418366DAF3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81598" y="4413307"/>
            <a:ext cx="2561524" cy="5805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62E911-F653-4D70-87EF-E6D5032436B2}"/>
                  </a:ext>
                </a:extLst>
              </p14:cNvPr>
              <p14:cNvContentPartPr/>
              <p14:nvPr/>
            </p14:nvContentPartPr>
            <p14:xfrm>
              <a:off x="3498840" y="5562720"/>
              <a:ext cx="597240" cy="1067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462E911-F653-4D70-87EF-E6D5032436B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89480" y="5553360"/>
                <a:ext cx="615960" cy="108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405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10EB-35F1-F6FE-6DBA-3808EC0E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Cluster assignment part 1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9A43-1756-16AB-D978-C0749B73C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https://canvas.wisc.edu/courses/446937/assignments/2579703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0387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19E0C-A4A4-4A17-4CB7-BFF5E613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35F1-4B8C-AE86-C4BD-2C8975E70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3094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226F-C112-F246-3B18-57584726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216"/>
            <a:ext cx="8229600" cy="923967"/>
          </a:xfrm>
        </p:spPr>
        <p:txBody>
          <a:bodyPr/>
          <a:lstStyle/>
          <a:p>
            <a:r>
              <a:rPr lang="en-US" dirty="0"/>
              <a:t>Discrete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EF06F-B91B-39AB-6D9F-5EAC8E213A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248" y="976184"/>
                <a:ext cx="9100751" cy="5715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Prof. Joe is walking through an animal shelter. </a:t>
                </a:r>
              </a:p>
              <a:p>
                <a:pPr marL="0" indent="0">
                  <a:buNone/>
                </a:pPr>
                <a:r>
                  <a:rPr lang="en-US" b="0" dirty="0"/>
                  <a:t>There are three animals there: ferrets, cats, and dogs. </a:t>
                </a:r>
              </a:p>
              <a:p>
                <a:pPr marL="0" indent="0">
                  <a:buNone/>
                </a:pPr>
                <a:r>
                  <a:rPr lang="en-US" dirty="0"/>
                  <a:t>How do we model the probability that he encounters a ferret, cat or dog? </a:t>
                </a:r>
              </a:p>
              <a:p>
                <a:pPr marL="0" indent="0">
                  <a:buNone/>
                </a:pPr>
                <a:r>
                  <a:rPr lang="en-US" dirty="0"/>
                  <a:t>We can model this with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, </a:t>
                </a:r>
                <a:r>
                  <a:rPr lang="en-US" b="0" dirty="0">
                    <a:latin typeface="Cambria Math" panose="02040503050406030204" pitchFamily="18" charset="0"/>
                  </a:rPr>
                  <a:t>one for each animal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We can define a random variable </a:t>
                </a:r>
                <a:r>
                  <a:rPr lang="en-US" b="0" i="1" dirty="0">
                    <a:latin typeface="Cambria Math" panose="02040503050406030204" pitchFamily="18" charset="0"/>
                  </a:rPr>
                  <a:t>c</a:t>
                </a:r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to be the next animal encounter. It is </a:t>
                </a:r>
                <a:r>
                  <a:rPr lang="en-US" b="1" dirty="0">
                    <a:latin typeface="Cambria Math" panose="02040503050406030204" pitchFamily="18" charset="0"/>
                  </a:rPr>
                  <a:t>Discrete </a:t>
                </a:r>
                <a:r>
                  <a:rPr lang="en-US" dirty="0">
                    <a:latin typeface="Cambria Math" panose="02040503050406030204" pitchFamily="18" charset="0"/>
                  </a:rPr>
                  <a:t>distributed: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Discrete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It is sometimes called a </a:t>
                </a:r>
                <a:r>
                  <a:rPr lang="en-US" i="1" dirty="0"/>
                  <a:t>categorical </a:t>
                </a:r>
                <a:r>
                  <a:rPr lang="en-US" dirty="0"/>
                  <a:t>distribution.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EF06F-B91B-39AB-6D9F-5EAC8E213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48" y="976184"/>
                <a:ext cx="9100751" cy="5715000"/>
              </a:xfrm>
              <a:blipFill>
                <a:blip r:embed="rId2"/>
                <a:stretch>
                  <a:fillRect l="-1674" t="-2239" r="-2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6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44" end="4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Mixture models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774700" y="2438400"/>
            <a:ext cx="866775" cy="904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774700" y="4568825"/>
            <a:ext cx="866775" cy="8413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905000" y="2438400"/>
            <a:ext cx="11144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x-none" sz="4400" i="1">
                <a:latin typeface="Times New Roman" charset="0"/>
              </a:rPr>
              <a:t>P</a:t>
            </a:r>
            <a:r>
              <a:rPr lang="en-US" altLang="x-none" sz="4400">
                <a:latin typeface="Times New Roman" charset="0"/>
              </a:rPr>
              <a:t>(</a:t>
            </a:r>
            <a:r>
              <a:rPr lang="en-US" altLang="x-none" sz="4400" i="1">
                <a:latin typeface="Times New Roman" charset="0"/>
              </a:rPr>
              <a:t>z</a:t>
            </a:r>
            <a:r>
              <a:rPr lang="en-US" altLang="x-none" sz="4400">
                <a:latin typeface="Times New Roman" charset="0"/>
              </a:rPr>
              <a:t>)</a:t>
            </a:r>
            <a:endParaRPr lang="en-US" altLang="x-none" sz="440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765300" y="4584700"/>
            <a:ext cx="1474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>
                <a:latin typeface="Times New Roman" charset="0"/>
              </a:rPr>
              <a:t>P</a:t>
            </a:r>
            <a:r>
              <a:rPr lang="en-US" altLang="x-none" sz="4400">
                <a:latin typeface="Times New Roman" charset="0"/>
              </a:rPr>
              <a:t>(</a:t>
            </a:r>
            <a:r>
              <a:rPr lang="en-US" altLang="x-none" sz="4400" i="1">
                <a:latin typeface="Times New Roman" charset="0"/>
              </a:rPr>
              <a:t>x</a:t>
            </a:r>
            <a:r>
              <a:rPr lang="en-US" altLang="x-none" sz="4400">
                <a:latin typeface="Times New Roman" charset="0"/>
              </a:rPr>
              <a:t>|</a:t>
            </a:r>
            <a:r>
              <a:rPr lang="en-US" altLang="x-none" sz="4400" i="1">
                <a:latin typeface="Times New Roman" charset="0"/>
              </a:rPr>
              <a:t>z</a:t>
            </a:r>
            <a:r>
              <a:rPr lang="en-US" altLang="x-none" sz="4400">
                <a:latin typeface="Times New Roman" charset="0"/>
              </a:rPr>
              <a:t>)</a:t>
            </a:r>
            <a:endParaRPr lang="en-US" altLang="x-none" sz="4400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190625" y="3343275"/>
            <a:ext cx="3175" cy="1225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025525" y="2438400"/>
            <a:ext cx="4016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>
                <a:latin typeface="Times New Roman" charset="0"/>
              </a:rPr>
              <a:t>z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009650" y="4495800"/>
            <a:ext cx="431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>
                <a:latin typeface="Times New Roman" charset="0"/>
              </a:rPr>
              <a:t>x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3414713" y="2590800"/>
            <a:ext cx="3367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/>
              <a:t>Latent (unobserved)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3352800" y="4800600"/>
            <a:ext cx="1725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/>
              <a:t>Observed</a:t>
            </a:r>
          </a:p>
        </p:txBody>
      </p:sp>
      <p:graphicFrame>
        <p:nvGraphicFramePr>
          <p:cNvPr id="8205" name="Object 13"/>
          <p:cNvGraphicFramePr>
            <a:graphicFrameLocks noChangeAspect="1"/>
          </p:cNvGraphicFramePr>
          <p:nvPr/>
        </p:nvGraphicFramePr>
        <p:xfrm>
          <a:off x="3505200" y="3482975"/>
          <a:ext cx="44958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355600" progId="Equation.3">
                  <p:embed/>
                </p:oleObj>
              </mc:Choice>
              <mc:Fallback>
                <p:oleObj name="Equation" r:id="rId3" imgW="1371600" imgH="355600" progId="Equation.3">
                  <p:embed/>
                  <p:pic>
                    <p:nvPicPr>
                      <p:cNvPr id="82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82975"/>
                        <a:ext cx="44958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Line 14"/>
          <p:cNvSpPr>
            <a:spLocks noChangeShapeType="1"/>
          </p:cNvSpPr>
          <p:nvPr/>
        </p:nvSpPr>
        <p:spPr bwMode="auto">
          <a:xfrm flipH="1" flipV="1">
            <a:off x="5410200" y="45720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6062663" y="4495800"/>
            <a:ext cx="22510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/>
              <a:t>Marginalize out</a:t>
            </a:r>
          </a:p>
          <a:p>
            <a:pPr algn="ctr"/>
            <a:r>
              <a:rPr lang="en-US" altLang="x-none"/>
              <a:t>(i.e. sum over) </a:t>
            </a:r>
          </a:p>
          <a:p>
            <a:pPr algn="ctr"/>
            <a:r>
              <a:rPr lang="en-US" altLang="x-none"/>
              <a:t>latent structure</a:t>
            </a:r>
          </a:p>
        </p:txBody>
      </p:sp>
    </p:spTree>
    <p:extLst>
      <p:ext uri="{BB962C8B-B14F-4D97-AF65-F5344CB8AC3E}">
        <p14:creationId xmlns:p14="http://schemas.microsoft.com/office/powerpoint/2010/main" val="33879720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Plate notation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74700" y="2438400"/>
            <a:ext cx="866775" cy="2971800"/>
            <a:chOff x="774700" y="2438400"/>
            <a:chExt cx="866775" cy="2971800"/>
          </a:xfrm>
        </p:grpSpPr>
        <p:sp>
          <p:nvSpPr>
            <p:cNvPr id="8196" name="Oval 4"/>
            <p:cNvSpPr>
              <a:spLocks noChangeArrowheads="1"/>
            </p:cNvSpPr>
            <p:nvPr/>
          </p:nvSpPr>
          <p:spPr bwMode="auto">
            <a:xfrm>
              <a:off x="774700" y="2438400"/>
              <a:ext cx="866775" cy="9048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7" name="Oval 5"/>
            <p:cNvSpPr>
              <a:spLocks noChangeArrowheads="1"/>
            </p:cNvSpPr>
            <p:nvPr/>
          </p:nvSpPr>
          <p:spPr bwMode="auto">
            <a:xfrm>
              <a:off x="774700" y="4568825"/>
              <a:ext cx="866775" cy="84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1190625" y="3343275"/>
              <a:ext cx="3175" cy="1225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Text Box 9"/>
            <p:cNvSpPr txBox="1">
              <a:spLocks noChangeArrowheads="1"/>
            </p:cNvSpPr>
            <p:nvPr/>
          </p:nvSpPr>
          <p:spPr bwMode="auto">
            <a:xfrm>
              <a:off x="930430" y="2438400"/>
              <a:ext cx="59182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z</a:t>
              </a:r>
              <a:r>
                <a:rPr lang="en-US" altLang="x-none" sz="4400" i="1" baseline="-25000" dirty="0">
                  <a:latin typeface="Times New Roman" charset="0"/>
                </a:rPr>
                <a:t>1</a:t>
              </a:r>
              <a:endParaRPr lang="en-US" altLang="x-none" sz="4400" i="1" dirty="0">
                <a:latin typeface="Times New Roman" charset="0"/>
              </a:endParaRPr>
            </a:p>
          </p:txBody>
        </p:sp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914407" y="4495800"/>
              <a:ext cx="62228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x</a:t>
              </a:r>
              <a:r>
                <a:rPr lang="en-US" altLang="x-none" sz="4400" i="1" baseline="-25000" dirty="0">
                  <a:latin typeface="Times New Roman" charset="0"/>
                </a:rPr>
                <a:t>1</a:t>
              </a:r>
              <a:endParaRPr lang="en-US" altLang="x-none" sz="4400" i="1" dirty="0">
                <a:latin typeface="Times New Roman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978221" y="2429576"/>
            <a:ext cx="866775" cy="2971800"/>
            <a:chOff x="774700" y="2438400"/>
            <a:chExt cx="866775" cy="2971800"/>
          </a:xfrm>
        </p:grpSpPr>
        <p:sp>
          <p:nvSpPr>
            <p:cNvPr id="22" name="Oval 4"/>
            <p:cNvSpPr>
              <a:spLocks noChangeArrowheads="1"/>
            </p:cNvSpPr>
            <p:nvPr/>
          </p:nvSpPr>
          <p:spPr bwMode="auto">
            <a:xfrm>
              <a:off x="774700" y="2438400"/>
              <a:ext cx="866775" cy="9048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5"/>
            <p:cNvSpPr>
              <a:spLocks noChangeArrowheads="1"/>
            </p:cNvSpPr>
            <p:nvPr/>
          </p:nvSpPr>
          <p:spPr bwMode="auto">
            <a:xfrm>
              <a:off x="774700" y="4568825"/>
              <a:ext cx="866775" cy="84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1190625" y="3343275"/>
              <a:ext cx="3175" cy="1225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930430" y="2438400"/>
              <a:ext cx="59182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z</a:t>
              </a:r>
              <a:r>
                <a:rPr lang="en-US" altLang="x-none" sz="4400" i="1" baseline="-25000" dirty="0">
                  <a:latin typeface="Times New Roman" charset="0"/>
                </a:rPr>
                <a:t>2</a:t>
              </a:r>
              <a:endParaRPr lang="en-US" altLang="x-none" sz="4400" i="1" dirty="0">
                <a:latin typeface="Times New Roman" charset="0"/>
              </a:endParaRP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914407" y="4495800"/>
              <a:ext cx="62228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x</a:t>
              </a:r>
              <a:r>
                <a:rPr lang="en-US" altLang="x-none" sz="4400" i="1" baseline="-25000" dirty="0">
                  <a:latin typeface="Times New Roman" charset="0"/>
                </a:rPr>
                <a:t>2</a:t>
              </a:r>
              <a:endParaRPr lang="en-US" altLang="x-none" sz="4400" i="1" dirty="0">
                <a:latin typeface="Times New Roman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143910" y="2470150"/>
            <a:ext cx="866775" cy="2971800"/>
            <a:chOff x="774700" y="2438400"/>
            <a:chExt cx="866775" cy="2971800"/>
          </a:xfrm>
        </p:grpSpPr>
        <p:sp>
          <p:nvSpPr>
            <p:cNvPr id="28" name="Oval 4"/>
            <p:cNvSpPr>
              <a:spLocks noChangeArrowheads="1"/>
            </p:cNvSpPr>
            <p:nvPr/>
          </p:nvSpPr>
          <p:spPr bwMode="auto">
            <a:xfrm>
              <a:off x="774700" y="2438400"/>
              <a:ext cx="866775" cy="9048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774700" y="4568825"/>
              <a:ext cx="866775" cy="84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>
              <a:off x="1190625" y="3343275"/>
              <a:ext cx="3175" cy="1225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930430" y="2438400"/>
              <a:ext cx="59182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z</a:t>
              </a:r>
              <a:r>
                <a:rPr lang="en-US" altLang="x-none" sz="4400" i="1" baseline="-25000" dirty="0">
                  <a:latin typeface="Times New Roman" charset="0"/>
                </a:rPr>
                <a:t>3</a:t>
              </a:r>
              <a:endParaRPr lang="en-US" altLang="x-none" sz="4400" i="1" dirty="0">
                <a:latin typeface="Times New Roman" charset="0"/>
              </a:endParaRPr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914407" y="4495800"/>
              <a:ext cx="62228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x</a:t>
              </a:r>
              <a:r>
                <a:rPr lang="en-US" altLang="x-none" sz="4400" i="1" baseline="-25000" dirty="0">
                  <a:latin typeface="Times New Roman" charset="0"/>
                </a:rPr>
                <a:t>3</a:t>
              </a:r>
              <a:endParaRPr lang="en-US" altLang="x-none" sz="4400" i="1" dirty="0">
                <a:latin typeface="Times New Roman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372019" y="2501900"/>
            <a:ext cx="866775" cy="2971800"/>
            <a:chOff x="774700" y="2438400"/>
            <a:chExt cx="866775" cy="2971800"/>
          </a:xfrm>
        </p:grpSpPr>
        <p:sp>
          <p:nvSpPr>
            <p:cNvPr id="34" name="Oval 4"/>
            <p:cNvSpPr>
              <a:spLocks noChangeArrowheads="1"/>
            </p:cNvSpPr>
            <p:nvPr/>
          </p:nvSpPr>
          <p:spPr bwMode="auto">
            <a:xfrm>
              <a:off x="774700" y="2438400"/>
              <a:ext cx="866775" cy="9048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774700" y="4568825"/>
              <a:ext cx="866775" cy="84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1190625" y="3343275"/>
              <a:ext cx="3175" cy="1225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930429" y="2438400"/>
              <a:ext cx="591830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 err="1">
                  <a:latin typeface="Times New Roman" charset="0"/>
                </a:rPr>
                <a:t>z</a:t>
              </a:r>
              <a:r>
                <a:rPr lang="en-US" altLang="x-none" sz="4400" i="1" baseline="-25000" dirty="0" err="1">
                  <a:latin typeface="Times New Roman" charset="0"/>
                </a:rPr>
                <a:t>n</a:t>
              </a:r>
              <a:endParaRPr lang="en-US" altLang="x-none" sz="4400" i="1" dirty="0">
                <a:latin typeface="Times New Roman" charset="0"/>
              </a:endParaRPr>
            </a:p>
          </p:txBody>
        </p: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914407" y="4495800"/>
              <a:ext cx="62228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 err="1">
                  <a:latin typeface="Times New Roman" charset="0"/>
                </a:rPr>
                <a:t>x</a:t>
              </a:r>
              <a:r>
                <a:rPr lang="en-US" altLang="x-none" sz="4400" i="1" baseline="-25000" dirty="0" err="1">
                  <a:latin typeface="Times New Roman" charset="0"/>
                </a:rPr>
                <a:t>n</a:t>
              </a:r>
              <a:endParaRPr lang="en-US" altLang="x-none" sz="4400" i="1" dirty="0">
                <a:latin typeface="Times New Roman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139543" y="2429576"/>
            <a:ext cx="1484415" cy="34843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60634" y="5472463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=1,2,3</a:t>
            </a:r>
          </a:p>
        </p:txBody>
      </p:sp>
    </p:spTree>
    <p:extLst>
      <p:ext uri="{BB962C8B-B14F-4D97-AF65-F5344CB8AC3E}">
        <p14:creationId xmlns:p14="http://schemas.microsoft.com/office/powerpoint/2010/main" val="19841927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Plate notation</a:t>
            </a:r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774700" y="4568825"/>
            <a:ext cx="866775" cy="8413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H="1">
            <a:off x="1193800" y="3343275"/>
            <a:ext cx="1200346" cy="1225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133979" y="2438400"/>
            <a:ext cx="18473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en-US" altLang="x-none" sz="4400" i="1" dirty="0">
              <a:latin typeface="Times New Roman" charset="0"/>
            </a:endParaRP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914407" y="4495800"/>
            <a:ext cx="62228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 dirty="0">
                <a:latin typeface="Times New Roman" charset="0"/>
              </a:rPr>
              <a:t>x</a:t>
            </a:r>
            <a:r>
              <a:rPr lang="en-US" altLang="x-none" sz="4400" i="1" baseline="-25000" dirty="0">
                <a:latin typeface="Times New Roman" charset="0"/>
              </a:rPr>
              <a:t>1</a:t>
            </a:r>
            <a:endParaRPr lang="en-US" altLang="x-none" sz="4400" i="1" dirty="0">
              <a:latin typeface="Times New Roman" charset="0"/>
            </a:endParaRPr>
          </a:p>
        </p:txBody>
      </p:sp>
      <p:sp>
        <p:nvSpPr>
          <p:cNvPr id="22" name="Oval 4"/>
          <p:cNvSpPr>
            <a:spLocks noChangeArrowheads="1"/>
          </p:cNvSpPr>
          <p:nvPr/>
        </p:nvSpPr>
        <p:spPr bwMode="auto">
          <a:xfrm>
            <a:off x="1978221" y="2429576"/>
            <a:ext cx="866775" cy="904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1978221" y="4560001"/>
            <a:ext cx="866775" cy="8413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2394146" y="3334451"/>
            <a:ext cx="3175" cy="1225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174826" y="2429576"/>
            <a:ext cx="51007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 dirty="0">
                <a:latin typeface="Times New Roman" charset="0"/>
              </a:rPr>
              <a:t>µ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117928" y="4486976"/>
            <a:ext cx="62228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 dirty="0">
                <a:latin typeface="Times New Roman" charset="0"/>
              </a:rPr>
              <a:t>x</a:t>
            </a:r>
            <a:r>
              <a:rPr lang="en-US" altLang="x-none" sz="4400" i="1" baseline="-25000" dirty="0">
                <a:latin typeface="Times New Roman" charset="0"/>
              </a:rPr>
              <a:t>2</a:t>
            </a:r>
            <a:endParaRPr lang="en-US" altLang="x-none" sz="4400" i="1" dirty="0">
              <a:latin typeface="Times New Roman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3143910" y="4600575"/>
            <a:ext cx="866775" cy="8413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"/>
          <p:cNvSpPr>
            <a:spLocks noChangeShapeType="1"/>
          </p:cNvSpPr>
          <p:nvPr/>
        </p:nvSpPr>
        <p:spPr bwMode="auto">
          <a:xfrm>
            <a:off x="2450777" y="3343275"/>
            <a:ext cx="1090041" cy="127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283617" y="4527550"/>
            <a:ext cx="62228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4400" i="1" dirty="0">
                <a:latin typeface="Times New Roman" charset="0"/>
              </a:rPr>
              <a:t>x</a:t>
            </a:r>
            <a:r>
              <a:rPr lang="en-US" altLang="x-none" sz="4400" i="1" baseline="-25000" dirty="0">
                <a:latin typeface="Times New Roman" charset="0"/>
              </a:rPr>
              <a:t>3</a:t>
            </a:r>
            <a:endParaRPr lang="en-US" altLang="x-none" sz="4400" i="1" dirty="0">
              <a:latin typeface="Times New Roman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372019" y="2501900"/>
            <a:ext cx="866775" cy="2971800"/>
            <a:chOff x="774700" y="2438400"/>
            <a:chExt cx="866775" cy="2971800"/>
          </a:xfrm>
        </p:grpSpPr>
        <p:sp>
          <p:nvSpPr>
            <p:cNvPr id="34" name="Oval 4"/>
            <p:cNvSpPr>
              <a:spLocks noChangeArrowheads="1"/>
            </p:cNvSpPr>
            <p:nvPr/>
          </p:nvSpPr>
          <p:spPr bwMode="auto">
            <a:xfrm>
              <a:off x="774700" y="2438400"/>
              <a:ext cx="866775" cy="9048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774700" y="4568825"/>
              <a:ext cx="866775" cy="84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1190625" y="3343275"/>
              <a:ext cx="3175" cy="1225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971306" y="2438400"/>
              <a:ext cx="51007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>
                  <a:latin typeface="Times New Roman" charset="0"/>
                </a:rPr>
                <a:t>µ</a:t>
              </a:r>
            </a:p>
          </p:txBody>
        </p: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914407" y="4495800"/>
              <a:ext cx="62228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x-none" sz="4400" i="1" dirty="0" err="1">
                  <a:latin typeface="Times New Roman" charset="0"/>
                </a:rPr>
                <a:t>x</a:t>
              </a:r>
              <a:r>
                <a:rPr lang="en-US" altLang="x-none" sz="4400" i="1" baseline="-25000" dirty="0" err="1">
                  <a:latin typeface="Times New Roman" charset="0"/>
                </a:rPr>
                <a:t>n</a:t>
              </a:r>
              <a:endParaRPr lang="en-US" altLang="x-none" sz="4400" i="1" dirty="0">
                <a:latin typeface="Times New Roman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139543" y="3788228"/>
            <a:ext cx="1484415" cy="21256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60634" y="5472463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=1,2,3</a:t>
            </a:r>
          </a:p>
        </p:txBody>
      </p:sp>
    </p:spTree>
    <p:extLst>
      <p:ext uri="{BB962C8B-B14F-4D97-AF65-F5344CB8AC3E}">
        <p14:creationId xmlns:p14="http://schemas.microsoft.com/office/powerpoint/2010/main" val="127524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 idx="4294967295"/>
          </p:nvPr>
        </p:nvSpPr>
        <p:spPr>
          <a:xfrm>
            <a:off x="62508" y="46679"/>
            <a:ext cx="7161609" cy="714376"/>
          </a:xfrm>
          <a:prstGeom prst="rect">
            <a:avLst/>
          </a:prstGeom>
        </p:spPr>
        <p:txBody>
          <a:bodyPr lIns="26788" tIns="26788" rIns="26788" bIns="26788"/>
          <a:lstStyle>
            <a:lvl1pPr>
              <a:defRPr sz="5400"/>
            </a:lvl1pPr>
          </a:lstStyle>
          <a:p>
            <a:pPr lvl="0">
              <a:defRPr sz="1800"/>
            </a:pPr>
            <a:r>
              <a:rPr sz="3800"/>
              <a:t>Categorization as Mixture Modeling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170533" y="3960646"/>
            <a:ext cx="2937786" cy="2795762"/>
            <a:chOff x="38224" y="0"/>
            <a:chExt cx="4178182" cy="3976194"/>
          </a:xfrm>
        </p:grpSpPr>
        <p:grpSp>
          <p:nvGrpSpPr>
            <p:cNvPr id="37" name="Group 37"/>
            <p:cNvGrpSpPr/>
            <p:nvPr/>
          </p:nvGrpSpPr>
          <p:grpSpPr>
            <a:xfrm>
              <a:off x="38224" y="219571"/>
              <a:ext cx="4178182" cy="3756623"/>
              <a:chOff x="38224" y="0"/>
              <a:chExt cx="4178180" cy="3756622"/>
            </a:xfrm>
          </p:grpSpPr>
          <p:pic>
            <p:nvPicPr>
              <p:cNvPr id="31" name="droppedImage.pdf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7047" y="235906"/>
                <a:ext cx="3719357" cy="31428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2" name="Shape 32"/>
              <p:cNvSpPr/>
              <p:nvPr/>
            </p:nvSpPr>
            <p:spPr>
              <a:xfrm>
                <a:off x="1113076" y="3361007"/>
                <a:ext cx="2038110" cy="3956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 dirty="0"/>
                  <a:t>Snout Size</a:t>
                </a:r>
              </a:p>
            </p:txBody>
          </p:sp>
          <p:pic>
            <p:nvPicPr>
              <p:cNvPr id="33" name="ferrets.jpg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495" y="705683"/>
                <a:ext cx="500999" cy="4655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4" name="american-bobtail-cat-facts.jpg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3468" y="0"/>
                <a:ext cx="987213" cy="76783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5" name="Shape 35"/>
              <p:cNvSpPr/>
              <p:nvPr/>
            </p:nvSpPr>
            <p:spPr>
              <a:xfrm rot="16199993">
                <a:off x="-1064941" y="1498716"/>
                <a:ext cx="2736706" cy="5303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 dirty="0"/>
                  <a:t>Prob. of snout size</a:t>
                </a:r>
              </a:p>
            </p:txBody>
          </p:sp>
          <p:pic>
            <p:nvPicPr>
              <p:cNvPr id="36" name="boxer-dog.jpg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6954" y="1050150"/>
                <a:ext cx="1167807" cy="10143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8" name="Shape 38"/>
            <p:cNvSpPr/>
            <p:nvPr/>
          </p:nvSpPr>
          <p:spPr>
            <a:xfrm>
              <a:off x="721637" y="395612"/>
              <a:ext cx="259622" cy="4450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1</a:t>
              </a:r>
            </a:p>
          </p:txBody>
        </p:sp>
        <p:sp>
          <p:nvSpPr>
            <p:cNvPr id="39" name="Shape 39"/>
            <p:cNvSpPr/>
            <p:nvPr/>
          </p:nvSpPr>
          <p:spPr>
            <a:xfrm>
              <a:off x="1249258" y="0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2</a:t>
              </a:r>
            </a:p>
          </p:txBody>
        </p:sp>
        <p:sp>
          <p:nvSpPr>
            <p:cNvPr id="40" name="Shape 40"/>
            <p:cNvSpPr/>
            <p:nvPr/>
          </p:nvSpPr>
          <p:spPr>
            <a:xfrm>
              <a:off x="3041879" y="803588"/>
              <a:ext cx="259621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3</a:t>
              </a:r>
            </a:p>
          </p:txBody>
        </p:sp>
      </p:grpSp>
      <p:pic>
        <p:nvPicPr>
          <p:cNvPr id="42" name="dropped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172" y="2152055"/>
            <a:ext cx="2928938" cy="24467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" name="Group 52"/>
          <p:cNvGrpSpPr/>
          <p:nvPr/>
        </p:nvGrpSpPr>
        <p:grpSpPr>
          <a:xfrm>
            <a:off x="62506" y="4286249"/>
            <a:ext cx="2982632" cy="2470159"/>
            <a:chOff x="114298" y="0"/>
            <a:chExt cx="4241963" cy="3513112"/>
          </a:xfrm>
        </p:grpSpPr>
        <p:sp>
          <p:nvSpPr>
            <p:cNvPr id="43" name="Shape 43"/>
            <p:cNvSpPr/>
            <p:nvPr/>
          </p:nvSpPr>
          <p:spPr>
            <a:xfrm>
              <a:off x="1255658" y="3123379"/>
              <a:ext cx="1789457" cy="389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 dirty="0"/>
                <a:t>Snout Size</a:t>
              </a:r>
            </a:p>
          </p:txBody>
        </p:sp>
        <p:pic>
          <p:nvPicPr>
            <p:cNvPr id="44" name="ferrets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30495" y="1293555"/>
              <a:ext cx="500999" cy="4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" name="american-bobtail-cat-facts.jp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54568" y="1349871"/>
              <a:ext cx="987213" cy="7678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" name="Shape 46"/>
            <p:cNvSpPr/>
            <p:nvPr/>
          </p:nvSpPr>
          <p:spPr>
            <a:xfrm rot="16199993">
              <a:off x="-1057857" y="1377499"/>
              <a:ext cx="2798611" cy="4543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 dirty="0"/>
                <a:t>Prob. of snout size</a:t>
              </a:r>
            </a:p>
          </p:txBody>
        </p:sp>
        <p:pic>
          <p:nvPicPr>
            <p:cNvPr id="47" name="boxer-dog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188454" y="1358620"/>
              <a:ext cx="1167807" cy="10143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" name="Shape 48"/>
            <p:cNvSpPr/>
            <p:nvPr/>
          </p:nvSpPr>
          <p:spPr>
            <a:xfrm>
              <a:off x="747037" y="1703713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1</a:t>
              </a:r>
            </a:p>
          </p:txBody>
        </p:sp>
        <p:sp>
          <p:nvSpPr>
            <p:cNvPr id="49" name="Shape 49"/>
            <p:cNvSpPr/>
            <p:nvPr/>
          </p:nvSpPr>
          <p:spPr>
            <a:xfrm>
              <a:off x="1274658" y="889000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2</a:t>
              </a:r>
            </a:p>
          </p:txBody>
        </p:sp>
        <p:sp>
          <p:nvSpPr>
            <p:cNvPr id="50" name="Shape 50"/>
            <p:cNvSpPr/>
            <p:nvPr/>
          </p:nvSpPr>
          <p:spPr>
            <a:xfrm>
              <a:off x="2978379" y="892488"/>
              <a:ext cx="259621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3</a:t>
              </a:r>
            </a:p>
          </p:txBody>
        </p:sp>
        <p:pic>
          <p:nvPicPr>
            <p:cNvPr id="51" name="droppedImage.pdf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08000" y="0"/>
              <a:ext cx="3721100" cy="309903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61" name="Group 61"/>
          <p:cNvGrpSpPr/>
          <p:nvPr/>
        </p:nvGrpSpPr>
        <p:grpSpPr>
          <a:xfrm>
            <a:off x="534194" y="241102"/>
            <a:ext cx="8652868" cy="1142802"/>
            <a:chOff x="0" y="0"/>
            <a:chExt cx="12306300" cy="1625318"/>
          </a:xfrm>
        </p:grpSpPr>
        <p:sp>
          <p:nvSpPr>
            <p:cNvPr id="53" name="Shape 53"/>
            <p:cNvSpPr/>
            <p:nvPr/>
          </p:nvSpPr>
          <p:spPr>
            <a:xfrm>
              <a:off x="0" y="1041682"/>
              <a:ext cx="12306300" cy="583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584200">
                <a:defRPr sz="28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2000"/>
                <a:t>To make an animal, first sample which animal we want from</a:t>
              </a:r>
            </a:p>
          </p:txBody>
        </p:sp>
        <p:pic>
          <p:nvPicPr>
            <p:cNvPr id="54" name="droppedImage.pdf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9044657" y="1206500"/>
              <a:ext cx="2743201" cy="368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" name="ferrets.jp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654257" y="571500"/>
              <a:ext cx="500998" cy="4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" name="american-bobtail-cat-facts.jp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0264098" y="463031"/>
              <a:ext cx="783772" cy="609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" name="boxer-dog.jpg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1164964" y="376856"/>
              <a:ext cx="850901" cy="7390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" name="Shape 58"/>
            <p:cNvSpPr/>
            <p:nvPr/>
          </p:nvSpPr>
          <p:spPr>
            <a:xfrm>
              <a:off x="9781257" y="0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1</a:t>
              </a:r>
            </a:p>
          </p:txBody>
        </p:sp>
        <p:sp>
          <p:nvSpPr>
            <p:cNvPr id="59" name="Shape 59"/>
            <p:cNvSpPr/>
            <p:nvPr/>
          </p:nvSpPr>
          <p:spPr>
            <a:xfrm>
              <a:off x="10530557" y="0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2</a:t>
              </a:r>
            </a:p>
          </p:txBody>
        </p:sp>
        <p:sp>
          <p:nvSpPr>
            <p:cNvPr id="60" name="Shape 60"/>
            <p:cNvSpPr/>
            <p:nvPr/>
          </p:nvSpPr>
          <p:spPr>
            <a:xfrm>
              <a:off x="11470357" y="0"/>
              <a:ext cx="259622" cy="445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24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1700"/>
                <a:t>3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5781" y="1420019"/>
            <a:ext cx="8652867" cy="410369"/>
            <a:chOff x="0" y="-37817"/>
            <a:chExt cx="12306300" cy="583635"/>
          </a:xfrm>
        </p:grpSpPr>
        <p:sp>
          <p:nvSpPr>
            <p:cNvPr id="62" name="Shape 62"/>
            <p:cNvSpPr/>
            <p:nvPr/>
          </p:nvSpPr>
          <p:spPr>
            <a:xfrm>
              <a:off x="0" y="-37817"/>
              <a:ext cx="12306300" cy="5836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584200">
                <a:defRPr sz="28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2000" dirty="0"/>
                <a:t>Each animal is created from its associated ideal “snout size”       and variance     </a:t>
              </a:r>
              <a:r>
                <a:rPr lang="en-US" sz="2000" dirty="0"/>
                <a:t> </a:t>
              </a:r>
              <a:r>
                <a:rPr sz="2000" dirty="0"/>
                <a:t>.</a:t>
              </a:r>
            </a:p>
          </p:txBody>
        </p:sp>
        <p:pic>
          <p:nvPicPr>
            <p:cNvPr id="63" name="droppedImage.pdf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8926075" y="201568"/>
              <a:ext cx="342901" cy="241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" name="droppedImage.pdf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1412002" y="38100"/>
              <a:ext cx="330200" cy="419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6" name="Shape 66"/>
          <p:cNvSpPr/>
          <p:nvPr/>
        </p:nvSpPr>
        <p:spPr>
          <a:xfrm>
            <a:off x="535781" y="1881733"/>
            <a:ext cx="8652867" cy="379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/>
          <a:p>
            <a:pPr defTabSz="410751">
              <a:defRPr sz="1800"/>
            </a:pPr>
            <a:r>
              <a:rPr sz="2000">
                <a:sym typeface="Gill Sans"/>
              </a:rPr>
              <a:t>This leads to the following </a:t>
            </a:r>
            <a:r>
              <a:rPr sz="2000" i="1">
                <a:sym typeface="Gill Sans"/>
              </a:rPr>
              <a:t>generative process</a:t>
            </a:r>
            <a:r>
              <a:rPr sz="2000">
                <a:sym typeface="Gill Sans"/>
              </a:rPr>
              <a:t> for each animal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2071688" y="4768453"/>
            <a:ext cx="160734" cy="1705570"/>
            <a:chOff x="0" y="0"/>
            <a:chExt cx="228600" cy="2425700"/>
          </a:xfrm>
        </p:grpSpPr>
        <p:sp>
          <p:nvSpPr>
            <p:cNvPr id="67" name="Shape 67"/>
            <p:cNvSpPr/>
            <p:nvPr/>
          </p:nvSpPr>
          <p:spPr>
            <a:xfrm>
              <a:off x="0" y="254000"/>
              <a:ext cx="228600" cy="2171700"/>
            </a:xfrm>
            <a:prstGeom prst="rect">
              <a:avLst/>
            </a:prstGeom>
            <a:noFill/>
            <a:ln w="25400" cap="flat">
              <a:solidFill>
                <a:srgbClr val="E324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  <p:pic>
          <p:nvPicPr>
            <p:cNvPr id="68" name="droppedImage.pdf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2700" y="0"/>
              <a:ext cx="203200" cy="203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85" name="Group 85"/>
          <p:cNvGrpSpPr/>
          <p:nvPr/>
        </p:nvGrpSpPr>
        <p:grpSpPr>
          <a:xfrm>
            <a:off x="3062881" y="4259459"/>
            <a:ext cx="3107649" cy="2496950"/>
            <a:chOff x="-3" y="-1"/>
            <a:chExt cx="4419766" cy="3551215"/>
          </a:xfrm>
        </p:grpSpPr>
        <p:sp>
          <p:nvSpPr>
            <p:cNvPr id="70" name="Shape 70"/>
            <p:cNvSpPr/>
            <p:nvPr/>
          </p:nvSpPr>
          <p:spPr>
            <a:xfrm>
              <a:off x="2946400" y="977900"/>
              <a:ext cx="228600" cy="2171700"/>
            </a:xfrm>
            <a:prstGeom prst="rect">
              <a:avLst/>
            </a:prstGeom>
            <a:noFill/>
            <a:ln w="25400" cap="flat">
              <a:solidFill>
                <a:srgbClr val="E324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  <p:pic>
          <p:nvPicPr>
            <p:cNvPr id="71" name="droppedImage.pdf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2959100" y="711200"/>
              <a:ext cx="203200" cy="203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4" name="Group 84"/>
            <p:cNvGrpSpPr/>
            <p:nvPr/>
          </p:nvGrpSpPr>
          <p:grpSpPr>
            <a:xfrm>
              <a:off x="-3" y="-1"/>
              <a:ext cx="4419766" cy="3551215"/>
              <a:chOff x="-3" y="0"/>
              <a:chExt cx="4419764" cy="3551213"/>
            </a:xfrm>
          </p:grpSpPr>
          <p:sp>
            <p:nvSpPr>
              <p:cNvPr id="72" name="Shape 72"/>
              <p:cNvSpPr/>
              <p:nvPr/>
            </p:nvSpPr>
            <p:spPr>
              <a:xfrm>
                <a:off x="1255659" y="3161481"/>
                <a:ext cx="1853712" cy="3897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 dirty="0"/>
                  <a:t>Snout Size</a:t>
                </a:r>
              </a:p>
            </p:txBody>
          </p:sp>
          <p:pic>
            <p:nvPicPr>
              <p:cNvPr id="73" name="ferrets.jpg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496" y="1242755"/>
                <a:ext cx="500998" cy="4655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4" name="american-bobtail-cat-facts.jpg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3468" y="816471"/>
                <a:ext cx="987213" cy="76783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5" name="Shape 75"/>
              <p:cNvSpPr/>
              <p:nvPr/>
            </p:nvSpPr>
            <p:spPr>
              <a:xfrm rot="16199993">
                <a:off x="-1127181" y="1299319"/>
                <a:ext cx="2822960" cy="5686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 dirty="0"/>
                  <a:t>Prob. of snout size</a:t>
                </a:r>
              </a:p>
            </p:txBody>
          </p:sp>
          <p:sp>
            <p:nvSpPr>
              <p:cNvPr id="76" name="Shape 76"/>
              <p:cNvSpPr/>
              <p:nvPr/>
            </p:nvSpPr>
            <p:spPr>
              <a:xfrm>
                <a:off x="721637" y="1665613"/>
                <a:ext cx="259622" cy="445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/>
                  <a:t>1</a:t>
                </a: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1249258" y="596900"/>
                <a:ext cx="259622" cy="445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/>
                  <a:t>2</a:t>
                </a:r>
              </a:p>
            </p:txBody>
          </p:sp>
          <p:sp>
            <p:nvSpPr>
              <p:cNvPr id="78" name="Shape 78"/>
              <p:cNvSpPr/>
              <p:nvPr/>
            </p:nvSpPr>
            <p:spPr>
              <a:xfrm>
                <a:off x="2914879" y="892488"/>
                <a:ext cx="259622" cy="445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defRPr sz="2400">
                    <a:latin typeface="+mn-lt"/>
                    <a:ea typeface="+mn-ea"/>
                    <a:cs typeface="+mn-cs"/>
                    <a:sym typeface="Gill Sans"/>
                  </a:defRPr>
                </a:lvl1pPr>
              </a:lstStyle>
              <a:p>
                <a:pPr lvl="0">
                  <a:defRPr sz="1800"/>
                </a:pPr>
                <a:r>
                  <a:rPr sz="1700"/>
                  <a:t>3</a:t>
                </a:r>
              </a:p>
            </p:txBody>
          </p:sp>
          <p:pic>
            <p:nvPicPr>
              <p:cNvPr id="79" name="droppedImage.pdf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9900" y="0"/>
                <a:ext cx="3721100" cy="314427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82" name="Group 82"/>
              <p:cNvGrpSpPr/>
              <p:nvPr/>
            </p:nvGrpSpPr>
            <p:grpSpPr>
              <a:xfrm>
                <a:off x="3185886" y="3008086"/>
                <a:ext cx="177801" cy="177801"/>
                <a:chOff x="0" y="0"/>
                <a:chExt cx="177800" cy="177800"/>
              </a:xfrm>
            </p:grpSpPr>
            <p:sp>
              <p:nvSpPr>
                <p:cNvPr id="80" name="Shape 80"/>
                <p:cNvSpPr/>
                <p:nvPr/>
              </p:nvSpPr>
              <p:spPr>
                <a:xfrm>
                  <a:off x="0" y="0"/>
                  <a:ext cx="176241" cy="176241"/>
                </a:xfrm>
                <a:prstGeom prst="line">
                  <a:avLst/>
                </a:prstGeom>
                <a:noFill/>
                <a:ln w="38100" cap="flat">
                  <a:solidFill>
                    <a:srgbClr val="0056D6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/>
                </a:p>
              </p:txBody>
            </p:sp>
            <p:sp>
              <p:nvSpPr>
                <p:cNvPr id="81" name="Shape 81"/>
                <p:cNvSpPr/>
                <p:nvPr/>
              </p:nvSpPr>
              <p:spPr>
                <a:xfrm flipH="1">
                  <a:off x="1559" y="1559"/>
                  <a:ext cx="176242" cy="176242"/>
                </a:xfrm>
                <a:prstGeom prst="line">
                  <a:avLst/>
                </a:prstGeom>
                <a:noFill/>
                <a:ln w="38100" cap="flat">
                  <a:solidFill>
                    <a:srgbClr val="0056D6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/>
                </a:p>
              </p:txBody>
            </p:sp>
          </p:grpSp>
          <p:pic>
            <p:nvPicPr>
              <p:cNvPr id="83" name="boxer-dog.jpg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1954" y="850620"/>
                <a:ext cx="1167807" cy="101432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88" name="Group 88"/>
          <p:cNvGrpSpPr/>
          <p:nvPr/>
        </p:nvGrpSpPr>
        <p:grpSpPr>
          <a:xfrm>
            <a:off x="1357312" y="2321719"/>
            <a:ext cx="4607719" cy="267891"/>
            <a:chOff x="0" y="0"/>
            <a:chExt cx="6553200" cy="381000"/>
          </a:xfrm>
        </p:grpSpPr>
        <p:pic>
          <p:nvPicPr>
            <p:cNvPr id="86" name="droppedImage.pdf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38100"/>
              <a:ext cx="2311400" cy="317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" name="droppedImage.pdf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3213100" y="0"/>
              <a:ext cx="3340100" cy="381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1" name="Group 91"/>
          <p:cNvGrpSpPr/>
          <p:nvPr/>
        </p:nvGrpSpPr>
        <p:grpSpPr>
          <a:xfrm>
            <a:off x="543795" y="3358525"/>
            <a:ext cx="8635009" cy="606257"/>
            <a:chOff x="0" y="-11331"/>
            <a:chExt cx="12280900" cy="862231"/>
          </a:xfrm>
        </p:grpSpPr>
        <p:sp>
          <p:nvSpPr>
            <p:cNvPr id="89" name="Shape 89"/>
            <p:cNvSpPr/>
            <p:nvPr/>
          </p:nvSpPr>
          <p:spPr>
            <a:xfrm>
              <a:off x="0" y="-11331"/>
              <a:ext cx="12280900" cy="860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410751">
                <a:lnSpc>
                  <a:spcPct val="80000"/>
                </a:lnSpc>
                <a:defRPr sz="1800"/>
              </a:pPr>
              <a:r>
                <a:rPr sz="2000">
                  <a:sym typeface="Gill Sans"/>
                </a:rPr>
                <a:t>Categorize a new animal </a:t>
              </a:r>
            </a:p>
            <a:p>
              <a:pPr defTabSz="410751">
                <a:lnSpc>
                  <a:spcPct val="80000"/>
                </a:lnSpc>
                <a:defRPr sz="1800"/>
              </a:pPr>
              <a:r>
                <a:rPr sz="2000">
                  <a:sym typeface="Gill Sans"/>
                </a:rPr>
                <a:t>given its snout size:</a:t>
              </a:r>
            </a:p>
          </p:txBody>
        </p:sp>
        <p:pic>
          <p:nvPicPr>
            <p:cNvPr id="90" name="droppedImage.pdf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3747802" y="38100"/>
              <a:ext cx="6121401" cy="812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4" name="Group 94"/>
          <p:cNvGrpSpPr/>
          <p:nvPr/>
        </p:nvGrpSpPr>
        <p:grpSpPr>
          <a:xfrm>
            <a:off x="535781" y="2696766"/>
            <a:ext cx="8652867" cy="634008"/>
            <a:chOff x="0" y="0"/>
            <a:chExt cx="12306300" cy="901700"/>
          </a:xfrm>
        </p:grpSpPr>
        <p:sp>
          <p:nvSpPr>
            <p:cNvPr id="92" name="Shape 92"/>
            <p:cNvSpPr/>
            <p:nvPr/>
          </p:nvSpPr>
          <p:spPr>
            <a:xfrm>
              <a:off x="0" y="89183"/>
              <a:ext cx="12306300" cy="583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584200">
                <a:defRPr sz="2800">
                  <a:latin typeface="+mn-lt"/>
                  <a:ea typeface="+mn-ea"/>
                  <a:cs typeface="+mn-cs"/>
                  <a:sym typeface="Gill Sans"/>
                </a:defRPr>
              </a:lvl1pPr>
            </a:lstStyle>
            <a:p>
              <a:pPr lvl="0">
                <a:defRPr sz="1800"/>
              </a:pPr>
              <a:r>
                <a:rPr sz="2000"/>
                <a:t>Prob. of new snout size:</a:t>
              </a:r>
            </a:p>
          </p:txBody>
        </p:sp>
        <p:pic>
          <p:nvPicPr>
            <p:cNvPr id="93" name="droppedImage.pdf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3759200" y="0"/>
              <a:ext cx="7340600" cy="9017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7" name="Group 97"/>
          <p:cNvGrpSpPr/>
          <p:nvPr/>
        </p:nvGrpSpPr>
        <p:grpSpPr>
          <a:xfrm>
            <a:off x="3545086" y="2277070"/>
            <a:ext cx="3723680" cy="919758"/>
            <a:chOff x="0" y="0"/>
            <a:chExt cx="5295900" cy="1308100"/>
          </a:xfrm>
        </p:grpSpPr>
        <p:sp>
          <p:nvSpPr>
            <p:cNvPr id="95" name="Shape 95"/>
            <p:cNvSpPr/>
            <p:nvPr/>
          </p:nvSpPr>
          <p:spPr>
            <a:xfrm>
              <a:off x="3683000" y="762000"/>
              <a:ext cx="1612900" cy="546100"/>
            </a:xfrm>
            <a:prstGeom prst="rect">
              <a:avLst/>
            </a:prstGeom>
            <a:noFill/>
            <a:ln w="38100" cap="flat">
              <a:solidFill>
                <a:srgbClr val="0056D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0" y="0"/>
              <a:ext cx="3467100" cy="546100"/>
            </a:xfrm>
            <a:prstGeom prst="rect">
              <a:avLst/>
            </a:prstGeom>
            <a:noFill/>
            <a:ln w="38100" cap="flat">
              <a:solidFill>
                <a:srgbClr val="0056D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250156" y="2277070"/>
            <a:ext cx="7179469" cy="919758"/>
            <a:chOff x="0" y="0"/>
            <a:chExt cx="10210800" cy="1308100"/>
          </a:xfrm>
        </p:grpSpPr>
        <p:sp>
          <p:nvSpPr>
            <p:cNvPr id="98" name="Shape 98"/>
            <p:cNvSpPr/>
            <p:nvPr/>
          </p:nvSpPr>
          <p:spPr>
            <a:xfrm>
              <a:off x="8597900" y="762000"/>
              <a:ext cx="1612900" cy="546100"/>
            </a:xfrm>
            <a:prstGeom prst="rect">
              <a:avLst/>
            </a:prstGeom>
            <a:noFill/>
            <a:ln w="38100" cap="flat">
              <a:solidFill>
                <a:srgbClr val="BE38F3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0" y="0"/>
              <a:ext cx="2565400" cy="546100"/>
            </a:xfrm>
            <a:prstGeom prst="rect">
              <a:avLst/>
            </a:prstGeom>
            <a:noFill/>
            <a:ln w="38100" cap="flat">
              <a:solidFill>
                <a:srgbClr val="BE38F3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410751">
                <a:defRPr sz="38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Gill Sans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485365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 advAuto="0"/>
      <p:bldP spid="69" grpId="0" animBg="1" advAuto="0"/>
      <p:bldP spid="85" grpId="0" animBg="1" advAuto="0"/>
      <p:bldP spid="91" grpId="0" animBg="1" advAuto="0"/>
      <p:bldP spid="94" grpId="0" animBg="1" advAuto="0"/>
      <p:bldP spid="97" grpId="0" animBg="1" advAuto="0"/>
      <p:bldP spid="97" grpId="1" animBg="1" advAuto="0"/>
      <p:bldP spid="100" grpId="0" animBg="1" advAuto="0"/>
      <p:bldP spid="100" grpId="1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Mixture distributions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763000" cy="4114800"/>
          </a:xfrm>
        </p:spPr>
        <p:txBody>
          <a:bodyPr/>
          <a:lstStyle/>
          <a:p>
            <a:pPr>
              <a:buFontTx/>
              <a:buNone/>
            </a:pPr>
            <a:endParaRPr lang="en-US" altLang="x-none"/>
          </a:p>
          <a:p>
            <a:pPr>
              <a:buFontTx/>
              <a:buNone/>
            </a:pPr>
            <a:endParaRPr lang="en-US" altLang="x-none" b="1"/>
          </a:p>
          <a:p>
            <a:endParaRPr lang="en-US" altLang="x-none"/>
          </a:p>
          <a:p>
            <a:endParaRPr lang="en-US" altLang="x-none"/>
          </a:p>
          <a:p>
            <a:endParaRPr lang="en-US" altLang="x-none"/>
          </a:p>
        </p:txBody>
      </p:sp>
      <p:pic>
        <p:nvPicPr>
          <p:cNvPr id="6148" name="Picture 4" descr="kerneldemo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0"/>
            <a:ext cx="8899525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570413" y="6172200"/>
            <a:ext cx="34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sz="2800" i="1">
                <a:latin typeface="Times New Roman" charset="0"/>
              </a:rPr>
              <a:t>x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 rot="-5400000">
            <a:off x="-944563" y="3298826"/>
            <a:ext cx="310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/>
              <a:t>Probability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495925" y="1905000"/>
            <a:ext cx="213558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x-none" dirty="0"/>
              <a:t>mixture distribution</a:t>
            </a:r>
          </a:p>
          <a:p>
            <a:r>
              <a:rPr lang="en-US" altLang="x-none" dirty="0">
                <a:solidFill>
                  <a:schemeClr val="bg1">
                    <a:lumMod val="65000"/>
                  </a:schemeClr>
                </a:solidFill>
              </a:rPr>
              <a:t>mixture components</a:t>
            </a:r>
          </a:p>
          <a:p>
            <a:endParaRPr lang="en-US" altLang="x-none" dirty="0">
              <a:solidFill>
                <a:srgbClr val="FF0000"/>
              </a:solidFill>
            </a:endParaRPr>
          </a:p>
        </p:txBody>
      </p:sp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3048000" y="3044825"/>
          <a:ext cx="52578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368300" progId="Equation.3">
                  <p:embed/>
                </p:oleObj>
              </mc:Choice>
              <mc:Fallback>
                <p:oleObj name="Equation" r:id="rId4" imgW="1955800" imgH="368300" progId="Equation.3">
                  <p:embed/>
                  <p:pic>
                    <p:nvPicPr>
                      <p:cNvPr id="61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44825"/>
                        <a:ext cx="52578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5257800" y="3124200"/>
            <a:ext cx="1676400" cy="53340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54" name="Group 10"/>
          <p:cNvGrpSpPr>
            <a:grpSpLocks/>
          </p:cNvGrpSpPr>
          <p:nvPr/>
        </p:nvGrpSpPr>
        <p:grpSpPr bwMode="auto">
          <a:xfrm>
            <a:off x="6934200" y="3124200"/>
            <a:ext cx="1425575" cy="1447800"/>
            <a:chOff x="4368" y="1968"/>
            <a:chExt cx="898" cy="912"/>
          </a:xfrm>
        </p:grpSpPr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>
              <a:off x="4416" y="1968"/>
              <a:ext cx="816" cy="33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" name="Text Box 12"/>
            <p:cNvSpPr txBox="1">
              <a:spLocks noChangeArrowheads="1"/>
            </p:cNvSpPr>
            <p:nvPr/>
          </p:nvSpPr>
          <p:spPr bwMode="auto">
            <a:xfrm>
              <a:off x="4368" y="2362"/>
              <a:ext cx="8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x-none">
                  <a:solidFill>
                    <a:schemeClr val="accent2"/>
                  </a:solidFill>
                </a:rPr>
                <a:t>mixture weights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88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0250-25AF-221F-56FF-BB1849D8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CFB0-CDD5-525B-30A5-3582256A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Cluster assignment part 2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83DB-09E0-3730-3B98-C57C9FEC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https://canvas.wisc.edu/courses/446937/assignments/2579703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58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F0E0-6DFE-3148-8D9A-911ACE0A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26A84-8C90-B59E-6422-08BCE78F9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8370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F129AC1-98C5-4A64-B4B8-2EAB1E7E58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92229" y="1006237"/>
            <a:ext cx="3789489" cy="3951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D70F9E-6543-4861-BFC6-A8F7CCF7B8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378690" y="933903"/>
            <a:ext cx="1176274" cy="6733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ABB12B-B0D2-4E32-B07A-A38286F4DB4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808061" y="1121186"/>
            <a:ext cx="3154423" cy="324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F3EDF4-7D75-4AC1-A281-3E7B64323585}"/>
              </a:ext>
            </a:extLst>
          </p:cNvPr>
          <p:cNvSpPr txBox="1"/>
          <p:nvPr/>
        </p:nvSpPr>
        <p:spPr>
          <a:xfrm>
            <a:off x="540894" y="1616974"/>
            <a:ext cx="8145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# of heads from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/>
              <a:t> coinflips.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02E08-AD26-4A7B-A1F2-7C9C975ADE2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307159" y="2424492"/>
            <a:ext cx="4529682" cy="754947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39DC4-BB49-4B5E-BDD5-E1B4FCB1D044}"/>
              </a:ext>
            </a:extLst>
          </p:cNvPr>
          <p:cNvGrpSpPr/>
          <p:nvPr/>
        </p:nvGrpSpPr>
        <p:grpSpPr>
          <a:xfrm>
            <a:off x="4930230" y="2525472"/>
            <a:ext cx="856080" cy="873720"/>
            <a:chOff x="4930230" y="2525472"/>
            <a:chExt cx="856080" cy="87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B2E84E-3764-4EC5-A6B9-5CABFA4CB1A6}"/>
                    </a:ext>
                  </a:extLst>
                </p14:cNvPr>
                <p14:cNvContentPartPr/>
                <p14:nvPr/>
              </p14:nvContentPartPr>
              <p14:xfrm>
                <a:off x="4930230" y="2525472"/>
                <a:ext cx="462960" cy="510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B2E84E-3764-4EC5-A6B9-5CABFA4CB1A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21590" y="2516832"/>
                  <a:ext cx="4806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485763-CB3B-4B44-B244-84899CF8B816}"/>
                    </a:ext>
                  </a:extLst>
                </p14:cNvPr>
                <p14:cNvContentPartPr/>
                <p14:nvPr/>
              </p14:nvContentPartPr>
              <p14:xfrm>
                <a:off x="5221110" y="2988072"/>
                <a:ext cx="565200" cy="41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485763-CB3B-4B44-B244-84899CF8B8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12470" y="2979072"/>
                  <a:ext cx="58284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6707EB5-90C0-4D49-A3EE-A6741AA971B9}"/>
              </a:ext>
            </a:extLst>
          </p:cNvPr>
          <p:cNvGrpSpPr/>
          <p:nvPr/>
        </p:nvGrpSpPr>
        <p:grpSpPr>
          <a:xfrm>
            <a:off x="5342430" y="1870992"/>
            <a:ext cx="1579320" cy="1194480"/>
            <a:chOff x="5342430" y="1870992"/>
            <a:chExt cx="1579320" cy="11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E44582-56BB-4D55-840C-553A758F8138}"/>
                    </a:ext>
                  </a:extLst>
                </p14:cNvPr>
                <p14:cNvContentPartPr/>
                <p14:nvPr/>
              </p14:nvContentPartPr>
              <p14:xfrm>
                <a:off x="5342430" y="2459232"/>
                <a:ext cx="1579320" cy="60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E44582-56BB-4D55-840C-553A758F81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33430" y="2450592"/>
                  <a:ext cx="15969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2F1B09-E821-4A79-BC50-90CD3993E60C}"/>
                    </a:ext>
                  </a:extLst>
                </p14:cNvPr>
                <p14:cNvContentPartPr/>
                <p14:nvPr/>
              </p14:nvContentPartPr>
              <p14:xfrm>
                <a:off x="5844990" y="1870992"/>
                <a:ext cx="309960" cy="59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2F1B09-E821-4A79-BC50-90CD3993E6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5990" y="1862352"/>
                  <a:ext cx="327600" cy="61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52EEE0-8EE4-4CA9-927D-5272847ECBB2}"/>
              </a:ext>
            </a:extLst>
          </p:cNvPr>
          <p:cNvGrpSpPr/>
          <p:nvPr/>
        </p:nvGrpSpPr>
        <p:grpSpPr>
          <a:xfrm>
            <a:off x="129990" y="2260152"/>
            <a:ext cx="4900320" cy="1452240"/>
            <a:chOff x="129990" y="2260152"/>
            <a:chExt cx="4900320" cy="14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D9125C8-A128-4985-B470-FC3ADBA56AFD}"/>
                    </a:ext>
                  </a:extLst>
                </p14:cNvPr>
                <p14:cNvContentPartPr/>
                <p14:nvPr/>
              </p14:nvContentPartPr>
              <p14:xfrm>
                <a:off x="4230030" y="2260152"/>
                <a:ext cx="800280" cy="104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D9125C8-A128-4985-B470-FC3ADBA56A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21390" y="2251152"/>
                  <a:ext cx="817920" cy="10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0A07A8-A410-49EA-94ED-A906F244501A}"/>
                    </a:ext>
                  </a:extLst>
                </p14:cNvPr>
                <p14:cNvContentPartPr/>
                <p14:nvPr/>
              </p14:nvContentPartPr>
              <p14:xfrm>
                <a:off x="129990" y="3119832"/>
                <a:ext cx="4102560" cy="59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0A07A8-A410-49EA-94ED-A906F24450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0990" y="3111192"/>
                  <a:ext cx="4120200" cy="610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24A97D1-B31C-4666-81A4-301999E65CD3}"/>
              </a:ext>
            </a:extLst>
          </p:cNvPr>
          <p:cNvSpPr txBox="1"/>
          <p:nvPr/>
        </p:nvSpPr>
        <p:spPr>
          <a:xfrm>
            <a:off x="6132090" y="3309192"/>
            <a:ext cx="255471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heads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F7AF1-6B01-4ABE-A764-9B67401316DD}"/>
              </a:ext>
            </a:extLst>
          </p:cNvPr>
          <p:cNvSpPr txBox="1"/>
          <p:nvPr/>
        </p:nvSpPr>
        <p:spPr>
          <a:xfrm>
            <a:off x="6326486" y="1708094"/>
            <a:ext cx="255471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k</a:t>
            </a:r>
            <a:r>
              <a:rPr lang="en-US" dirty="0"/>
              <a:t> tails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B219D-22B4-4880-B09C-76395182FB70}"/>
              </a:ext>
            </a:extLst>
          </p:cNvPr>
          <p:cNvSpPr txBox="1"/>
          <p:nvPr/>
        </p:nvSpPr>
        <p:spPr>
          <a:xfrm>
            <a:off x="735290" y="3479254"/>
            <a:ext cx="5279011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Count the number of ways you can get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/>
              <a:t> heads with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/>
              <a:t> coinflips.  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/>
              <a:t> choose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/>
              <a:t>”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E4766B-8A27-4EF0-9B0C-FDDEB4B4014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35290" y="4674614"/>
            <a:ext cx="2075428" cy="60800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BA747051-0AED-45B1-BA2B-9D56BF208AE3}"/>
              </a:ext>
            </a:extLst>
          </p:cNvPr>
          <p:cNvGrpSpPr/>
          <p:nvPr/>
        </p:nvGrpSpPr>
        <p:grpSpPr>
          <a:xfrm>
            <a:off x="1932510" y="4455792"/>
            <a:ext cx="1633680" cy="457560"/>
            <a:chOff x="1932510" y="4455792"/>
            <a:chExt cx="163368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54318D-6461-4F09-A228-174DBBFF152D}"/>
                    </a:ext>
                  </a:extLst>
                </p14:cNvPr>
                <p14:cNvContentPartPr/>
                <p14:nvPr/>
              </p14:nvContentPartPr>
              <p14:xfrm>
                <a:off x="1932510" y="4607352"/>
                <a:ext cx="520920" cy="30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54318D-6461-4F09-A228-174DBBFF15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3870" y="4598712"/>
                  <a:ext cx="538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4A2270-6D14-4550-8C0B-C055248DEE42}"/>
                    </a:ext>
                  </a:extLst>
                </p14:cNvPr>
                <p14:cNvContentPartPr/>
                <p14:nvPr/>
              </p14:nvContentPartPr>
              <p14:xfrm>
                <a:off x="2441190" y="4455792"/>
                <a:ext cx="1125000" cy="267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4A2270-6D14-4550-8C0B-C055248DEE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2190" y="4446792"/>
                  <a:ext cx="114264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C3C6A83-215B-473D-92AF-87998D19650F}"/>
              </a:ext>
            </a:extLst>
          </p:cNvPr>
          <p:cNvGrpSpPr/>
          <p:nvPr/>
        </p:nvGrpSpPr>
        <p:grpSpPr>
          <a:xfrm>
            <a:off x="499710" y="5004432"/>
            <a:ext cx="1395720" cy="530280"/>
            <a:chOff x="499710" y="5004432"/>
            <a:chExt cx="1395720" cy="53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A8BD43-F6FA-40C2-A3C0-3579E06DA492}"/>
                    </a:ext>
                  </a:extLst>
                </p14:cNvPr>
                <p14:cNvContentPartPr/>
                <p14:nvPr/>
              </p14:nvContentPartPr>
              <p14:xfrm>
                <a:off x="1555950" y="5004432"/>
                <a:ext cx="339480" cy="26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A8BD43-F6FA-40C2-A3C0-3579E06DA4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47310" y="4995432"/>
                  <a:ext cx="357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3198DA-CA0E-4161-8F19-3813C1DB5644}"/>
                    </a:ext>
                  </a:extLst>
                </p14:cNvPr>
                <p14:cNvContentPartPr/>
                <p14:nvPr/>
              </p14:nvContentPartPr>
              <p14:xfrm>
                <a:off x="499710" y="5220432"/>
                <a:ext cx="1065240" cy="3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3198DA-CA0E-4161-8F19-3813C1DB56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1070" y="5211432"/>
                  <a:ext cx="108288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3F3CC46-7A8E-4E90-92FF-D0E48F1678B9}"/>
              </a:ext>
            </a:extLst>
          </p:cNvPr>
          <p:cNvGrpSpPr/>
          <p:nvPr/>
        </p:nvGrpSpPr>
        <p:grpSpPr>
          <a:xfrm>
            <a:off x="1823070" y="4930992"/>
            <a:ext cx="1470240" cy="405720"/>
            <a:chOff x="1823070" y="4930992"/>
            <a:chExt cx="147024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780D25-97CF-4D98-A246-2EFC7FBE0447}"/>
                    </a:ext>
                  </a:extLst>
                </p14:cNvPr>
                <p14:cNvContentPartPr/>
                <p14:nvPr/>
              </p14:nvContentPartPr>
              <p14:xfrm>
                <a:off x="1823070" y="4980312"/>
                <a:ext cx="1101240" cy="356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780D25-97CF-4D98-A246-2EFC7FBE04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14070" y="4971672"/>
                  <a:ext cx="1118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F6A434-E149-46C9-84F3-1F6E090B0DC8}"/>
                    </a:ext>
                  </a:extLst>
                </p14:cNvPr>
                <p14:cNvContentPartPr/>
                <p14:nvPr/>
              </p14:nvContentPartPr>
              <p14:xfrm>
                <a:off x="2893710" y="4930992"/>
                <a:ext cx="399600" cy="199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F6A434-E149-46C9-84F3-1F6E090B0DC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84710" y="4921992"/>
                  <a:ext cx="417240" cy="217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2123ED5-A5C8-46DF-BA30-1A5D7E8D4534}"/>
              </a:ext>
            </a:extLst>
          </p:cNvPr>
          <p:cNvSpPr txBox="1"/>
          <p:nvPr/>
        </p:nvSpPr>
        <p:spPr>
          <a:xfrm>
            <a:off x="3583704" y="4373229"/>
            <a:ext cx="418873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ways to order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unique items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8E3CE8-A193-4B71-A56E-0F4AB4BF9458}"/>
              </a:ext>
            </a:extLst>
          </p:cNvPr>
          <p:cNvSpPr txBox="1"/>
          <p:nvPr/>
        </p:nvSpPr>
        <p:spPr>
          <a:xfrm>
            <a:off x="912811" y="5312356"/>
            <a:ext cx="418873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ways to order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/>
              <a:t> heads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B65725-2156-4D60-9FD9-C4A7481B0F8B}"/>
              </a:ext>
            </a:extLst>
          </p:cNvPr>
          <p:cNvSpPr txBox="1"/>
          <p:nvPr/>
        </p:nvSpPr>
        <p:spPr>
          <a:xfrm>
            <a:off x="3374795" y="4825179"/>
            <a:ext cx="418873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ways to order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k</a:t>
            </a:r>
            <a:r>
              <a:rPr lang="en-US" dirty="0"/>
              <a:t> tails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0D86B7F-A7AB-4896-A6BD-C197680457A6}"/>
              </a:ext>
            </a:extLst>
          </p:cNvPr>
          <p:cNvGrpSpPr/>
          <p:nvPr/>
        </p:nvGrpSpPr>
        <p:grpSpPr>
          <a:xfrm>
            <a:off x="195510" y="4636678"/>
            <a:ext cx="2322360" cy="1308240"/>
            <a:chOff x="195510" y="4636678"/>
            <a:chExt cx="2322360" cy="13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4D855D-DF04-4BE0-903A-DDCA116E62CE}"/>
                    </a:ext>
                  </a:extLst>
                </p14:cNvPr>
                <p14:cNvContentPartPr/>
                <p14:nvPr/>
              </p14:nvContentPartPr>
              <p14:xfrm>
                <a:off x="2263710" y="4636678"/>
                <a:ext cx="254160" cy="266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4D855D-DF04-4BE0-903A-DDCA116E62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55070" y="4628038"/>
                  <a:ext cx="271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6C003F0-7CA0-4D0D-9EB0-602095AFE605}"/>
                    </a:ext>
                  </a:extLst>
                </p14:cNvPr>
                <p14:cNvContentPartPr/>
                <p14:nvPr/>
              </p14:nvContentPartPr>
              <p14:xfrm>
                <a:off x="195510" y="4845118"/>
                <a:ext cx="2133000" cy="1099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6C003F0-7CA0-4D0D-9EB0-602095AFE6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6870" y="4836118"/>
                  <a:ext cx="2150640" cy="11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B03EB9-7F3E-4CB0-BCDF-FBF71FDE443D}"/>
              </a:ext>
            </a:extLst>
          </p:cNvPr>
          <p:cNvGrpSpPr/>
          <p:nvPr/>
        </p:nvGrpSpPr>
        <p:grpSpPr>
          <a:xfrm>
            <a:off x="540894" y="5753010"/>
            <a:ext cx="8145906" cy="1077218"/>
            <a:chOff x="540894" y="5753010"/>
            <a:chExt cx="8145906" cy="107721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27B174D-EBA7-4E8A-85AC-7768A2C2DFB6}"/>
                </a:ext>
              </a:extLst>
            </p:cNvPr>
            <p:cNvSpPr txBox="1"/>
            <p:nvPr/>
          </p:nvSpPr>
          <p:spPr>
            <a:xfrm>
              <a:off x="540894" y="5753010"/>
              <a:ext cx="8145906" cy="10772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!</a:t>
              </a:r>
              <a:r>
                <a:rPr lang="en-US" dirty="0"/>
                <a:t> is the “factorial” operator. It counts the number of ways to order </a:t>
              </a:r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dirty="0"/>
                <a:t> items.</a:t>
              </a:r>
            </a:p>
            <a:p>
              <a:endParaRPr lang="en-US" sz="600" dirty="0"/>
            </a:p>
            <a:p>
              <a:endParaRPr lang="en-US" sz="2200" dirty="0"/>
            </a:p>
            <a:p>
              <a:endParaRPr lang="en-US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D221DE0-FB07-466E-9B95-CDD85FA8685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1979967" y="6055339"/>
              <a:ext cx="3241143" cy="73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255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animBg="1"/>
      <p:bldP spid="15" grpId="0" animBg="1"/>
      <p:bldP spid="17" grpId="0" animBg="1"/>
      <p:bldP spid="37" grpId="0" animBg="1"/>
      <p:bldP spid="39" grpId="0" animBg="1"/>
      <p:bldP spid="4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7ED5-4A3E-6D41-ABC1-AFCF4FBA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618"/>
            <a:ext cx="8229600" cy="742632"/>
          </a:xfrm>
        </p:spPr>
        <p:txBody>
          <a:bodyPr>
            <a:normAutofit fontScale="90000"/>
          </a:bodyPr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14:cNvPr>
              <p14:cNvContentPartPr/>
              <p14:nvPr/>
            </p14:nvContentPartPr>
            <p14:xfrm>
              <a:off x="-573938" y="305044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7FA1B0-4333-47EB-BB19-0BE25064A4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582938" y="30414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F129AC1-98C5-4A64-B4B8-2EAB1E7E58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92229" y="1006237"/>
            <a:ext cx="3789489" cy="3951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D70F9E-6543-4861-BFC6-A8F7CCF7B8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378690" y="933903"/>
            <a:ext cx="1176274" cy="6733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ABB12B-B0D2-4E32-B07A-A38286F4DB4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812551" y="1121186"/>
            <a:ext cx="3149933" cy="324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502E08-AD26-4A7B-A1F2-7C9C975ADE2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307159" y="1828161"/>
            <a:ext cx="4529682" cy="75494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C1F2931B-D34D-4C3C-B40A-F0C5377042CC}"/>
              </a:ext>
            </a:extLst>
          </p:cNvPr>
          <p:cNvGrpSpPr/>
          <p:nvPr/>
        </p:nvGrpSpPr>
        <p:grpSpPr>
          <a:xfrm>
            <a:off x="292229" y="2914376"/>
            <a:ext cx="3172161" cy="2907949"/>
            <a:chOff x="292229" y="2914376"/>
            <a:chExt cx="3172161" cy="29079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DA141B-1673-4C28-8E72-6F5070A5C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l="9818" t="2869" r="2079" b="9481"/>
            <a:stretch/>
          </p:blipFill>
          <p:spPr>
            <a:xfrm>
              <a:off x="292229" y="3233808"/>
              <a:ext cx="3172161" cy="207046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1B550A-EFBF-4A94-B2D2-3DE640935ED0}"/>
                </a:ext>
              </a:extLst>
            </p:cNvPr>
            <p:cNvSpPr txBox="1"/>
            <p:nvPr/>
          </p:nvSpPr>
          <p:spPr>
            <a:xfrm>
              <a:off x="874178" y="5360660"/>
              <a:ext cx="2008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2CE5F7F-CCA0-4AFA-8243-D1A2CEA9F1F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792702" y="2914376"/>
              <a:ext cx="2171214" cy="291239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951F49-C3D4-46A3-A1E0-4A089011ECC0}"/>
              </a:ext>
            </a:extLst>
          </p:cNvPr>
          <p:cNvGrpSpPr/>
          <p:nvPr/>
        </p:nvGrpSpPr>
        <p:grpSpPr>
          <a:xfrm>
            <a:off x="3507317" y="2894605"/>
            <a:ext cx="3172162" cy="2874424"/>
            <a:chOff x="3507317" y="2894605"/>
            <a:chExt cx="3172162" cy="2874424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C624684-A204-4F37-9CD8-34FACB7CF3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9808" t="3369" r="2088" b="9812"/>
            <a:stretch/>
          </p:blipFill>
          <p:spPr>
            <a:xfrm>
              <a:off x="3507317" y="3245156"/>
              <a:ext cx="3172162" cy="2059117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13D2B7-A9AD-4F27-AF06-2421C11BCC90}"/>
                </a:ext>
              </a:extLst>
            </p:cNvPr>
            <p:cNvSpPr txBox="1"/>
            <p:nvPr/>
          </p:nvSpPr>
          <p:spPr>
            <a:xfrm>
              <a:off x="3804289" y="5307364"/>
              <a:ext cx="2008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742529D-8D57-44AD-B73F-8FF2746A9FD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3507317" y="2894605"/>
              <a:ext cx="2465997" cy="33078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42E6B6-F993-4672-8F08-899990B84854}"/>
              </a:ext>
            </a:extLst>
          </p:cNvPr>
          <p:cNvGrpSpPr/>
          <p:nvPr/>
        </p:nvGrpSpPr>
        <p:grpSpPr>
          <a:xfrm>
            <a:off x="5808061" y="2901653"/>
            <a:ext cx="3219579" cy="2821093"/>
            <a:chOff x="5808061" y="2901653"/>
            <a:chExt cx="3219579" cy="282109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471209A-DCC2-492F-85BB-D637A19151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10184" t="3448" r="2204" b="9732"/>
            <a:stretch/>
          </p:blipFill>
          <p:spPr>
            <a:xfrm>
              <a:off x="5808061" y="3239481"/>
              <a:ext cx="3154423" cy="205911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76C940-E30F-4D1E-A137-B4DB996C6C69}"/>
                </a:ext>
              </a:extLst>
            </p:cNvPr>
            <p:cNvSpPr txBox="1"/>
            <p:nvPr/>
          </p:nvSpPr>
          <p:spPr>
            <a:xfrm>
              <a:off x="7019378" y="5261081"/>
              <a:ext cx="2008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DF8504D-1C1A-49FD-9026-4DBE7A9BA6B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6331986" y="2901653"/>
              <a:ext cx="2465997" cy="33078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CDA91FA-0ABA-4E97-BE24-45BCB0834E1B}"/>
              </a:ext>
            </a:extLst>
          </p:cNvPr>
          <p:cNvGrpSpPr/>
          <p:nvPr/>
        </p:nvGrpSpPr>
        <p:grpSpPr>
          <a:xfrm>
            <a:off x="65156" y="5822325"/>
            <a:ext cx="8962484" cy="461665"/>
            <a:chOff x="65156" y="5822325"/>
            <a:chExt cx="8962484" cy="46166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1178844-9DC5-4561-8460-04356F8B572F}"/>
                </a:ext>
              </a:extLst>
            </p:cNvPr>
            <p:cNvSpPr txBox="1"/>
            <p:nvPr/>
          </p:nvSpPr>
          <p:spPr>
            <a:xfrm>
              <a:off x="65156" y="5822325"/>
              <a:ext cx="89624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if we don’t know the coinflip bias? (the probability of heads     )?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FF5D665-1221-44A1-95D2-DB8C9FF208A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8363821" y="5915001"/>
              <a:ext cx="158477" cy="269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233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932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Beta Distribution: A distribution over the probability of a heads</a:t>
            </a:r>
          </a:p>
        </p:txBody>
      </p:sp>
      <p:pic>
        <p:nvPicPr>
          <p:cNvPr id="1582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28913"/>
            <a:ext cx="7772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2084" name="Text Box 4"/>
          <p:cNvSpPr txBox="1">
            <a:spLocks noChangeArrowheads="1"/>
          </p:cNvSpPr>
          <p:nvPr/>
        </p:nvSpPr>
        <p:spPr bwMode="auto">
          <a:xfrm>
            <a:off x="14478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85" name="Text Box 5"/>
          <p:cNvSpPr txBox="1">
            <a:spLocks noChangeArrowheads="1"/>
          </p:cNvSpPr>
          <p:nvPr/>
        </p:nvSpPr>
        <p:spPr bwMode="auto">
          <a:xfrm>
            <a:off x="21351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86" name="Text Box 6"/>
          <p:cNvSpPr txBox="1">
            <a:spLocks noChangeArrowheads="1"/>
          </p:cNvSpPr>
          <p:nvPr/>
        </p:nvSpPr>
        <p:spPr bwMode="auto">
          <a:xfrm>
            <a:off x="31511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87" name="Text Box 7"/>
          <p:cNvSpPr txBox="1">
            <a:spLocks noChangeArrowheads="1"/>
          </p:cNvSpPr>
          <p:nvPr/>
        </p:nvSpPr>
        <p:spPr bwMode="auto">
          <a:xfrm>
            <a:off x="41910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88" name="Text Box 8"/>
          <p:cNvSpPr txBox="1">
            <a:spLocks noChangeArrowheads="1"/>
          </p:cNvSpPr>
          <p:nvPr/>
        </p:nvSpPr>
        <p:spPr bwMode="auto">
          <a:xfrm>
            <a:off x="48783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89" name="Text Box 9"/>
          <p:cNvSpPr txBox="1">
            <a:spLocks noChangeArrowheads="1"/>
          </p:cNvSpPr>
          <p:nvPr/>
        </p:nvSpPr>
        <p:spPr bwMode="auto">
          <a:xfrm>
            <a:off x="58943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90" name="Text Box 10"/>
          <p:cNvSpPr txBox="1">
            <a:spLocks noChangeArrowheads="1"/>
          </p:cNvSpPr>
          <p:nvPr/>
        </p:nvSpPr>
        <p:spPr bwMode="auto">
          <a:xfrm>
            <a:off x="70104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2091" name="Text Box 11"/>
          <p:cNvSpPr txBox="1">
            <a:spLocks noChangeArrowheads="1"/>
          </p:cNvSpPr>
          <p:nvPr/>
        </p:nvSpPr>
        <p:spPr bwMode="auto">
          <a:xfrm>
            <a:off x="76977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2092" name="Text Box 12"/>
          <p:cNvSpPr txBox="1">
            <a:spLocks noChangeArrowheads="1"/>
          </p:cNvSpPr>
          <p:nvPr/>
        </p:nvSpPr>
        <p:spPr bwMode="auto">
          <a:xfrm>
            <a:off x="87137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2093" name="Rectangle 13"/>
          <p:cNvSpPr>
            <a:spLocks noChangeArrowheads="1"/>
          </p:cNvSpPr>
          <p:nvPr/>
        </p:nvSpPr>
        <p:spPr bwMode="auto">
          <a:xfrm>
            <a:off x="1908827" y="6248400"/>
            <a:ext cx="1041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0.5</a:t>
            </a:r>
          </a:p>
        </p:txBody>
      </p:sp>
      <p:sp>
        <p:nvSpPr>
          <p:cNvPr id="1582094" name="Rectangle 14"/>
          <p:cNvSpPr>
            <a:spLocks noChangeArrowheads="1"/>
          </p:cNvSpPr>
          <p:nvPr/>
        </p:nvSpPr>
        <p:spPr bwMode="auto">
          <a:xfrm>
            <a:off x="4738137" y="6248400"/>
            <a:ext cx="8077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2</a:t>
            </a:r>
          </a:p>
        </p:txBody>
      </p:sp>
      <p:sp>
        <p:nvSpPr>
          <p:cNvPr id="1582095" name="Rectangle 15"/>
          <p:cNvSpPr>
            <a:spLocks noChangeArrowheads="1"/>
          </p:cNvSpPr>
          <p:nvPr/>
        </p:nvSpPr>
        <p:spPr bwMode="auto">
          <a:xfrm>
            <a:off x="7562284" y="6248400"/>
            <a:ext cx="963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α</a:t>
            </a:r>
            <a:r>
              <a:rPr lang="en-US" sz="2400" dirty="0"/>
              <a:t> = 10</a:t>
            </a:r>
          </a:p>
        </p:txBody>
      </p:sp>
      <p:sp>
        <p:nvSpPr>
          <p:cNvPr id="1582096" name="Rectangle 16"/>
          <p:cNvSpPr>
            <a:spLocks noChangeArrowheads="1"/>
          </p:cNvSpPr>
          <p:nvPr/>
        </p:nvSpPr>
        <p:spPr bwMode="auto">
          <a:xfrm>
            <a:off x="144064" y="3457575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β</a:t>
            </a:r>
            <a:r>
              <a:rPr lang="en-US" sz="2400" dirty="0"/>
              <a:t> = 0.5</a:t>
            </a:r>
          </a:p>
        </p:txBody>
      </p:sp>
      <p:sp>
        <p:nvSpPr>
          <p:cNvPr id="1582097" name="Line 17"/>
          <p:cNvSpPr>
            <a:spLocks noChangeShapeType="1"/>
          </p:cNvSpPr>
          <p:nvPr/>
        </p:nvSpPr>
        <p:spPr bwMode="auto">
          <a:xfrm flipV="1">
            <a:off x="31242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2098" name="Line 18"/>
          <p:cNvSpPr>
            <a:spLocks noChangeShapeType="1"/>
          </p:cNvSpPr>
          <p:nvPr/>
        </p:nvSpPr>
        <p:spPr bwMode="auto">
          <a:xfrm flipV="1">
            <a:off x="18288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2099" name="Rectangle 19"/>
          <p:cNvSpPr>
            <a:spLocks noChangeArrowheads="1"/>
          </p:cNvSpPr>
          <p:nvPr/>
        </p:nvSpPr>
        <p:spPr bwMode="auto">
          <a:xfrm>
            <a:off x="377825" y="5500688"/>
            <a:ext cx="15976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dirty="0"/>
              <a:t>mostly tails</a:t>
            </a:r>
          </a:p>
        </p:txBody>
      </p:sp>
      <p:sp>
        <p:nvSpPr>
          <p:cNvPr id="1582100" name="Rectangle 20"/>
          <p:cNvSpPr>
            <a:spLocks noChangeArrowheads="1"/>
          </p:cNvSpPr>
          <p:nvPr/>
        </p:nvSpPr>
        <p:spPr bwMode="auto">
          <a:xfrm>
            <a:off x="2590800" y="5500688"/>
            <a:ext cx="1835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dirty="0"/>
              <a:t>mostly 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714" y="1303777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Beta(a, b)</a:t>
            </a:r>
          </a:p>
          <a:p>
            <a:endParaRPr lang="en-US" sz="2400" dirty="0"/>
          </a:p>
          <a:p>
            <a:r>
              <a:rPr lang="en-US" sz="2400" dirty="0"/>
              <a:t>These are Beta(</a:t>
            </a:r>
            <a:r>
              <a:rPr lang="el-GR" sz="2400" dirty="0"/>
              <a:t>αβ</a:t>
            </a:r>
            <a:r>
              <a:rPr lang="en-US" sz="2400" dirty="0"/>
              <a:t>,</a:t>
            </a:r>
            <a:r>
              <a:rPr lang="el-GR" sz="2400" dirty="0"/>
              <a:t> α</a:t>
            </a:r>
            <a:r>
              <a:rPr lang="en-US" sz="2400" dirty="0"/>
              <a:t>(1-</a:t>
            </a:r>
            <a:r>
              <a:rPr lang="el-GR" sz="2400" dirty="0"/>
              <a:t>β</a:t>
            </a:r>
            <a:r>
              <a:rPr lang="en-US" sz="2400" dirty="0"/>
              <a:t>)).</a:t>
            </a:r>
          </a:p>
        </p:txBody>
      </p:sp>
      <p:sp>
        <p:nvSpPr>
          <p:cNvPr id="2" name="Rectangle 1"/>
          <p:cNvSpPr/>
          <p:nvPr/>
        </p:nvSpPr>
        <p:spPr>
          <a:xfrm>
            <a:off x="4056814" y="2728913"/>
            <a:ext cx="2481124" cy="2622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45838" y="6062206"/>
            <a:ext cx="2481124" cy="7957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09808" y="2827476"/>
            <a:ext cx="2289368" cy="38634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814" y="1327086"/>
            <a:ext cx="4533271" cy="711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657" y="2179361"/>
            <a:ext cx="4738137" cy="426152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174364" y="2875237"/>
            <a:ext cx="4680349" cy="813171"/>
            <a:chOff x="1174364" y="2875237"/>
            <a:chExt cx="4680349" cy="813171"/>
          </a:xfrm>
        </p:grpSpPr>
        <p:sp>
          <p:nvSpPr>
            <p:cNvPr id="6" name="TextBox 5"/>
            <p:cNvSpPr txBox="1"/>
            <p:nvPr/>
          </p:nvSpPr>
          <p:spPr>
            <a:xfrm>
              <a:off x="3902063" y="2875237"/>
              <a:ext cx="1952650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Average Value</a:t>
              </a:r>
            </a:p>
          </p:txBody>
        </p:sp>
        <p:cxnSp>
          <p:nvCxnSpPr>
            <p:cNvPr id="8" name="Straight Arrow Connector 7"/>
            <p:cNvCxnSpPr>
              <a:stCxn id="1582096" idx="3"/>
            </p:cNvCxnSpPr>
            <p:nvPr/>
          </p:nvCxnSpPr>
          <p:spPr>
            <a:xfrm flipV="1">
              <a:off x="1174364" y="3106069"/>
              <a:ext cx="2727699" cy="5823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950248" y="6229270"/>
            <a:ext cx="3597993" cy="461665"/>
            <a:chOff x="2950248" y="6229270"/>
            <a:chExt cx="3597993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5597340" y="6229270"/>
              <a:ext cx="950901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Shape</a:t>
              </a:r>
            </a:p>
          </p:txBody>
        </p:sp>
        <p:cxnSp>
          <p:nvCxnSpPr>
            <p:cNvPr id="32" name="Straight Arrow Connector 31"/>
            <p:cNvCxnSpPr>
              <a:stCxn id="1582093" idx="3"/>
            </p:cNvCxnSpPr>
            <p:nvPr/>
          </p:nvCxnSpPr>
          <p:spPr>
            <a:xfrm flipV="1">
              <a:off x="2950248" y="6477000"/>
              <a:ext cx="2595622" cy="22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05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2084" grpId="0"/>
      <p:bldP spid="1582085" grpId="0"/>
      <p:bldP spid="1582086" grpId="0"/>
      <p:bldP spid="1582093" grpId="0"/>
      <p:bldP spid="1582096" grpId="0"/>
      <p:bldP spid="1582097" grpId="0" animBg="1"/>
      <p:bldP spid="1582098" grpId="0" animBg="1"/>
      <p:bldP spid="1582099" grpId="0"/>
      <p:bldP spid="1582100" grpId="0"/>
      <p:bldP spid="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28913"/>
            <a:ext cx="77724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3107" name="Text Box 3"/>
          <p:cNvSpPr txBox="1">
            <a:spLocks noChangeArrowheads="1"/>
          </p:cNvSpPr>
          <p:nvPr/>
        </p:nvSpPr>
        <p:spPr bwMode="auto">
          <a:xfrm>
            <a:off x="14478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08" name="Text Box 4"/>
          <p:cNvSpPr txBox="1">
            <a:spLocks noChangeArrowheads="1"/>
          </p:cNvSpPr>
          <p:nvPr/>
        </p:nvSpPr>
        <p:spPr bwMode="auto">
          <a:xfrm>
            <a:off x="21351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09" name="Text Box 5"/>
          <p:cNvSpPr txBox="1">
            <a:spLocks noChangeArrowheads="1"/>
          </p:cNvSpPr>
          <p:nvPr/>
        </p:nvSpPr>
        <p:spPr bwMode="auto">
          <a:xfrm>
            <a:off x="31511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0" name="Text Box 6"/>
          <p:cNvSpPr txBox="1">
            <a:spLocks noChangeArrowheads="1"/>
          </p:cNvSpPr>
          <p:nvPr/>
        </p:nvSpPr>
        <p:spPr bwMode="auto">
          <a:xfrm>
            <a:off x="41910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11" name="Text Box 7"/>
          <p:cNvSpPr txBox="1">
            <a:spLocks noChangeArrowheads="1"/>
          </p:cNvSpPr>
          <p:nvPr/>
        </p:nvSpPr>
        <p:spPr bwMode="auto">
          <a:xfrm>
            <a:off x="48783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12" name="Text Box 8"/>
          <p:cNvSpPr txBox="1">
            <a:spLocks noChangeArrowheads="1"/>
          </p:cNvSpPr>
          <p:nvPr/>
        </p:nvSpPr>
        <p:spPr bwMode="auto">
          <a:xfrm>
            <a:off x="58943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3" name="Text Box 9"/>
          <p:cNvSpPr txBox="1">
            <a:spLocks noChangeArrowheads="1"/>
          </p:cNvSpPr>
          <p:nvPr/>
        </p:nvSpPr>
        <p:spPr bwMode="auto">
          <a:xfrm>
            <a:off x="7010400" y="48942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</a:t>
            </a:r>
          </a:p>
        </p:txBody>
      </p:sp>
      <p:sp>
        <p:nvSpPr>
          <p:cNvPr id="1583114" name="Text Box 10"/>
          <p:cNvSpPr txBox="1">
            <a:spLocks noChangeArrowheads="1"/>
          </p:cNvSpPr>
          <p:nvPr/>
        </p:nvSpPr>
        <p:spPr bwMode="auto">
          <a:xfrm>
            <a:off x="7697788" y="48910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0.5</a:t>
            </a:r>
          </a:p>
        </p:txBody>
      </p:sp>
      <p:sp>
        <p:nvSpPr>
          <p:cNvPr id="1583115" name="Text Box 11"/>
          <p:cNvSpPr txBox="1">
            <a:spLocks noChangeArrowheads="1"/>
          </p:cNvSpPr>
          <p:nvPr/>
        </p:nvSpPr>
        <p:spPr bwMode="auto">
          <a:xfrm>
            <a:off x="8713788" y="48910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/>
              <a:t>1</a:t>
            </a:r>
          </a:p>
        </p:txBody>
      </p:sp>
      <p:sp>
        <p:nvSpPr>
          <p:cNvPr id="1583116" name="Rectangle 12"/>
          <p:cNvSpPr>
            <a:spLocks noChangeArrowheads="1"/>
          </p:cNvSpPr>
          <p:nvPr/>
        </p:nvSpPr>
        <p:spPr bwMode="auto">
          <a:xfrm>
            <a:off x="1752600" y="6262688"/>
            <a:ext cx="1041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0.5</a:t>
            </a:r>
          </a:p>
        </p:txBody>
      </p:sp>
      <p:sp>
        <p:nvSpPr>
          <p:cNvPr id="1583117" name="Rectangle 13"/>
          <p:cNvSpPr>
            <a:spLocks noChangeArrowheads="1"/>
          </p:cNvSpPr>
          <p:nvPr/>
        </p:nvSpPr>
        <p:spPr bwMode="auto">
          <a:xfrm>
            <a:off x="4648200" y="6248400"/>
            <a:ext cx="8077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2</a:t>
            </a:r>
          </a:p>
        </p:txBody>
      </p:sp>
      <p:sp>
        <p:nvSpPr>
          <p:cNvPr id="1583118" name="Rectangle 14"/>
          <p:cNvSpPr>
            <a:spLocks noChangeArrowheads="1"/>
          </p:cNvSpPr>
          <p:nvPr/>
        </p:nvSpPr>
        <p:spPr bwMode="auto">
          <a:xfrm>
            <a:off x="7467600" y="6248400"/>
            <a:ext cx="963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α</a:t>
            </a:r>
            <a:r>
              <a:rPr lang="en-US" sz="2400"/>
              <a:t> = 10</a:t>
            </a:r>
          </a:p>
        </p:txBody>
      </p:sp>
      <p:sp>
        <p:nvSpPr>
          <p:cNvPr id="1583119" name="Rectangle 15"/>
          <p:cNvSpPr>
            <a:spLocks noChangeArrowheads="1"/>
          </p:cNvSpPr>
          <p:nvPr/>
        </p:nvSpPr>
        <p:spPr bwMode="auto">
          <a:xfrm>
            <a:off x="191356" y="3457575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 dirty="0"/>
              <a:t>β</a:t>
            </a:r>
            <a:r>
              <a:rPr lang="en-US" sz="2400" dirty="0"/>
              <a:t> = 0.5</a:t>
            </a:r>
          </a:p>
        </p:txBody>
      </p:sp>
      <p:sp>
        <p:nvSpPr>
          <p:cNvPr id="1583120" name="Line 16"/>
          <p:cNvSpPr>
            <a:spLocks noChangeShapeType="1"/>
          </p:cNvSpPr>
          <p:nvPr/>
        </p:nvSpPr>
        <p:spPr bwMode="auto">
          <a:xfrm flipV="1">
            <a:off x="31242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3121" name="Line 17"/>
          <p:cNvSpPr>
            <a:spLocks noChangeShapeType="1"/>
          </p:cNvSpPr>
          <p:nvPr/>
        </p:nvSpPr>
        <p:spPr bwMode="auto">
          <a:xfrm flipV="1">
            <a:off x="1828800" y="48148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3122" name="Rectangle 18"/>
          <p:cNvSpPr>
            <a:spLocks noChangeArrowheads="1"/>
          </p:cNvSpPr>
          <p:nvPr/>
        </p:nvSpPr>
        <p:spPr bwMode="auto">
          <a:xfrm>
            <a:off x="367768" y="5500688"/>
            <a:ext cx="15976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dirty="0"/>
              <a:t>mostly tails</a:t>
            </a:r>
          </a:p>
        </p:txBody>
      </p:sp>
      <p:sp>
        <p:nvSpPr>
          <p:cNvPr id="1583123" name="Rectangle 19"/>
          <p:cNvSpPr>
            <a:spLocks noChangeArrowheads="1"/>
          </p:cNvSpPr>
          <p:nvPr/>
        </p:nvSpPr>
        <p:spPr bwMode="auto">
          <a:xfrm>
            <a:off x="2590800" y="5500688"/>
            <a:ext cx="1835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400" dirty="0"/>
              <a:t>mostly heads</a:t>
            </a:r>
          </a:p>
        </p:txBody>
      </p:sp>
      <p:pic>
        <p:nvPicPr>
          <p:cNvPr id="1583124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304800"/>
            <a:ext cx="76771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83125" name="Rectangle 21"/>
          <p:cNvSpPr>
            <a:spLocks noChangeArrowheads="1"/>
          </p:cNvSpPr>
          <p:nvPr/>
        </p:nvSpPr>
        <p:spPr bwMode="auto">
          <a:xfrm>
            <a:off x="191356" y="1081088"/>
            <a:ext cx="103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l-GR" sz="2400"/>
              <a:t>β</a:t>
            </a:r>
            <a:r>
              <a:rPr lang="en-US" sz="2400"/>
              <a:t> = 0.8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032" y="304456"/>
            <a:ext cx="2289368" cy="5196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54632" y="304456"/>
            <a:ext cx="2289368" cy="54905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5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41643"/>
          </a:xfrm>
        </p:spPr>
        <p:txBody>
          <a:bodyPr/>
          <a:lstStyle/>
          <a:p>
            <a:r>
              <a:rPr lang="en-US" dirty="0"/>
              <a:t>Gamma function interlude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460" y="948694"/>
            <a:ext cx="8667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all likelihood, never will need to deal with directly.</a:t>
            </a:r>
          </a:p>
          <a:p>
            <a:endParaRPr lang="en-US" sz="2400" dirty="0"/>
          </a:p>
          <a:p>
            <a:r>
              <a:rPr lang="en-US" sz="2400" dirty="0"/>
              <a:t>It is the generalized factorial function.</a:t>
            </a:r>
          </a:p>
          <a:p>
            <a:endParaRPr lang="en-US" sz="2400" dirty="0"/>
          </a:p>
          <a:p>
            <a:r>
              <a:rPr lang="en-US" sz="2400" dirty="0"/>
              <a:t>For positive integer 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x,</a:t>
            </a:r>
          </a:p>
          <a:p>
            <a:endParaRPr lang="en-US" sz="2400" i="1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As far as I’m concerned, it is restricted to positive real numbers.</a:t>
            </a:r>
          </a:p>
          <a:p>
            <a:endParaRPr lang="en-US" sz="2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It is the normalization constant for the Gamma distribution.</a:t>
            </a:r>
          </a:p>
          <a:p>
            <a:endParaRPr lang="en-US" sz="2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Some useful facts: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688" y="2509979"/>
            <a:ext cx="20066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255179"/>
            <a:ext cx="22733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765527"/>
            <a:ext cx="39243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590" y="1547439"/>
            <a:ext cx="2997200" cy="7239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807635" y="4405633"/>
            <a:ext cx="2505092" cy="2334092"/>
            <a:chOff x="5807635" y="4405633"/>
            <a:chExt cx="2505092" cy="233409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97" t="12519" r="9645" b="38847"/>
            <a:stretch/>
          </p:blipFill>
          <p:spPr>
            <a:xfrm>
              <a:off x="5807635" y="4405633"/>
              <a:ext cx="2505092" cy="233409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072" b="38"/>
            <a:stretch/>
          </p:blipFill>
          <p:spPr>
            <a:xfrm>
              <a:off x="6644957" y="4539630"/>
              <a:ext cx="580465" cy="317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26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88C6-57C9-4AF7-8D0C-88F1ECCF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71"/>
            <a:ext cx="8229600" cy="715066"/>
          </a:xfrm>
        </p:spPr>
        <p:txBody>
          <a:bodyPr>
            <a:normAutofit fontScale="90000"/>
          </a:bodyPr>
          <a:lstStyle/>
          <a:p>
            <a:r>
              <a:rPr lang="en-US" dirty="0"/>
              <a:t>Beta-Binomial Posterior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1508F-8846-48B5-9517-B8DDB709BB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3934" y="919287"/>
            <a:ext cx="2236395" cy="38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744C3C-47EC-4498-AA7E-D5ADB68794B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963459" y="981761"/>
            <a:ext cx="3538070" cy="383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E5DD1-40FF-4C16-A897-EBE7C352C34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7200" y="2650678"/>
            <a:ext cx="4506259" cy="274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E0DE7-CA2C-4434-A8D7-A667AF9C988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57200" y="3129571"/>
            <a:ext cx="8030476" cy="59885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B219F96-2671-4847-987B-B0DF946D8FB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7200" y="3983577"/>
            <a:ext cx="8545523" cy="2925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E1118F-1634-4386-8893-CDB54BF324D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963459" y="1487060"/>
            <a:ext cx="3774151" cy="629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EFCA70-D68F-45BA-B1B5-BC4CC5CFB3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55350"/>
            <a:ext cx="3777145" cy="593106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13386E81-F781-42A9-9852-13A6F1AC438D}"/>
              </a:ext>
            </a:extLst>
          </p:cNvPr>
          <p:cNvGrpSpPr/>
          <p:nvPr/>
        </p:nvGrpSpPr>
        <p:grpSpPr>
          <a:xfrm>
            <a:off x="2619381" y="1774652"/>
            <a:ext cx="6375600" cy="2583360"/>
            <a:chOff x="2619381" y="1774652"/>
            <a:chExt cx="6375600" cy="258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CFBE94-8C40-4CF9-B539-34EC6FDE6076}"/>
                    </a:ext>
                  </a:extLst>
                </p14:cNvPr>
                <p14:cNvContentPartPr/>
                <p14:nvPr/>
              </p14:nvContentPartPr>
              <p14:xfrm>
                <a:off x="6044421" y="3667532"/>
                <a:ext cx="2950560" cy="690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CFBE94-8C40-4CF9-B539-34EC6FDE60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35781" y="3658892"/>
                  <a:ext cx="296820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8755C2-2FDA-4195-B2C8-64F8FB63F4E3}"/>
                    </a:ext>
                  </a:extLst>
                </p14:cNvPr>
                <p14:cNvContentPartPr/>
                <p14:nvPr/>
              </p14:nvContentPartPr>
              <p14:xfrm>
                <a:off x="3337221" y="1959332"/>
                <a:ext cx="5184000" cy="182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8755C2-2FDA-4195-B2C8-64F8FB63F4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28581" y="1950332"/>
                  <a:ext cx="5201640" cy="18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2D565C-56E5-473E-85A3-81073F17020C}"/>
                    </a:ext>
                  </a:extLst>
                </p14:cNvPr>
                <p14:cNvContentPartPr/>
                <p14:nvPr/>
              </p14:nvContentPartPr>
              <p14:xfrm>
                <a:off x="2619381" y="1774652"/>
                <a:ext cx="1556640" cy="192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2D565C-56E5-473E-85A3-81073F1702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10741" y="1765652"/>
                  <a:ext cx="1574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23E4E3-A0EF-4E34-9B71-78351591F9D1}"/>
              </a:ext>
            </a:extLst>
          </p:cNvPr>
          <p:cNvGrpSpPr/>
          <p:nvPr/>
        </p:nvGrpSpPr>
        <p:grpSpPr>
          <a:xfrm>
            <a:off x="2377122" y="3035613"/>
            <a:ext cx="4622760" cy="730440"/>
            <a:chOff x="2377122" y="3035613"/>
            <a:chExt cx="4622760" cy="73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9CECF4-91F4-466D-9AB9-74C6248FFACB}"/>
                    </a:ext>
                  </a:extLst>
                </p14:cNvPr>
                <p14:cNvContentPartPr/>
                <p14:nvPr/>
              </p14:nvContentPartPr>
              <p14:xfrm>
                <a:off x="2377122" y="3142893"/>
                <a:ext cx="1649520" cy="590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9CECF4-91F4-466D-9AB9-74C6248FFA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68482" y="3133893"/>
                  <a:ext cx="16671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EFD94B-171C-4887-9645-BC7B165D0517}"/>
                    </a:ext>
                  </a:extLst>
                </p14:cNvPr>
                <p14:cNvContentPartPr/>
                <p14:nvPr/>
              </p14:nvContentPartPr>
              <p14:xfrm>
                <a:off x="5712162" y="3035613"/>
                <a:ext cx="1287720" cy="730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EFD94B-171C-4887-9645-BC7B165D05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3162" y="3026973"/>
                  <a:ext cx="1305360" cy="74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F3215B-21A1-42B2-8B30-94FF416B74AF}"/>
              </a:ext>
            </a:extLst>
          </p:cNvPr>
          <p:cNvGrpSpPr/>
          <p:nvPr/>
        </p:nvGrpSpPr>
        <p:grpSpPr>
          <a:xfrm>
            <a:off x="2713341" y="1537052"/>
            <a:ext cx="4507560" cy="2669760"/>
            <a:chOff x="2713341" y="1537052"/>
            <a:chExt cx="4507560" cy="26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BF1DB2B-8DC9-4C38-AC5F-C41BFC61E4F6}"/>
                    </a:ext>
                  </a:extLst>
                </p14:cNvPr>
                <p14:cNvContentPartPr/>
                <p14:nvPr/>
              </p14:nvContentPartPr>
              <p14:xfrm>
                <a:off x="2713341" y="1537052"/>
                <a:ext cx="402840" cy="16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BF1DB2B-8DC9-4C38-AC5F-C41BFC61E4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04701" y="1528052"/>
                  <a:ext cx="420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2040D8-78AD-49E2-9EA9-A004D3505258}"/>
                    </a:ext>
                  </a:extLst>
                </p14:cNvPr>
                <p14:cNvContentPartPr/>
                <p14:nvPr/>
              </p14:nvContentPartPr>
              <p14:xfrm>
                <a:off x="6161781" y="3880292"/>
                <a:ext cx="1059120" cy="326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2040D8-78AD-49E2-9EA9-A004D35052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52781" y="3871652"/>
                  <a:ext cx="1076760" cy="34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798987-6209-4FB2-8B64-B8A0DD78D822}"/>
              </a:ext>
            </a:extLst>
          </p:cNvPr>
          <p:cNvGrpSpPr/>
          <p:nvPr/>
        </p:nvGrpSpPr>
        <p:grpSpPr>
          <a:xfrm>
            <a:off x="3872181" y="1535972"/>
            <a:ext cx="5259600" cy="2617200"/>
            <a:chOff x="3872181" y="1535972"/>
            <a:chExt cx="5259600" cy="26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9C0B5B-00FA-4E0A-B9E0-3284E5A1B73B}"/>
                    </a:ext>
                  </a:extLst>
                </p14:cNvPr>
                <p14:cNvContentPartPr/>
                <p14:nvPr/>
              </p14:nvContentPartPr>
              <p14:xfrm>
                <a:off x="7809861" y="3829532"/>
                <a:ext cx="1321920" cy="323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9C0B5B-00FA-4E0A-B9E0-3284E5A1B7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00861" y="3820892"/>
                  <a:ext cx="1339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9E8A82-502C-4C5E-876A-FC0D5227F686}"/>
                    </a:ext>
                  </a:extLst>
                </p14:cNvPr>
                <p14:cNvContentPartPr/>
                <p14:nvPr/>
              </p14:nvContentPartPr>
              <p14:xfrm>
                <a:off x="3872181" y="1535972"/>
                <a:ext cx="558000" cy="259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9E8A82-502C-4C5E-876A-FC0D5227F6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3181" y="1526972"/>
                  <a:ext cx="575640" cy="277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29EBF58-3AD9-4F4A-8730-2B7EB74CA5B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04592" y="4542158"/>
            <a:ext cx="7487845" cy="39951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7FA27F0-1603-4118-9479-6F4018A30C06}"/>
              </a:ext>
            </a:extLst>
          </p:cNvPr>
          <p:cNvSpPr txBox="1"/>
          <p:nvPr/>
        </p:nvSpPr>
        <p:spPr>
          <a:xfrm>
            <a:off x="175752" y="5014187"/>
            <a:ext cx="854552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Posterior is of the same functional form as prior (Both are prior).</a:t>
            </a:r>
          </a:p>
          <a:p>
            <a:r>
              <a:rPr lang="en-US" sz="2400" dirty="0"/>
              <a:t>Parameters are updated to reflect knowledge. </a:t>
            </a:r>
          </a:p>
          <a:p>
            <a:r>
              <a:rPr lang="en-US" sz="2400" dirty="0"/>
              <a:t>New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/>
              <a:t> adds in the number of heads. New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/>
              <a:t> adds in number of tails.</a:t>
            </a:r>
          </a:p>
          <a:p>
            <a:endParaRPr lang="en-US" sz="1400" dirty="0"/>
          </a:p>
          <a:p>
            <a:r>
              <a:rPr lang="en-US" sz="2400" dirty="0"/>
              <a:t>This is a </a:t>
            </a:r>
            <a:r>
              <a:rPr lang="en-US" sz="2400" b="1" dirty="0"/>
              <a:t>Conjugate Prior</a:t>
            </a:r>
            <a:r>
              <a:rPr lang="en-US" sz="2400" dirty="0"/>
              <a:t>. (more on this next week)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12D6D5-8AEA-4B51-B084-83C1D3AA4E56}"/>
              </a:ext>
            </a:extLst>
          </p:cNvPr>
          <p:cNvSpPr/>
          <p:nvPr/>
        </p:nvSpPr>
        <p:spPr>
          <a:xfrm>
            <a:off x="8315512" y="5031275"/>
            <a:ext cx="3150712" cy="6419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DE99-1AFD-C1BA-3E4A-4AF516F3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C4D5-520F-59C5-5C35-5C83C06F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102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43B7-5A5B-F887-BF86-D5DBAC61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rest 2</a:t>
            </a:r>
          </a:p>
        </p:txBody>
      </p:sp>
      <p:pic>
        <p:nvPicPr>
          <p:cNvPr id="5" name="Picture 4" descr="A cat lying on a rug&#10;&#10;Description automatically generated">
            <a:extLst>
              <a:ext uri="{FF2B5EF4-FFF2-40B4-BE49-F238E27FC236}">
                <a16:creationId xmlns:a16="http://schemas.microsoft.com/office/drawing/2014/main" id="{05A650D9-3820-E972-45BA-29ACBDA9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862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617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7F42-8BFB-7B19-92B6-D2AD668F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E32D-8480-D435-78FF-3084C6040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6211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059" y="0"/>
            <a:ext cx="8247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Class presentations (2x 5% each)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69441"/>
            <a:ext cx="9144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Present the major results of one of the course readings.</a:t>
            </a:r>
          </a:p>
          <a:p>
            <a:r>
              <a:rPr lang="en-US" sz="2400" dirty="0"/>
              <a:t>	Must be a non-optional reading.</a:t>
            </a:r>
          </a:p>
          <a:p>
            <a:endParaRPr lang="en-US" sz="1400" dirty="0"/>
          </a:p>
          <a:p>
            <a:r>
              <a:rPr lang="en-US" sz="2800" dirty="0"/>
              <a:t>Also, have 4-6 discussion questions at the end.</a:t>
            </a:r>
          </a:p>
          <a:p>
            <a:r>
              <a:rPr lang="en-US" sz="2800" dirty="0"/>
              <a:t>	These should guide discussion.</a:t>
            </a:r>
          </a:p>
          <a:p>
            <a:r>
              <a:rPr lang="en-US" sz="2800" dirty="0"/>
              <a:t>	Being controversial/provocative is encouraged!</a:t>
            </a:r>
          </a:p>
          <a:p>
            <a:endParaRPr lang="en-US" sz="1400" dirty="0"/>
          </a:p>
          <a:p>
            <a:r>
              <a:rPr lang="en-US" sz="2800" dirty="0"/>
              <a:t>Have to give two if you are taking the course for credit.</a:t>
            </a:r>
          </a:p>
          <a:p>
            <a:r>
              <a:rPr lang="en-US" sz="2800" dirty="0"/>
              <a:t>	One if formally auditing.</a:t>
            </a:r>
          </a:p>
          <a:p>
            <a:endParaRPr lang="en-US" sz="1400" dirty="0"/>
          </a:p>
          <a:p>
            <a:r>
              <a:rPr lang="en-US" sz="2800" dirty="0"/>
              <a:t>Each presentation (including discussion) should be no longer than 25 minutes.</a:t>
            </a:r>
          </a:p>
          <a:p>
            <a:endParaRPr lang="en-US" sz="1400" dirty="0"/>
          </a:p>
          <a:p>
            <a:r>
              <a:rPr lang="en-US" sz="2800" dirty="0"/>
              <a:t>You are encouraged to meet with me beforehand.</a:t>
            </a:r>
          </a:p>
          <a:p>
            <a:r>
              <a:rPr lang="en-US" sz="2800" dirty="0"/>
              <a:t>Must submit to me on Canvas right before or after (8:59pm  day of presentation deadline)!</a:t>
            </a:r>
          </a:p>
        </p:txBody>
      </p:sp>
    </p:spTree>
    <p:extLst>
      <p:ext uri="{BB962C8B-B14F-4D97-AF65-F5344CB8AC3E}">
        <p14:creationId xmlns:p14="http://schemas.microsoft.com/office/powerpoint/2010/main" val="2747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059" y="0"/>
            <a:ext cx="8247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Class presentations (2x 5% each)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64806"/>
            <a:ext cx="914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Grade is determined by the following factors:</a:t>
            </a:r>
          </a:p>
          <a:p>
            <a:endParaRPr lang="en-US" sz="2800" dirty="0"/>
          </a:p>
          <a:p>
            <a:r>
              <a:rPr lang="en-US" sz="2800" dirty="0"/>
              <a:t>	Understanding of the paper 							(2 </a:t>
            </a:r>
            <a:r>
              <a:rPr lang="en-US" sz="2800" dirty="0" err="1"/>
              <a:t>pts</a:t>
            </a:r>
            <a:r>
              <a:rPr lang="en-US" sz="2800" dirty="0"/>
              <a:t>)</a:t>
            </a:r>
          </a:p>
          <a:p>
            <a:r>
              <a:rPr lang="en-US" sz="2800" dirty="0"/>
              <a:t>	Covering the key aspects of the paper				(1 </a:t>
            </a:r>
            <a:r>
              <a:rPr lang="en-US" sz="2800" dirty="0" err="1"/>
              <a:t>pt</a:t>
            </a:r>
            <a:r>
              <a:rPr lang="en-US" sz="2800" dirty="0"/>
              <a:t>)</a:t>
            </a:r>
          </a:p>
          <a:p>
            <a:r>
              <a:rPr lang="en-US" sz="2800" dirty="0"/>
              <a:t>	Presentation clarity									(1 </a:t>
            </a:r>
            <a:r>
              <a:rPr lang="en-US" sz="2800" dirty="0" err="1"/>
              <a:t>pt</a:t>
            </a:r>
            <a:r>
              <a:rPr lang="en-US" sz="2800" dirty="0"/>
              <a:t>)</a:t>
            </a:r>
          </a:p>
          <a:p>
            <a:r>
              <a:rPr lang="en-US" sz="2800" dirty="0"/>
              <a:t>	Appropriate discussion questions					(0.5 pts)</a:t>
            </a:r>
          </a:p>
          <a:p>
            <a:r>
              <a:rPr lang="en-US" sz="2800" dirty="0"/>
              <a:t>	Appropriate use of time								(0.5 </a:t>
            </a:r>
            <a:r>
              <a:rPr lang="en-US" sz="2800" dirty="0" err="1"/>
              <a:t>pts</a:t>
            </a:r>
            <a:r>
              <a:rPr lang="en-US" sz="2800" dirty="0"/>
              <a:t>)</a:t>
            </a:r>
          </a:p>
          <a:p>
            <a:r>
              <a:rPr lang="en-US" sz="2800" dirty="0"/>
              <a:t>	Not using </a:t>
            </a:r>
            <a:r>
              <a:rPr lang="en-US" sz="2800" dirty="0" err="1"/>
              <a:t>Prezi</a:t>
            </a:r>
            <a:r>
              <a:rPr lang="en-US" sz="2800" dirty="0"/>
              <a:t>		(10</a:t>
            </a:r>
            <a:r>
              <a:rPr lang="en-US" sz="2800" baseline="30000" dirty="0"/>
              <a:t>999</a:t>
            </a:r>
            <a:r>
              <a:rPr lang="en-US" sz="2800" dirty="0"/>
              <a:t> deduction and have to clean up)</a:t>
            </a:r>
          </a:p>
          <a:p>
            <a:endParaRPr lang="en-US" sz="2800" dirty="0"/>
          </a:p>
          <a:p>
            <a:r>
              <a:rPr lang="en-US" sz="2800" dirty="0"/>
              <a:t>See guidelines and tips document posted online.</a:t>
            </a:r>
          </a:p>
        </p:txBody>
      </p:sp>
    </p:spTree>
    <p:extLst>
      <p:ext uri="{BB962C8B-B14F-4D97-AF65-F5344CB8AC3E}">
        <p14:creationId xmlns:p14="http://schemas.microsoft.com/office/powerpoint/2010/main" val="14054907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059" y="0"/>
            <a:ext cx="8247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Class presentations (2x 5% each)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64806"/>
            <a:ext cx="9144000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Focus on the following questions:</a:t>
            </a:r>
          </a:p>
          <a:p>
            <a:endParaRPr lang="en-US" sz="1400" dirty="0"/>
          </a:p>
          <a:p>
            <a:r>
              <a:rPr lang="en-US" sz="2800" dirty="0"/>
              <a:t>1. What is the question that this paper explores? If applicable, what aspect of human behavior are we trying to understand?</a:t>
            </a:r>
          </a:p>
          <a:p>
            <a:r>
              <a:rPr lang="en-US" sz="2800" dirty="0"/>
              <a:t>2. Any background/context for the paper? Previous work?</a:t>
            </a:r>
          </a:p>
          <a:p>
            <a:r>
              <a:rPr lang="en-US" sz="2800" dirty="0"/>
              <a:t>3. What is the underlying computational problem being 	solved? How does the paper formulate it?</a:t>
            </a:r>
          </a:p>
          <a:p>
            <a:r>
              <a:rPr lang="en-US" sz="2800" dirty="0"/>
              <a:t>4. What is the solution to the computational problem? 		(Go for intuitions more than rigor.)</a:t>
            </a:r>
          </a:p>
          <a:p>
            <a:r>
              <a:rPr lang="en-US" sz="2800" dirty="0"/>
              <a:t>5. How is the solution used to answer the question? How 	does it compare to other approaches/human behavior?</a:t>
            </a:r>
          </a:p>
          <a:p>
            <a:r>
              <a:rPr lang="en-US" sz="2800" dirty="0"/>
              <a:t>6. What conclusions can we draw from the results? 		What is your interpretation?</a:t>
            </a:r>
          </a:p>
        </p:txBody>
      </p:sp>
    </p:spTree>
    <p:extLst>
      <p:ext uri="{BB962C8B-B14F-4D97-AF65-F5344CB8AC3E}">
        <p14:creationId xmlns:p14="http://schemas.microsoft.com/office/powerpoint/2010/main" val="398766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7827-7C58-EED5-A9EE-4487B7AC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FAB8-B1AD-59B5-E626-D7AB0544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Name, preferred pronouns, undergrad/grad, department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are you taking this course?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one of your favorite comfort foods?</a:t>
            </a:r>
          </a:p>
        </p:txBody>
      </p:sp>
    </p:spTree>
    <p:extLst>
      <p:ext uri="{BB962C8B-B14F-4D97-AF65-F5344CB8AC3E}">
        <p14:creationId xmlns:p14="http://schemas.microsoft.com/office/powerpoint/2010/main" val="32777134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5FFD-6364-9A96-8D25-9BDB61BE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E5F7A-F8EE-9B88-0062-D5F26F9B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Bayes practice and thinking generatively</a:t>
            </a:r>
          </a:p>
          <a:p>
            <a:r>
              <a:rPr lang="en-US" dirty="0"/>
              <a:t>Levels of analysis</a:t>
            </a:r>
          </a:p>
          <a:p>
            <a:r>
              <a:rPr lang="en-US" b="1" dirty="0"/>
              <a:t>Short rest 1</a:t>
            </a:r>
          </a:p>
          <a:p>
            <a:r>
              <a:rPr lang="en-US" dirty="0"/>
              <a:t>Math to cover:</a:t>
            </a:r>
          </a:p>
          <a:p>
            <a:pPr lvl="1"/>
            <a:r>
              <a:rPr lang="en-US" dirty="0"/>
              <a:t>Expected value</a:t>
            </a:r>
          </a:p>
          <a:p>
            <a:pPr lvl="1"/>
            <a:r>
              <a:rPr lang="en-US" dirty="0"/>
              <a:t>Continuous probability</a:t>
            </a:r>
          </a:p>
          <a:p>
            <a:pPr lvl="1"/>
            <a:r>
              <a:rPr lang="en-US" dirty="0"/>
              <a:t>Gaussian</a:t>
            </a:r>
          </a:p>
          <a:p>
            <a:pPr lvl="1"/>
            <a:r>
              <a:rPr lang="en-US" dirty="0"/>
              <a:t>Mixture modeling</a:t>
            </a:r>
          </a:p>
          <a:p>
            <a:pPr lvl="1"/>
            <a:r>
              <a:rPr lang="en-US" dirty="0"/>
              <a:t>Beta-Binomial (discrete enters the continuum)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intros + one paper presentation </a:t>
            </a:r>
          </a:p>
          <a:p>
            <a:pPr lvl="1"/>
            <a:r>
              <a:rPr lang="en-US" dirty="0"/>
              <a:t>Go over paper presentation advice here too.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652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43676"/>
            <a:ext cx="9144002" cy="2647546"/>
          </a:xfrm>
        </p:spPr>
        <p:txBody>
          <a:bodyPr>
            <a:normAutofit/>
          </a:bodyPr>
          <a:lstStyle/>
          <a:p>
            <a:r>
              <a:rPr lang="en-US" sz="3200" b="1" dirty="0"/>
              <a:t>Randomness and Coincidences: </a:t>
            </a:r>
            <a:br>
              <a:rPr lang="en-US" sz="3200" b="1" dirty="0"/>
            </a:br>
            <a:r>
              <a:rPr lang="en-US" sz="3200" b="1" dirty="0"/>
              <a:t>Reconciling Intuition and Probability Theory (2001)</a:t>
            </a:r>
            <a:br>
              <a:rPr lang="en-US" sz="3200" dirty="0"/>
            </a:b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/>
              <a:t>by Griffiths &amp; Tenenbaum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7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>
                <a:solidFill>
                  <a:schemeClr val="tx1"/>
                </a:solidFill>
              </a:rPr>
              <a:t>January 30, 2025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2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527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71E6-D1D5-4419-8791-32FA6A1A1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2176"/>
            <a:ext cx="8229600" cy="59586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sequence feels more random?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Browallia New" panose="020B0502040204020203" pitchFamily="34" charset="-34"/>
              </a:rPr>
              <a:t>HHHHHHHH</a:t>
            </a:r>
          </a:p>
          <a:p>
            <a:pPr marL="0" indent="0" algn="ctr">
              <a:buNone/>
            </a:pPr>
            <a:endParaRPr lang="en-US" dirty="0">
              <a:latin typeface="Consolas" panose="020B0609020204030204" pitchFamily="49" charset="0"/>
              <a:cs typeface="Browallia New" panose="020B0502040204020203" pitchFamily="34" charset="-34"/>
            </a:endParaRP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Browallia New" panose="020B0502040204020203" pitchFamily="34" charset="-34"/>
              </a:rPr>
              <a:t>or</a:t>
            </a:r>
          </a:p>
          <a:p>
            <a:pPr marL="0" indent="0" algn="ctr">
              <a:buNone/>
            </a:pPr>
            <a:endParaRPr lang="en-US" dirty="0">
              <a:latin typeface="Consolas" panose="020B0609020204030204" pitchFamily="49" charset="0"/>
              <a:cs typeface="Browallia New" panose="020B0502040204020203" pitchFamily="34" charset="-34"/>
            </a:endParaRP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Browallia New" panose="020B0502040204020203" pitchFamily="34" charset="-34"/>
              </a:rPr>
              <a:t>HHTHTTTH</a:t>
            </a:r>
          </a:p>
        </p:txBody>
      </p:sp>
    </p:spTree>
    <p:extLst>
      <p:ext uri="{BB962C8B-B14F-4D97-AF65-F5344CB8AC3E}">
        <p14:creationId xmlns:p14="http://schemas.microsoft.com/office/powerpoint/2010/main" val="7249126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1C8C-C1EF-494A-8561-ADC018E4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40246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92291-3F29-49D9-BC38-B4F72EC3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70" y="844062"/>
            <a:ext cx="8812404" cy="57074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People’s perception of randomness deviates from a traditional take from probability theory.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  <a:cs typeface="Browallia New" panose="020B0502040204020203" pitchFamily="34" charset="-34"/>
              </a:rPr>
              <a:t> HHTHTTTH </a:t>
            </a:r>
            <a:r>
              <a:rPr lang="en-US" dirty="0">
                <a:latin typeface="+mj-lt"/>
                <a:cs typeface="Browallia New" panose="020B0502040204020203" pitchFamily="34" charset="-34"/>
              </a:rPr>
              <a:t>feels more random than </a:t>
            </a:r>
            <a:r>
              <a:rPr lang="en-US" dirty="0">
                <a:latin typeface="Consolas" panose="020B0609020204030204" pitchFamily="49" charset="0"/>
                <a:cs typeface="Browallia New" panose="020B0502040204020203" pitchFamily="34" charset="-34"/>
              </a:rPr>
              <a:t>HHHHHHHH</a:t>
            </a:r>
          </a:p>
          <a:p>
            <a:pPr marL="0" indent="0">
              <a:buNone/>
            </a:pPr>
            <a:r>
              <a:rPr lang="en-US" dirty="0">
                <a:latin typeface="+mj-lt"/>
                <a:cs typeface="Browallia New" panose="020B0502040204020203" pitchFamily="34" charset="-34"/>
              </a:rPr>
              <a:t>People tend to perceive sequences that alternate 60% of the time as the most random (Lopes, 1982).</a:t>
            </a:r>
          </a:p>
          <a:p>
            <a:pPr marL="0" indent="0">
              <a:buNone/>
            </a:pPr>
            <a:r>
              <a:rPr lang="en-US" dirty="0">
                <a:latin typeface="+mj-lt"/>
                <a:cs typeface="Browallia New" panose="020B0502040204020203" pitchFamily="34" charset="-34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+mj-lt"/>
                <a:cs typeface="Browallia New" panose="020B0502040204020203" pitchFamily="34" charset="-34"/>
              </a:rPr>
              <a:t>Theories to explain the discrepancy: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  <a:cs typeface="Browallia New" panose="020B0502040204020203" pitchFamily="34" charset="-34"/>
              </a:rPr>
              <a:t>Different normative theory for randomness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>
                <a:latin typeface="+mj-lt"/>
                <a:cs typeface="Browallia New" panose="020B0502040204020203" pitchFamily="34" charset="-34"/>
              </a:rPr>
              <a:t>Representativeness: </a:t>
            </a:r>
            <a:r>
              <a:rPr lang="en-US" dirty="0">
                <a:latin typeface="+mj-lt"/>
                <a:cs typeface="Browallia New" panose="020B0502040204020203" pitchFamily="34" charset="-34"/>
              </a:rPr>
              <a:t>Sequence similar to the output of a random generating device</a:t>
            </a:r>
            <a:endParaRPr lang="en-US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070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A28D-55BE-0243-BD01-F9DFA955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240-0646-8845-8F3C-2FC5F424E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24" y="1600202"/>
            <a:ext cx="8455152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normative theory should be used for randomness and do people deviate from it systematically?</a:t>
            </a:r>
          </a:p>
        </p:txBody>
      </p:sp>
    </p:spTree>
    <p:extLst>
      <p:ext uri="{BB962C8B-B14F-4D97-AF65-F5344CB8AC3E}">
        <p14:creationId xmlns:p14="http://schemas.microsoft.com/office/powerpoint/2010/main" val="32073451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151"/>
            <a:ext cx="8382000" cy="1143000"/>
          </a:xfrm>
        </p:spPr>
        <p:txBody>
          <a:bodyPr/>
          <a:lstStyle/>
          <a:p>
            <a:r>
              <a:rPr lang="en-US" dirty="0" err="1"/>
              <a:t>Bayesianism</a:t>
            </a:r>
            <a:endParaRPr lang="en-US" dirty="0"/>
          </a:p>
        </p:txBody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" y="987856"/>
            <a:ext cx="9017000" cy="5706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Bayesian inference is the mathematics of inductive problems.*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800" dirty="0"/>
              <a:t>Steps to forming a Bayesian model:</a:t>
            </a:r>
          </a:p>
          <a:p>
            <a:pPr marL="0" indent="0">
              <a:buNone/>
            </a:pPr>
            <a:r>
              <a:rPr lang="en-US" sz="2800" dirty="0"/>
              <a:t>1. Formalize the problem that people face.</a:t>
            </a:r>
          </a:p>
          <a:p>
            <a:pPr marL="0" indent="0">
              <a:buNone/>
            </a:pPr>
            <a:r>
              <a:rPr lang="en-US" sz="2800" dirty="0"/>
              <a:t>2. Formalize the types of knowledge people have when 	solving the problem. </a:t>
            </a:r>
          </a:p>
          <a:p>
            <a:pPr marL="0" indent="0">
              <a:buNone/>
            </a:pPr>
            <a:r>
              <a:rPr lang="en-US" sz="2800" dirty="0"/>
              <a:t>3. Apply Bayes’ rule and see what an ideal learner/observer 	would learn from the data. </a:t>
            </a:r>
          </a:p>
          <a:p>
            <a:pPr marL="0" indent="0">
              <a:buNone/>
            </a:pPr>
            <a:r>
              <a:rPr lang="en-US" sz="2800" dirty="0"/>
              <a:t>4. How does the ideal learner behave?</a:t>
            </a:r>
          </a:p>
          <a:p>
            <a:pPr marL="0" indent="0">
              <a:buNone/>
            </a:pPr>
            <a:r>
              <a:rPr lang="en-US" sz="2800" dirty="0"/>
              <a:t>5. What types of knowledge (*and/or constraints on 	learning) must be assumed for the model and people to 	behave similarly?</a:t>
            </a:r>
          </a:p>
        </p:txBody>
      </p:sp>
    </p:spTree>
    <p:extLst>
      <p:ext uri="{BB962C8B-B14F-4D97-AF65-F5344CB8AC3E}">
        <p14:creationId xmlns:p14="http://schemas.microsoft.com/office/powerpoint/2010/main" val="400765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55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A28D-55BE-0243-BD01-F9DFA955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dirty="0"/>
              <a:t>Computational formalization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240-0646-8845-8F3C-2FC5F424E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64" y="1039370"/>
            <a:ext cx="8653272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Evaluate which of two generating processes is more probable given the observation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39CD1-70E1-420A-9477-D9DB9846C0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5364" y="2540000"/>
            <a:ext cx="4806757" cy="955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61C4F9-E92C-4513-83F7-C5C32A05BBAC}"/>
              </a:ext>
            </a:extLst>
          </p:cNvPr>
          <p:cNvSpPr txBox="1"/>
          <p:nvPr/>
        </p:nvSpPr>
        <p:spPr>
          <a:xfrm>
            <a:off x="5827223" y="2413337"/>
            <a:ext cx="2688755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Use odds form of Bayes’ rule to avoid calculating normalizing constant!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024487-BC16-4ED4-BCDB-74B8B1AED7E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5364" y="3768021"/>
            <a:ext cx="7209525" cy="8444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79F8520-B37E-40D8-B486-F58D7C2D8906}"/>
              </a:ext>
            </a:extLst>
          </p:cNvPr>
          <p:cNvGrpSpPr/>
          <p:nvPr/>
        </p:nvGrpSpPr>
        <p:grpSpPr>
          <a:xfrm>
            <a:off x="2920096" y="3998895"/>
            <a:ext cx="664560" cy="591480"/>
            <a:chOff x="2920096" y="3998895"/>
            <a:chExt cx="66456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AAF78C-0861-461B-9C09-0A51B3ABF652}"/>
                    </a:ext>
                  </a:extLst>
                </p14:cNvPr>
                <p14:cNvContentPartPr/>
                <p14:nvPr/>
              </p14:nvContentPartPr>
              <p14:xfrm>
                <a:off x="2980216" y="3998895"/>
                <a:ext cx="604440" cy="10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AAF78C-0861-461B-9C09-0A51B3ABF6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71211" y="3989895"/>
                  <a:ext cx="622091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4A8FD34-E481-443A-B997-08BA0B3BE4F8}"/>
                    </a:ext>
                  </a:extLst>
                </p14:cNvPr>
                <p14:cNvContentPartPr/>
                <p14:nvPr/>
              </p14:nvContentPartPr>
              <p14:xfrm>
                <a:off x="2920096" y="4479495"/>
                <a:ext cx="602280" cy="110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4A8FD34-E481-443A-B997-08BA0B3BE4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1096" y="4470495"/>
                  <a:ext cx="619920" cy="12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357B105-2391-49AB-B084-3B7D639F4C1D}"/>
              </a:ext>
            </a:extLst>
          </p:cNvPr>
          <p:cNvSpPr txBox="1"/>
          <p:nvPr/>
        </p:nvSpPr>
        <p:spPr>
          <a:xfrm>
            <a:off x="5827222" y="4648665"/>
            <a:ext cx="2859578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Assume equal prior odds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3ECF38-62E1-4457-9564-BD5F28C0A2BF}"/>
                  </a:ext>
                </a:extLst>
              </p14:cNvPr>
              <p14:cNvContentPartPr/>
              <p14:nvPr/>
            </p14:nvContentPartPr>
            <p14:xfrm>
              <a:off x="6179408" y="3756651"/>
              <a:ext cx="1279440" cy="644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3ECF38-62E1-4457-9564-BD5F28C0A2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70408" y="3748011"/>
                <a:ext cx="1297080" cy="66204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E6A70224-9804-4B7A-91E5-032FD594FF6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01119" y="5904354"/>
            <a:ext cx="3325832" cy="6645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B5E8C93-88B0-4AEE-B39E-B15BB85FB604}"/>
              </a:ext>
            </a:extLst>
          </p:cNvPr>
          <p:cNvSpPr txBox="1"/>
          <p:nvPr/>
        </p:nvSpPr>
        <p:spPr>
          <a:xfrm>
            <a:off x="4742822" y="5975110"/>
            <a:ext cx="3893645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 should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regular|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be?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2C6AA-FC4E-43EC-8D91-3E1974901611}"/>
              </a:ext>
            </a:extLst>
          </p:cNvPr>
          <p:cNvSpPr/>
          <p:nvPr/>
        </p:nvSpPr>
        <p:spPr>
          <a:xfrm>
            <a:off x="4393358" y="3731791"/>
            <a:ext cx="3250408" cy="8557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16F9CB-3D93-45F4-A741-5D3BF7E6BCB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45364" y="4935391"/>
            <a:ext cx="3719619" cy="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9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29" grpId="0" animBg="1"/>
      <p:bldP spid="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A28D-55BE-0243-BD01-F9DFA955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dirty="0"/>
              <a:t>Computational formalization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124A05-0527-4B06-AC8F-5FFEFED5EA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07544" y="1665794"/>
            <a:ext cx="6747689" cy="55786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08A3B6F-6BAD-44B3-94B5-755362BC38BB}"/>
              </a:ext>
            </a:extLst>
          </p:cNvPr>
          <p:cNvGrpSpPr/>
          <p:nvPr/>
        </p:nvGrpSpPr>
        <p:grpSpPr>
          <a:xfrm>
            <a:off x="142739" y="1045029"/>
            <a:ext cx="8536074" cy="369332"/>
            <a:chOff x="150726" y="1075174"/>
            <a:chExt cx="8536074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598CBB-78B5-4EFF-9285-9CF5E8FEA2EC}"/>
                </a:ext>
              </a:extLst>
            </p:cNvPr>
            <p:cNvSpPr txBox="1"/>
            <p:nvPr/>
          </p:nvSpPr>
          <p:spPr>
            <a:xfrm>
              <a:off x="150726" y="1075174"/>
              <a:ext cx="8536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Assume      is a set of possible regularities that might produce a non-random sequence.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150B4C3-231C-4251-B51F-465CD5C0D629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007544" y="1172377"/>
              <a:ext cx="199672" cy="184430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3F998AB-B9D7-4521-99B3-4EC2891E5991}"/>
              </a:ext>
            </a:extLst>
          </p:cNvPr>
          <p:cNvSpPr txBox="1"/>
          <p:nvPr/>
        </p:nvSpPr>
        <p:spPr>
          <a:xfrm>
            <a:off x="65060" y="2260278"/>
            <a:ext cx="853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regular means a coinflip bias that is uniform over possible biases?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BE5079-1005-4F67-B4D9-0234F9B585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71288" y="2816554"/>
            <a:ext cx="1027319" cy="2530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0EBD9F5-FCDF-434E-A706-25552911FDA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226462" y="2816554"/>
            <a:ext cx="2368627" cy="2530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ED02E42-AF43-441D-ADFB-64FF1825368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71288" y="3201958"/>
            <a:ext cx="4804318" cy="6325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436F1B-87CB-4A09-B988-CA85F925E03C}"/>
              </a:ext>
            </a:extLst>
          </p:cNvPr>
          <p:cNvGrpSpPr/>
          <p:nvPr/>
        </p:nvGrpSpPr>
        <p:grpSpPr>
          <a:xfrm>
            <a:off x="2411735" y="3599196"/>
            <a:ext cx="1690560" cy="430920"/>
            <a:chOff x="2411735" y="3599196"/>
            <a:chExt cx="169056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974997-BA4C-4212-B602-FA9F7450B7FD}"/>
                    </a:ext>
                  </a:extLst>
                </p14:cNvPr>
                <p14:cNvContentPartPr/>
                <p14:nvPr/>
              </p14:nvContentPartPr>
              <p14:xfrm>
                <a:off x="2411735" y="3599196"/>
                <a:ext cx="1690560" cy="21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974997-BA4C-4212-B602-FA9F7450B7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2735" y="3590196"/>
                  <a:ext cx="1708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768D84-1AC4-459D-A9B0-B999AE359D05}"/>
                    </a:ext>
                  </a:extLst>
                </p14:cNvPr>
                <p14:cNvContentPartPr/>
                <p14:nvPr/>
              </p14:nvContentPartPr>
              <p14:xfrm>
                <a:off x="3005015" y="3840396"/>
                <a:ext cx="171000" cy="18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768D84-1AC4-459D-A9B0-B999AE359D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96015" y="3831396"/>
                  <a:ext cx="188640" cy="207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ED62F5DE-4B5E-4CB2-96DA-C59A890A2E5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285112" y="4105234"/>
            <a:ext cx="1781805" cy="25301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7933AB0-5D86-41BD-9C73-0C5F79746C53}"/>
              </a:ext>
            </a:extLst>
          </p:cNvPr>
          <p:cNvSpPr txBox="1"/>
          <p:nvPr/>
        </p:nvSpPr>
        <p:spPr>
          <a:xfrm>
            <a:off x="5358683" y="3280596"/>
            <a:ext cx="37049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the integral must be the normalizing constant for 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H+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2000" dirty="0"/>
              <a:t> distribution.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C96A2BF-2880-49A0-B580-AC679F4A72F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67076" y="4594715"/>
            <a:ext cx="6470284" cy="59749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840C2D5-F6CC-48C4-861F-13593EB57894}"/>
              </a:ext>
            </a:extLst>
          </p:cNvPr>
          <p:cNvSpPr txBox="1"/>
          <p:nvPr/>
        </p:nvSpPr>
        <p:spPr>
          <a:xfrm>
            <a:off x="6807546" y="4530370"/>
            <a:ext cx="2172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Almost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(inverted)</a:t>
            </a:r>
            <a:endParaRPr lang="en-US" sz="2000" dirty="0">
              <a:latin typeface="+mj-lt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6262E31-25EA-45E8-A34F-7928657D226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377366" y="5414194"/>
            <a:ext cx="8389267" cy="6599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8344AD-FBEC-49C6-B5B9-B366728F9506}"/>
              </a:ext>
            </a:extLst>
          </p:cNvPr>
          <p:cNvSpPr/>
          <p:nvPr/>
        </p:nvSpPr>
        <p:spPr>
          <a:xfrm>
            <a:off x="2724289" y="1535129"/>
            <a:ext cx="5268788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310350-8934-46B8-BA60-B02E553F1066}"/>
              </a:ext>
            </a:extLst>
          </p:cNvPr>
          <p:cNvSpPr/>
          <p:nvPr/>
        </p:nvSpPr>
        <p:spPr>
          <a:xfrm>
            <a:off x="5174661" y="1556526"/>
            <a:ext cx="2870113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ADB78D-D465-4675-8791-CC3FB97BFCB0}"/>
              </a:ext>
            </a:extLst>
          </p:cNvPr>
          <p:cNvSpPr/>
          <p:nvPr/>
        </p:nvSpPr>
        <p:spPr>
          <a:xfrm>
            <a:off x="2285112" y="4542472"/>
            <a:ext cx="4516320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93184-B00B-4C3D-8EC7-910A8E16707F}"/>
              </a:ext>
            </a:extLst>
          </p:cNvPr>
          <p:cNvSpPr/>
          <p:nvPr/>
        </p:nvSpPr>
        <p:spPr>
          <a:xfrm>
            <a:off x="5271134" y="4559690"/>
            <a:ext cx="3704930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F64D4F-0A46-4D4A-ACE7-27816633468C}"/>
              </a:ext>
            </a:extLst>
          </p:cNvPr>
          <p:cNvSpPr/>
          <p:nvPr/>
        </p:nvSpPr>
        <p:spPr>
          <a:xfrm>
            <a:off x="3852881" y="5340466"/>
            <a:ext cx="5127375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2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9" grpId="0"/>
      <p:bldP spid="18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A28D-55BE-0243-BD01-F9DFA955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dirty="0"/>
              <a:t>Computational formalization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486E9-1D66-4758-A56E-2856A20902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72000" y="1143319"/>
            <a:ext cx="3325832" cy="6645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B5BFB6-3F2C-450F-B09C-E73AB8DA8E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533" y="2984264"/>
            <a:ext cx="6403219" cy="60511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4A50AA-54CF-4DA6-B050-64D185914CB5}"/>
              </a:ext>
            </a:extLst>
          </p:cNvPr>
          <p:cNvGrpSpPr/>
          <p:nvPr/>
        </p:nvGrpSpPr>
        <p:grpSpPr>
          <a:xfrm>
            <a:off x="1776968" y="3305603"/>
            <a:ext cx="2432880" cy="406800"/>
            <a:chOff x="1776968" y="3305603"/>
            <a:chExt cx="243288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FB0F79-9C89-4C5D-83A4-B31B17A598B5}"/>
                    </a:ext>
                  </a:extLst>
                </p14:cNvPr>
                <p14:cNvContentPartPr/>
                <p14:nvPr/>
              </p14:nvContentPartPr>
              <p14:xfrm>
                <a:off x="1776968" y="3305603"/>
                <a:ext cx="2432880" cy="20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FB0F79-9C89-4C5D-83A4-B31B17A598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67968" y="3296603"/>
                  <a:ext cx="2450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C46B3C-9305-4A32-A46E-7EE0112B711B}"/>
                    </a:ext>
                  </a:extLst>
                </p14:cNvPr>
                <p14:cNvContentPartPr/>
                <p14:nvPr/>
              </p14:nvContentPartPr>
              <p14:xfrm>
                <a:off x="2732048" y="3526643"/>
                <a:ext cx="138240" cy="185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C46B3C-9305-4A32-A46E-7EE0112B71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23048" y="3517643"/>
                  <a:ext cx="155880" cy="203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BECB7CD-2D34-49E0-A18E-D7E8747C8EDB}"/>
              </a:ext>
            </a:extLst>
          </p:cNvPr>
          <p:cNvSpPr txBox="1"/>
          <p:nvPr/>
        </p:nvSpPr>
        <p:spPr>
          <a:xfrm>
            <a:off x="1376624" y="3834483"/>
            <a:ext cx="3195376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Does not vary for sequences of the same length…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CF6010-7361-49DB-B5A5-20C50F22D62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97533" y="2052983"/>
            <a:ext cx="3779047" cy="66285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6FC9F5-C537-4818-9A36-76C3835B212F}"/>
              </a:ext>
            </a:extLst>
          </p:cNvPr>
          <p:cNvSpPr/>
          <p:nvPr/>
        </p:nvSpPr>
        <p:spPr>
          <a:xfrm>
            <a:off x="5466057" y="2938747"/>
            <a:ext cx="2286888" cy="733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29AA29-7E8F-4E0E-8398-7936E6B827E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97533" y="1199876"/>
            <a:ext cx="3719619" cy="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8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0874"/>
          </a:xfrm>
        </p:spPr>
        <p:txBody>
          <a:bodyPr/>
          <a:lstStyle/>
          <a:p>
            <a:r>
              <a:rPr lang="en-US" dirty="0"/>
              <a:t>Zenith ESP “Experiment”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D950E-E7C5-42BB-8B06-CF6B3D37C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499" y="994788"/>
            <a:ext cx="8732017" cy="4642338"/>
          </a:xfrm>
        </p:spPr>
        <p:txBody>
          <a:bodyPr/>
          <a:lstStyle/>
          <a:p>
            <a:r>
              <a:rPr lang="en-US" dirty="0"/>
              <a:t>In 1937, Zenith Corp. broadcasted psychics who transmitted (silently) a sequence of coinflips to listeners. </a:t>
            </a:r>
          </a:p>
          <a:p>
            <a:r>
              <a:rPr lang="en-US" dirty="0"/>
              <a:t>Listeners sent in what they got from the psychics.</a:t>
            </a:r>
          </a:p>
          <a:p>
            <a:r>
              <a:rPr lang="en-US" dirty="0"/>
              <a:t>Regularities, but unrelated to the psychics…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3F608-BF1F-4082-8FDF-A168CB34B25F}"/>
              </a:ext>
            </a:extLst>
          </p:cNvPr>
          <p:cNvSpPr txBox="1"/>
          <p:nvPr/>
        </p:nvSpPr>
        <p:spPr>
          <a:xfrm>
            <a:off x="6400798" y="6511332"/>
            <a:ext cx="270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Goodfellow (1938)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9BC5F4-66A9-4CE7-AD0A-890FAE768F88}"/>
              </a:ext>
            </a:extLst>
          </p:cNvPr>
          <p:cNvGrpSpPr/>
          <p:nvPr/>
        </p:nvGrpSpPr>
        <p:grpSpPr>
          <a:xfrm>
            <a:off x="1763486" y="4040794"/>
            <a:ext cx="5617028" cy="2470538"/>
            <a:chOff x="-100484" y="3542731"/>
            <a:chExt cx="9144000" cy="38686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1E0361-F32B-405B-B81B-828D87E6A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0484" y="3542731"/>
              <a:ext cx="9144000" cy="319299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63D5F8-27B3-4EE0-959E-4EBA3C023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0484" y="6735727"/>
              <a:ext cx="9144000" cy="6756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124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0874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the Zenith ESP “Experiment”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7BC76-E92D-4AE0-B3E2-03B3601F553D}"/>
              </a:ext>
            </a:extLst>
          </p:cNvPr>
          <p:cNvSpPr txBox="1"/>
          <p:nvPr/>
        </p:nvSpPr>
        <p:spPr>
          <a:xfrm>
            <a:off x="268224" y="3429000"/>
            <a:ext cx="8418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Sequentially generated, so Griffiths and Tenenbaum (2000) assume people select H vs. T as the </a:t>
            </a:r>
            <a:r>
              <a:rPr lang="en-US" sz="2000" i="1" dirty="0"/>
              <a:t>k</a:t>
            </a:r>
            <a:r>
              <a:rPr lang="en-US" sz="2000" dirty="0"/>
              <a:t>-</a:t>
            </a:r>
            <a:r>
              <a:rPr lang="en-US" sz="2000" dirty="0" err="1"/>
              <a:t>th</a:t>
            </a:r>
            <a:r>
              <a:rPr lang="en-US" sz="2000" dirty="0"/>
              <a:t> response based on how much more “random” they were when compared to all shorter subsequences.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7BB933-08C6-4370-9302-7D5B249420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9756" y="4444663"/>
            <a:ext cx="6448247" cy="8582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5CB313-1054-412A-8880-E2BBD6F82A01}"/>
              </a:ext>
            </a:extLst>
          </p:cNvPr>
          <p:cNvSpPr txBox="1"/>
          <p:nvPr/>
        </p:nvSpPr>
        <p:spPr>
          <a:xfrm>
            <a:off x="268224" y="5279240"/>
            <a:ext cx="841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Response then was mapped through a logistic function to allow for some uniformity over sequences in model behavior.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8D5ED5-BB06-4FBF-BEDE-64FDB263C7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07422" y="6091501"/>
            <a:ext cx="2732913" cy="53347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08DB826-3C6E-4665-8730-3C688B9479E4}"/>
              </a:ext>
            </a:extLst>
          </p:cNvPr>
          <p:cNvGrpSpPr/>
          <p:nvPr/>
        </p:nvGrpSpPr>
        <p:grpSpPr>
          <a:xfrm>
            <a:off x="1763299" y="870874"/>
            <a:ext cx="5617028" cy="2376435"/>
            <a:chOff x="-100484" y="3542731"/>
            <a:chExt cx="9144000" cy="386861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E9751D9-9796-474A-BDA5-DE549968D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00484" y="3542731"/>
              <a:ext cx="9144000" cy="319299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7C1C122-D7B3-4E3F-A5F2-215E62F4A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00484" y="6735727"/>
              <a:ext cx="9144000" cy="6756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709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0874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the Zenith ESP “Experiment”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364090-A997-4570-8557-0E5151AB1C7C}"/>
              </a:ext>
            </a:extLst>
          </p:cNvPr>
          <p:cNvGrpSpPr/>
          <p:nvPr/>
        </p:nvGrpSpPr>
        <p:grpSpPr>
          <a:xfrm>
            <a:off x="1763299" y="870874"/>
            <a:ext cx="5617028" cy="2376435"/>
            <a:chOff x="-100484" y="3542731"/>
            <a:chExt cx="9144000" cy="386861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FF49EA-8A48-44E7-9DB7-8883FC411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0484" y="3542731"/>
              <a:ext cx="9144000" cy="319299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577CAA-B602-4D6C-9933-380136A56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0484" y="6735727"/>
              <a:ext cx="9144000" cy="67562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07EBDE-F9C2-42C1-ACA3-56C857E6D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299" y="3429000"/>
            <a:ext cx="5616841" cy="23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877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0874"/>
          </a:xfrm>
        </p:spPr>
        <p:txBody>
          <a:bodyPr>
            <a:normAutofit/>
          </a:bodyPr>
          <a:lstStyle/>
          <a:p>
            <a:r>
              <a:rPr lang="en-US" dirty="0"/>
              <a:t>Generate digit 0 to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27EF3-AACB-43D4-A032-D7488160CD49}"/>
              </a:ext>
            </a:extLst>
          </p:cNvPr>
          <p:cNvSpPr txBox="1"/>
          <p:nvPr/>
        </p:nvSpPr>
        <p:spPr>
          <a:xfrm>
            <a:off x="457200" y="870874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 likelihood is uniform over 0 to 9. </a:t>
            </a:r>
          </a:p>
          <a:p>
            <a:endParaRPr lang="en-US" sz="2400" dirty="0"/>
          </a:p>
          <a:p>
            <a:r>
              <a:rPr lang="en-US" sz="2400" dirty="0"/>
              <a:t>Model is very similar, except now we use number properties of digits from 0 to 9 as our hypothesis space (e.g., multiples of 2, multiples of 3) and then a digit is generated uniformly at random from the digits consistent with the sampled number property.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B45471-DED4-4D37-9F7F-BB3B548BA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49" y="3286562"/>
            <a:ext cx="4194119" cy="34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5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870874"/>
          </a:xfrm>
        </p:spPr>
        <p:txBody>
          <a:bodyPr>
            <a:normAutofit fontScale="90000"/>
          </a:bodyPr>
          <a:lstStyle/>
          <a:p>
            <a:r>
              <a:rPr lang="en-US"/>
              <a:t>Coincidences, Randomness, </a:t>
            </a:r>
            <a:br>
              <a:rPr lang="en-US"/>
            </a:br>
            <a:r>
              <a:rPr lang="en-US"/>
              <a:t>and the Birthday Paradox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27EF3-AACB-43D4-A032-D7488160CD49}"/>
              </a:ext>
            </a:extLst>
          </p:cNvPr>
          <p:cNvSpPr txBox="1"/>
          <p:nvPr/>
        </p:nvSpPr>
        <p:spPr>
          <a:xfrm>
            <a:off x="195072" y="1288450"/>
            <a:ext cx="84917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big of a coincidence is it that four people have their birthdays on Oct 4, Oct 4, Oct 4, Oct 4 vs. May 14, Jul 18, Aug 21, and Oct 4?</a:t>
            </a:r>
          </a:p>
          <a:p>
            <a:endParaRPr lang="en-US" sz="1200" dirty="0"/>
          </a:p>
          <a:p>
            <a:r>
              <a:rPr lang="en-US" sz="2400" dirty="0"/>
              <a:t>Basically the same model, except now, regularities are related to patterns in months/dates.</a:t>
            </a:r>
          </a:p>
          <a:p>
            <a:endParaRPr lang="en-US" sz="1200" dirty="0"/>
          </a:p>
          <a:p>
            <a:r>
              <a:rPr lang="en-US" sz="2400" dirty="0"/>
              <a:t>Participants asked how big a coincidence and how random?</a:t>
            </a:r>
          </a:p>
        </p:txBody>
      </p:sp>
    </p:spTree>
    <p:extLst>
      <p:ext uri="{BB962C8B-B14F-4D97-AF65-F5344CB8AC3E}">
        <p14:creationId xmlns:p14="http://schemas.microsoft.com/office/powerpoint/2010/main" val="39461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E15-94C5-49E9-A760-9E4286D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870874"/>
          </a:xfrm>
        </p:spPr>
        <p:txBody>
          <a:bodyPr>
            <a:normAutofit fontScale="90000"/>
          </a:bodyPr>
          <a:lstStyle/>
          <a:p>
            <a:r>
              <a:rPr lang="en-US"/>
              <a:t>Coincidences, Randomness, </a:t>
            </a:r>
            <a:br>
              <a:rPr lang="en-US"/>
            </a:br>
            <a:r>
              <a:rPr lang="en-US"/>
              <a:t>and the Birthday Paradox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24A43-C4A3-4524-A736-CB37C5F4D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03" y="1455064"/>
            <a:ext cx="6639194" cy="50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347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C21C-FF4D-AF44-A364-70B2F656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03"/>
            <a:ext cx="8229600" cy="895794"/>
          </a:xfrm>
        </p:spPr>
        <p:txBody>
          <a:bodyPr/>
          <a:lstStyle/>
          <a:p>
            <a:r>
              <a:rPr lang="en-US" altLang="zh-CN" dirty="0"/>
              <a:t>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05F2-E1BA-9843-A0A4-389811189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76" y="1072896"/>
            <a:ext cx="8345424" cy="5609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People’s randomness judgments seem at odds with probability theory.</a:t>
            </a:r>
          </a:p>
          <a:p>
            <a:pPr marL="0" indent="0">
              <a:buNone/>
            </a:pPr>
            <a:r>
              <a:rPr lang="en-US" dirty="0"/>
              <a:t>	But there is systematicity to it…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we reformulate the computational problem as randomness AS OPPOSED TO regular, we can capture human judgments.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generalizes beyond just randomness, but also to coincidences.</a:t>
            </a:r>
          </a:p>
        </p:txBody>
      </p:sp>
    </p:spTree>
    <p:extLst>
      <p:ext uri="{BB962C8B-B14F-4D97-AF65-F5344CB8AC3E}">
        <p14:creationId xmlns:p14="http://schemas.microsoft.com/office/powerpoint/2010/main" val="47554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8F2B-B466-8447-9938-023795081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0971"/>
          </a:xfrm>
        </p:spPr>
        <p:txBody>
          <a:bodyPr/>
          <a:lstStyle/>
          <a:p>
            <a:r>
              <a:rPr lang="en-US" altLang="zh-CN" dirty="0"/>
              <a:t>Discussion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E52B-68A2-F846-B352-F50E8DF4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749" y="1095270"/>
            <a:ext cx="8832501" cy="5488092"/>
          </a:xfrm>
        </p:spPr>
        <p:txBody>
          <a:bodyPr>
            <a:normAutofit/>
          </a:bodyPr>
          <a:lstStyle/>
          <a:p>
            <a:r>
              <a:rPr lang="en-US" altLang="zh-CN" dirty="0"/>
              <a:t>What is the correct normative problem?</a:t>
            </a:r>
          </a:p>
          <a:p>
            <a:r>
              <a:rPr lang="en-US" altLang="zh-CN" dirty="0"/>
              <a:t>Does modeling randomness judgments even matter? (is this just some weird phenomenon?)</a:t>
            </a:r>
          </a:p>
          <a:p>
            <a:r>
              <a:rPr lang="en-US" altLang="zh-CN" dirty="0"/>
              <a:t>Does this generalize to (any) real-world domains?</a:t>
            </a:r>
          </a:p>
          <a:p>
            <a:r>
              <a:rPr lang="en-US" altLang="zh-CN" dirty="0"/>
              <a:t>What is the set of regularities? How do we learn them for a new domain?</a:t>
            </a:r>
          </a:p>
          <a:p>
            <a:r>
              <a:rPr lang="en-US" altLang="zh-CN" dirty="0"/>
              <a:t>Are randomness judgments an inevitable  consequence of an ideal observer </a:t>
            </a:r>
            <a:r>
              <a:rPr lang="en-US" altLang="zh-CN" i="1" dirty="0"/>
              <a:t>looking for </a:t>
            </a:r>
            <a:r>
              <a:rPr lang="en-US" altLang="zh-CN" dirty="0"/>
              <a:t>patterns in a noisy world? Or is it </a:t>
            </a:r>
            <a:r>
              <a:rPr lang="en-US" altLang="zh-CN"/>
              <a:t>just irrational?</a:t>
            </a:r>
            <a:endParaRPr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3566206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.0226"/>
  <p:tag name="ORIGINALWIDTH" val="1099.653"/>
  <p:tag name="LATEXADDIN" val="\documentclass{article}&#10;\usepackage{amsmath,amsfonts}&#10;\pagestyle{empty}&#10;\begin{document}&#10;&#10;$X_n \overset{iid}{\sim} \textrm{Bernoulli}(0.5) $&#10;&#10;&#10;\end{document}"/>
  <p:tag name="IGUANATEXSIZE" val="28"/>
  <p:tag name="IGUANATEXCURSOR" val="13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.0226"/>
  <p:tag name="ORIGINALWIDTH" val="1099.653"/>
  <p:tag name="LATEXADDIN" val="\documentclass{article}&#10;\usepackage{amsmath,amsfonts}&#10;\pagestyle{empty}&#10;\begin{document}&#10;&#10;$X_n \overset{iid}{\sim} \textrm{Bernoulli}(0.5) $&#10;&#10;&#10;\end{document}"/>
  <p:tag name="IGUANATEXSIZE" val="28"/>
  <p:tag name="IGUANATEXCURSOR" val="13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7.7916"/>
  <p:tag name="ORIGINALWIDTH" val="1828.005"/>
  <p:tag name="LATEXADDIN" val="\documentclass{article}&#10;\usepackage{amsmath,amsfonts}&#10;\pagestyle{empty}&#10;\begin{document}&#10;&#10;\begin{equation*}&#10;P(X_n) = \left\{ \begin{array}{ll} H/1 &amp; \textrm{w. p. \ } 0.5 \\ T/0/-1 &amp; \textrm{o. w.} \end{array} \right.&#10;\end{equation*}&#10;&#10;&#10;\end{document}"/>
  <p:tag name="IGUANATEXSIZE" val="20"/>
  <p:tag name="IGUANATEXCURSOR" val="14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911"/>
  <p:tag name="ORIGINALWIDTH" val="4605.643"/>
  <p:tag name="LATEXADDIN" val="\documentclass{article}&#10;\usepackage{amsmath,amsfonts}&#10;\pagestyle{empty}&#10;\begin{document}&#10;&#10;\begin{equation*}&#10;E[X_n] = \sum_{a \in \{1,0\}}{a P(X_n=a)} = 1 \times P(X_n=1) + 0 \times P(X_n = 0) = 1 \times 1/2 + 0 \times 1/2 = 1/2&#10;\end{equation*}&#10;\end{document}"/>
  <p:tag name="IGUANATEXSIZE" val="20"/>
  <p:tag name="IGUANATEXCURSOR" val="22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517.351"/>
  <p:tag name="LATEXADDIN" val="\documentclass{article}&#10;\usepackage{amsmath,amsfonts}&#10;\pagestyle{empty}&#10;\begin{document}&#10;&#10;\begin{equation*}&#10;E[X_1 + X_2] = E[X_1] + E[X_2] = 1/2+1/2 = 1&#10;\end{equation*}&#10;&#10;&#10;\end{document}"/>
  <p:tag name="IGUANATEXSIZE" val="20"/>
  <p:tag name="IGUANATEXCURSOR" val="15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2.0519"/>
  <p:tag name="ORIGINALWIDTH" val="1442.451"/>
  <p:tag name="LATEXADDIN" val="\documentclass{article}&#10;\usepackage{amsmath,amsfonts}&#10;\pagestyle{empty}&#10;\begin{document}&#10;&#10;\begin{equation*}&#10;E \left[ \sum_{n=1}^N \right] = N E[X_1] = N/2&#10;\end{equation*}&#10;&#10;&#10;\end{document}"/>
  <p:tag name="IGUANATEXSIZE" val="20"/>
  <p:tag name="IGUANATEXCURSOR" val="15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444.062"/>
  <p:tag name="LATEXADDIN" val="\documentclass{article}&#10;\usepackage{amsmath,amsfonts}&#10;\pagestyle{empty}&#10;\begin{document}&#10;&#10;$\theta \in [0,1]$&#10;&#10;&#10;\end{document}"/>
  <p:tag name="IGUANATEXSIZE" val="20"/>
  <p:tag name="IGUANATEXCURSOR" val="10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80.7752"/>
  <p:tag name="LATEXADDIN" val="\documentclass{article}&#10;\usepackage{amsmath,amsfonts}&#10;\pagestyle{empty}&#10;\begin{document}&#10;&#10;&#10;$I(\cdot)$&#10;&#10;\end{document}"/>
  <p:tag name="IGUANATEXSIZE" val="20"/>
  <p:tag name="IGUANATEXCURSOR" val="9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914.3776"/>
  <p:tag name="LATEXADDIN" val="\documentclass{article}&#10;\usepackage{amsmath,amsfonts}&#10;\pagestyle{empty}&#10;\begin{document}&#10;&#10;$I(10*5 &lt; 0) = 0$&#10;&#10;&#10;\end{document}"/>
  <p:tag name="IGUANATEXSIZE" val="20"/>
  <p:tag name="IGUANATEXCURSOR" val="10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141.438"/>
  <p:tag name="LATEXADDIN" val="\documentclass{article}&#10;\usepackage{amsmath,amsfonts}&#10;\pagestyle{empty}&#10;\begin{document}&#10;&#10;\begin{equation*}&#10;E \left[ I(X_n = 1) \right]= P(X_n=1) I(1=1) + P(X_n=0) I(0=1) &#10;\end{equation*}&#10;&#10;&#10;\end{document}"/>
  <p:tag name="IGUANATEXSIZE" val="20"/>
  <p:tag name="IGUANATEXCURSOR" val="17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726.741"/>
  <p:tag name="LATEXADDIN" val="\documentclass{article}&#10;\usepackage{amsmath,amsfonts}&#10;\pagestyle{empty}&#10;\begin{document}&#10;\begin{equation*}&#10;E \left[ I(X_n = 1) \right]= P(X_n = 1) = \theta&#10;\end{equation*}&#10;&#10;&#10;&#10;\end{document}"/>
  <p:tag name="IGUANATEXSIZE" val="20"/>
  <p:tag name="IGUANATEXCURSOR" val="13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382.443"/>
  <p:tag name="LATEXADDIN" val="\documentclass{article}&#10;\usepackage{amsmath,amsfonts}&#10;\pagestyle{empty}&#10;\begin{document}&#10;&#10;\begin{equation*}&#10;P(Y \in A) = E \left[ I(Y \in A) \right]&#10;\end{equation*}&#10;\end{document}"/>
  <p:tag name="IGUANATEXSIZE" val="20"/>
  <p:tag name="IGUANATEXCURSOR" val="16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80.165"/>
  <p:tag name="LATEXADDIN" val="\documentclass{article}&#10;\usepackage{amsmath}&#10;\pagestyle{empty}&#10;\begin{document}&#10;&#10;$I(\pi &gt; 3)=1$&#10;&#10;\end{document}"/>
  <p:tag name="IGUANATEXSIZE" val="20"/>
  <p:tag name="IGUANATEXCURSOR" val="9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757.6058"/>
  <p:tag name="LATEXADDIN" val="\documentclass{article}&#10;\usepackage{amsmath,amsfonts}&#10;\pagestyle{empty}&#10;\begin{document}&#10;&#10;&#10;$P(X=a) &gt; 0$&#10;&#10;\end{document}"/>
  <p:tag name="IGUANATEXSIZE" val="28"/>
  <p:tag name="IGUANATEXCURSOR" val="10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11.5295"/>
  <p:tag name="LATEXADDIN" val="\documentclass{article}&#10;\usepackage{amsmath,amsfonts}&#10;\pagestyle{empty}&#10;\begin{document}&#10;&#10;$P(\cdot)$&#10;&#10;&#10;\end{document}"/>
  <p:tag name="IGUANATEXSIZE" val="20"/>
  <p:tag name="IGUANATEXCURSOR" val="10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684.0955"/>
  <p:tag name="LATEXADDIN" val="\documentclass{article}&#10;\usepackage{amsmath,amsfonts}&#10;\pagestyle{empty}&#10;\begin{document}&#10;&#10;$p(y = a) \geq 0$&#10;&#10;&#10;\end{document}"/>
  <p:tag name="IGUANATEXSIZE" val="20"/>
  <p:tag name="IGUANATEXCURSOR" val="9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702"/>
  <p:tag name="ORIGINALWIDTH" val="1445.452"/>
  <p:tag name="LATEXADDIN" val="\documentclass{article}&#10;\usepackage{amsmath,amsfonts}&#10;\pagestyle{empty}&#10;\begin{document}&#10;&#10;$P(Y \in A) = \int_A{p(y=a)da }$&#10;&#10;&#10;\end{document}"/>
  <p:tag name="IGUANATEXSIZE" val="28"/>
  <p:tag name="IGUANATEXCURSOR" val="11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97.3754"/>
  <p:tag name="LATEXADDIN" val="\documentclass{article}&#10;\usepackage{amsmath}&#10;\pagestyle{empty}&#10;\begin{document}&#10;&#10;$\forall a^*, P(Y=a)=0 $&#10;&#10;\end{document}"/>
  <p:tag name="IGUANATEXSIZE" val="20"/>
  <p:tag name="IGUANATEXCURSOR" val="9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757.6058"/>
  <p:tag name="LATEXADDIN" val="\documentclass{article}&#10;\usepackage{amsmath,amsfonts}&#10;\pagestyle{empty}&#10;\begin{document}&#10;&#10;&#10;$P(X=a) &gt; 0$&#10;&#10;\end{document}"/>
  <p:tag name="IGUANATEXSIZE" val="28"/>
  <p:tag name="IGUANATEXCURSOR" val="10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939.8812"/>
  <p:tag name="LATEXADDIN" val="\documentclass{article}&#10;\usepackage{amsmath,amsfonts}&#10;\pagestyle{empty}&#10;\begin{document}&#10;&#10;$\forall a, P(Y=a) = 0$&#10;&#10;&#10;\end{document}"/>
  <p:tag name="IGUANATEXSIZE" val="20"/>
  <p:tag name="IGUANATEXCURSOR" val="11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11.5295"/>
  <p:tag name="LATEXADDIN" val="\documentclass{article}&#10;\usepackage{amsmath,amsfonts}&#10;\pagestyle{empty}&#10;\begin{document}&#10;&#10;$P(\cdot)$&#10;&#10;&#10;\end{document}"/>
  <p:tag name="IGUANATEXSIZE" val="20"/>
  <p:tag name="IGUANATEXCURSOR" val="10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684.0955"/>
  <p:tag name="LATEXADDIN" val="\documentclass{article}&#10;\usepackage{amsmath,amsfonts}&#10;\pagestyle{empty}&#10;\begin{document}&#10;&#10;$p(y = a) \geq 0$&#10;&#10;&#10;\end{document}"/>
  <p:tag name="IGUANATEXSIZE" val="20"/>
  <p:tag name="IGUANATEXCURSOR" val="9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1.0406"/>
  <p:tag name="ORIGINALWIDTH" val="1046.396"/>
  <p:tag name="LATEXADDIN" val="\documentclass{article}&#10;\usepackage{amsmath,amsfonts}&#10;\pagestyle{empty}&#10;\begin{document}&#10;&#10;&#10;\begin{equation*}&#10;F(y) = \int_{-\infty}^{y}{p(a)da}&#10;\end{equation*}&#10;&#10;\end{document}"/>
  <p:tag name="IGUANATEXSIZE" val="20"/>
  <p:tag name="IGUANATEXCURSOR" val="13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498.709"/>
  <p:tag name="LATEXADDIN" val="\documentclass{article}&#10;\usepackage{amsmath,amsfonts}&#10;\pagestyle{empty}&#10;\begin{document}&#10;&#10;&#10;\begin{equation*}&#10;P( Y \in [a,b]) = F(b)-F(a)&#10;\end{equation*}&#10;&#10;\end{document}"/>
  <p:tag name="IGUANATEXSIZE" val="20"/>
  <p:tag name="IGUANATEXCURSOR" val="135"/>
  <p:tag name="TRANSPARENCY" val="True"/>
  <p:tag name="FILENAME" val=""/>
  <p:tag name="LATEXENGINEID" val="1"/>
  <p:tag name="TEMPFOLDER" val="c:\temp\"/>
  <p:tag name="LATEXFORMHEIGHT" val="327.75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670.791"/>
  <p:tag name="LATEXADDIN" val="\documentclass{article}&#10;\usepackage{amsmath}&#10;\pagestyle{empty}&#10;\begin{document}&#10;&#10;&#10;\begin{equation*}&#10;P( Y \in \Omega) = \int_\Omega{p(y=a)da }=1&#10;\end{equation*}&#10;&#10;&#10;\end{document}"/>
  <p:tag name="IGUANATEXSIZE" val="20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71"/>
  <p:tag name="ORIGINALWIDTH" val="1476.956"/>
  <p:tag name="LATEXADDIN" val="\documentclass{article}&#10;\usepackage{amsmath,amsfonts}&#10;\pagestyle{empty}&#10;\begin{document}&#10;&#10;$p(Y = y) = \frac{1}{b-a} I(y \in [a,b])$&#10;&#10;&#10;\end{document}"/>
  <p:tag name="IGUANATEXSIZE" val="20"/>
  <p:tag name="IGUANATEXCURSOR" val="11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062.148"/>
  <p:tag name="LATEXADDIN" val="\documentclass{article}&#10;\usepackage{amsmath,amsfonts}&#10;\pagestyle{empty}&#10;\begin{document}&#10;&#10;&#10;\begin{equation*}&#10;Y \sim {\rm Uniform}\left( [a,b] \right)&#10;\end{equation*}&#10;&#10;\end{document}"/>
  <p:tag name="IGUANATEXSIZE" val="20"/>
  <p:tag name="IGUANATEXCURSOR" val="14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164.162"/>
  <p:tag name="LATEXADDIN" val="\documentclass{article}&#10;\usepackage{amsmath,amsfonts}&#10;\pagestyle{empty}&#10;\begin{document}&#10;&#10;&#10;\begin{equation*}&#10;Y \sim {\rm Uniform}\left( [0,0.5] \right)&#10;\end{equation*}&#10;&#10;\end{document}"/>
  <p:tag name="IGUANATEXSIZE" val="20"/>
  <p:tag name="IGUANATEXCURSOR" val="14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0356"/>
  <p:tag name="ORIGINALWIDTH" val="1442.451"/>
  <p:tag name="LATEXADDIN" val="\documentclass{article}&#10;\usepackage{amsmath,amsfonts}&#10;\pagestyle{empty}&#10;\begin{document}&#10;&#10;&#10;\begin{equation*}&#10;p(Y=0.25) = \frac{1}{0.5-0} = 2&#10;\end{equation*}&#10;&#10;\end{document}"/>
  <p:tag name="IGUANATEXSIZE" val="20"/>
  <p:tag name="IGUANATEXCURSOR" val="14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2.0435"/>
  <p:tag name="ORIGINALWIDTH" val="2284.819"/>
  <p:tag name="LATEXADDIN" val="\documentclass{article}&#10;\usepackage{amsmath,amsfonts}&#10;\pagestyle{empty}&#10;\begin{document}&#10;&#10;&#10;\begin{equation*}&#10;P(Y \in [0,0.1]) = \int_{0}^{0.1}{2 dy} = 2 \times 0.1 = 0.2&#10;\end{equation*}&#10;&#10;\end{document}"/>
  <p:tag name="IGUANATEXSIZE" val="28"/>
  <p:tag name="IGUANATEXCURSOR" val="16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0385"/>
  <p:tag name="ORIGINALWIDTH" val="990.8882"/>
  <p:tag name="LATEXADDIN" val="\documentclass{article}&#10;\usepackage{amsmath,amsfonts}&#10;\pagestyle{empty}&#10;\begin{document}&#10;&#10;&#10;\begin{equation*}&#10;E[Y] = \int{y p(y)dy}&#10;\end{equation*}&#10;&#10;\end{document}"/>
  <p:tag name="IGUANATEXSIZE" val="20"/>
  <p:tag name="IGUANATEXCURSOR" val="12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2.0435"/>
  <p:tag name="ORIGINALWIDTH" val="3291.459"/>
  <p:tag name="LATEXADDIN" val="\documentclass{article}&#10;\usepackage{amsmath,amsfonts}&#10;\pagestyle{empty}&#10;\begin{document}&#10;&#10;&#10;\begin{equation*}&#10;E[Y] = \int_0^{0.5}{yp(y)dy} = \int_0^{0.5}{2ydy} = \left. y^2 \right|_0^{0.5} = 0.5^2-0=0.25 &#10;\end{equation*}&#10;&#10;\end{document}"/>
  <p:tag name="IGUANATEXSIZE" val="20"/>
  <p:tag name="IGUANATEXCURSOR" val="18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1102.654"/>
  <p:tag name="LATEXADDIN" val="\documentclass{article}&#10;\usepackage{amsmath,amsfonts}&#10;\pagestyle{empty}&#10;\begin{document}&#10;&#10;&#10;\begin{equation*}&#10;Y \sim {\rm Gaussian}(\mu, \sigma^2)&#10;\end{equation*}&#10;&#10;\end{document}"/>
  <p:tag name="IGUANATEXSIZE" val="20"/>
  <p:tag name="IGUANATEXCURSOR" val="14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7.7916"/>
  <p:tag name="ORIGINALWIDTH" val="2227.811"/>
  <p:tag name="LATEXADDIN" val="\documentclass{article}&#10;\usepackage{amsmath,amsfonts}&#10;\pagestyle{empty}&#10;\begin{document}&#10;&#10;&#10;\begin{equation*}&#10;p(y| \mu, \sigma^2) = \frac{1}{\sigma \sqrt{2\pi}} \exp \left\{- \frac{1}{2\sigma^2} \left(y- \mu \right)^2 \right \}&#10;\end{equation*}&#10;&#10;\end{document}"/>
  <p:tag name="IGUANATEXSIZE" val="20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5425"/>
  <p:tag name="ORIGINALWIDTH" val="2040.285"/>
  <p:tag name="LATEXADDIN" val="\documentclass{article}&#10;\usepackage{amsmath,amsfonts}&#10;\pagestyle{empty}&#10;\begin{document}&#10;&#10;&#10;\begin{equation*}&#10;p(y| \mu, \tau) = \sqrt{\frac{\tau}{2\pi}} \exp  \left\{ - \frac{\tau^2}{2}\left(y-\mu \right)^2 \right\}&#10;\end{equation*}&#10;&#10;\end{document}"/>
  <p:tag name="IGUANATEXSIZE" val="20"/>
  <p:tag name="IGUANATEXCURSOR" val="16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687"/>
  <p:tag name="ORIGINALWIDTH" val="475.5664"/>
  <p:tag name="LATEXADDIN" val="\documentclass{article}&#10;\usepackage{amsmath,amsfonts}&#10;\pagestyle{empty}&#10;\begin{document}&#10;&#10;&#10;$\tau = 1/\sigma^2 $&#10;&#10;\end{document}"/>
  <p:tag name="IGUANATEXSIZE" val="20"/>
  <p:tag name="IGUANATEXCURSOR" val="10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6181"/>
  <p:tag name="ORIGINALWIDTH" val="77.26079"/>
  <p:tag name="LATEXADDIN" val="\documentclass{article}&#10;\usepackage{amsmath,amsfonts}&#10;\pagestyle{empty}&#10;\begin{document}&#10;&#10;$\Phi$&#10;&#10;\end{document}"/>
  <p:tag name="IGUANATEXSIZE" val="28"/>
  <p:tag name="IGUANATEXCURSOR" val="9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698"/>
  <p:tag name="ORIGINALWIDTH" val="1133.408"/>
  <p:tag name="LATEXADDIN" val="\documentclass{article}&#10;\usepackage{amsmath,amsfonts}&#10;\pagestyle{empty}&#10;\begin{document}&#10;&#10;&#10;\begin{equation*}&#10;\mu \sim {\rm Gaussian}(\mu_0, \sigma^2_0)&#10;\end{equation*}&#10;&#10;\end{document}"/>
  <p:tag name="IGUANATEXSIZE" val="20"/>
  <p:tag name="IGUANATEXCURSOR" val="15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2696"/>
  <p:tag name="ORIGINALWIDTH" val="1238.423"/>
  <p:tag name="LATEXADDIN" val="\documentclass{article}&#10;\usepackage{amsmath,amsfonts}&#10;\pagestyle{empty}&#10;\begin{document}&#10;&#10;&#10;\begin{equation*}&#10;Y | \mu \sim {\rm Gaussian}(\mu, \sigma_Y^2)&#10;\end{equation*}&#10;&#10;\end{document}"/>
  <p:tag name="IGUANATEXSIZE" val="20"/>
  <p:tag name="IGUANATEXCURSOR" val="15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1999.029"/>
  <p:tag name="LATEXADDIN" val="\documentclass{article}&#10;\usepackage{amsmath,amsfonts}&#10;\pagestyle{empty}&#10;\begin{document}&#10;&#10;&#10;\begin{equation*}&#10;p(\mu | Y) = \frac{p(Y | \mu) p(\mu)}{p(Y)} = k p(Y| \mu) p(\mu)&#10;\end{equation*}&#10;&#10;\end{document}"/>
  <p:tag name="IGUANATEXSIZE" val="20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215.059"/>
  <p:tag name="LATEXADDIN" val="\documentclass{article}&#10;\usepackage{amsmath,amsfonts}&#10;\pagestyle{empty}&#10;\begin{document}&#10;&#10;for some $k &gt; 0$ ($k$ does not depend on $\mu$)&#10;\end{document}"/>
  <p:tag name="IGUANATEXSIZE" val="20"/>
  <p:tag name="IGUANATEXCURSOR" val="135"/>
  <p:tag name="TRANSPARENCY" val="True"/>
  <p:tag name="FILENAME" val=""/>
  <p:tag name="LATEXENGINEID" val="1"/>
  <p:tag name="TEMPFOLDER" val="c:\temp\"/>
  <p:tag name="LATEXFORMHEIGHT" val="312"/>
  <p:tag name="LATEXFORMWIDTH" val="390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24149"/>
  <p:tag name="LATEXADDIN" val="\documentclass{article}&#10;\usepackage{amsmath}&#10;\pagestyle{empty}&#10;\begin{document}&#10;&#10;&#10;\begin{equation*}&#10;\mu&#10;\end{equation*}&#10;&#10;\end{document}"/>
  <p:tag name="IGUANATEXSIZE" val="20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1999.029"/>
  <p:tag name="LATEXADDIN" val="\documentclass{article}&#10;\usepackage{amsmath,amsfonts}&#10;\pagestyle{empty}&#10;\begin{document}&#10;&#10;&#10;\begin{equation*}&#10;p(\mu | Y) = \frac{p(Y | \mu) p(\mu)}{p(Y)} = k p(Y| \mu) p(\mu)&#10;\end{equation*}&#10;&#10;\end{document}"/>
  <p:tag name="IGUANATEXSIZE" val="20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215.059"/>
  <p:tag name="LATEXADDIN" val="\documentclass{article}&#10;\usepackage{amsmath,amsfonts}&#10;\pagestyle{empty}&#10;\begin{document}&#10;&#10;for some $k &gt; 0$ ($k$ does not depend on $\mu$)&#10;\end{document}"/>
  <p:tag name="IGUANATEXSIZE" val="20"/>
  <p:tag name="IGUANATEXCURSOR" val="135"/>
  <p:tag name="TRANSPARENCY" val="True"/>
  <p:tag name="FILENAME" val=""/>
  <p:tag name="LATEXENGINEID" val="1"/>
  <p:tag name="TEMPFOLDER" val="c:\temp\"/>
  <p:tag name="LATEXFORMHEIGHT" val="312"/>
  <p:tag name="LATEXFORMWIDTH" val="390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0193"/>
  <p:tag name="ORIGINALWIDTH" val="1755.245"/>
  <p:tag name="LATEXADDIN" val="\documentclass{article}&#10;\usepackage{amsmath,amsfonts}&#10;\pagestyle{empty}&#10;\begin{document}&#10;&#10;&#10;Remember $\int {kp(y|\mu)p(\mu)d\mu} = 1$.&#10;&#10;\end{document}"/>
  <p:tag name="IGUANATEXSIZE" val="20"/>
  <p:tag name="IGUANATEXCURSOR" val="12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2746"/>
  <p:tag name="ORIGINALWIDTH" val="2647.119"/>
  <p:tag name="LATEXADDIN" val="\documentclass{article}&#10;\usepackage{amsmath,amsfonts}&#10;\pagestyle{empty}&#10;\begin{document}&#10;&#10;&#10;So, $\int{k p(y|\mu)p(\mu)} = 1 \Rightarrow k = \left(\int{p(y|\mu) p(\mu)d\mu } \right)^{-1} $&#10;&#10;\end{document}"/>
  <p:tag name="IGUANATEXSIZE" val="20"/>
  <p:tag name="IGUANATEXCURSOR" val="16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360.8003"/>
  <p:tag name="LATEXADDIN" val="\documentclass{article}&#10;\usepackage{amsmath,amsfonts}&#10;\pagestyle{empty}&#10;\begin{document}&#10;&#10;$1/p(Y)$&#10;&#10;\end{document}"/>
  <p:tag name="IGUANATEXSIZE" val="20"/>
  <p:tag name="IGUANATEXCURSOR" val="9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24149"/>
  <p:tag name="LATEXADDIN" val="\documentclass{article}&#10;\usepackage{amsmath}&#10;\pagestyle{empty}&#10;\begin{document}&#10;&#10;&#10;\begin{equation*}&#10;\mu&#10;\end{equation*}&#10;&#10;\end{document}"/>
  <p:tag name="IGUANATEXSIZE" val="20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1999.029"/>
  <p:tag name="LATEXADDIN" val="\documentclass{article}&#10;\usepackage{amsmath,amsfonts}&#10;\pagestyle{empty}&#10;\begin{document}&#10;&#10;&#10;\begin{equation*}&#10;p(\mu | Y) = \frac{p(Y | \mu) p(\mu)}{p(Y)} = k p(Y| \mu) p(\mu)&#10;\end{equation*}&#10;&#10;\end{document}"/>
  <p:tag name="IGUANATEXSIZE" val="20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715.5999"/>
  <p:tag name="LATEXADDIN" val="\documentclass{article}&#10;\usepackage{amsmath,amsfonts}&#10;\pagestyle{empty}&#10;\begin{document}&#10;&#10;&#10;\begin{equation*}&#10;\propto p(Y|\mu)p(\mu)&#10;\end{equation*}&#10;&#10;\end{document}"/>
  <p:tag name="IGUANATEXSIZE" val="20"/>
  <p:tag name="IGUANATEXCURSOR" val="11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922"/>
  <p:tag name="ORIGINALWIDTH" val="3493.988"/>
  <p:tag name="LATEXADDIN" val="\documentclass{article}&#10;\usepackage{amsmath,amsfonts}&#10;\pagestyle{empty}&#10;\begin{document}&#10;&#10;&#10;\begin{equation*}&#10;= \frac{1}{\sigma_Y \sqrt{2\pi}} \exp \left\{- \frac{1}{2\sigma_Y^2} \left(Y - \mu \right)^2 \right\} \frac{1}{\sigma_0 \sqrt{2\pi}} \exp \left\{ -\frac{1}{2\sigma_0^2} \left(\mu - \mu_0 \right)^2 \right\} &#10;\end{equation*}&#10;\end{document}"/>
  <p:tag name="IGUANATEXSIZE" val="20"/>
  <p:tag name="IGUANATEXCURSOR" val="25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922"/>
  <p:tag name="ORIGINALWIDTH" val="2734.882"/>
  <p:tag name="LATEXADDIN" val="\documentclass{article}&#10;\usepackage{amsmath,amsfonts}&#10;\pagestyle{empty}&#10;\begin{document}&#10;&#10;&#10;\begin{equation*}&#10;= \frac{1}{2\pi \sigma_Y \sigma_0} \exp \left\{ - \frac{1}{2\sigma_Y^2} \left(Y-\mu \right)^2 - \frac{1}{2\sigma_0^2} \left(\mu-\mu_0 \right)^2 \right\}&#10;\end{equation*}&#10;&#10;\end{document}"/>
  <p:tag name="IGUANATEXSIZE" val="20"/>
  <p:tag name="IGUANATEXCURSOR" val="10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922"/>
  <p:tag name="ORIGINALWIDTH" val="3160.941"/>
  <p:tag name="LATEXADDIN" val="\documentclass{article}&#10;\usepackage{amsmath,amsfonts}&#10;\pagestyle{empty}&#10;\begin{document}&#10;&#10;&#10;\begin{equation*}&#10;\propto \exp \left\{ -\frac{1}{2\sigma_Y^2}\left(Y^2 - 2\mu Y + \mu^2 \right) -\frac{1}{2\sigma_0^2}\left(\mu^2-2\mu \mu_0 + \mu_0^2 \right) \right\}&#10;\end{equation*}&#10;&#10;\end{document}"/>
  <p:tag name="IGUANATEXSIZE" val="20"/>
  <p:tag name="IGUANATEXCURSOR" val="22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922"/>
  <p:tag name="ORIGINALWIDTH" val="2682.374"/>
  <p:tag name="LATEXADDIN" val="\documentclass{article}&#10;\usepackage{amsmath,amsfonts}&#10;\pagestyle{empty}&#10;\begin{document}&#10;&#10;&#10;\begin{equation*}&#10;\propto \exp \left\{ -\mu^2 \left( \frac{1}{2\sigma_Y^2} + \frac{1}{2\sigma_0^2} \right) + 2\mu \left( \frac{Y}{2\sigma_Y^2} + \frac{\mu_0}{2\sigma_0^2} \right) \right\}&#10;\end{equation*}&#10;&#10;\end{document}"/>
  <p:tag name="IGUANATEXSIZE" val="20"/>
  <p:tag name="IGUANATEXCURSOR" val="256"/>
  <p:tag name="TRANSPARENCY" val="True"/>
  <p:tag name="FILENAME" val=""/>
  <p:tag name="LATEXENGINEID" val="1"/>
  <p:tag name="TEMPFOLDER" val="c:\temp\"/>
  <p:tag name="LATEXFORMHEIGHT" val="332.25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917"/>
  <p:tag name="ORIGINALWIDTH" val="1231.672"/>
  <p:tag name="LATEXADDIN" val="\documentclass{article}&#10;\usepackage{amsmath,amsfonts}&#10;\pagestyle{empty}&#10;\begin{document}&#10;&#10;&#10;\begin{equation*}&#10;\exp \left\{ - \frac{1}{2\sigma_1^2} \left( \mu - \mu_1\right)^2 \right\}&#10;\end{equation*}&#10;&#10;\end{document}"/>
  <p:tag name="IGUANATEXSIZE" val="20"/>
  <p:tag name="IGUANATEXCURSOR" val="18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1999.029"/>
  <p:tag name="LATEXADDIN" val="\documentclass{article}&#10;\usepackage{amsmath,amsfonts}&#10;\pagestyle{empty}&#10;\begin{document}&#10;&#10;&#10;\begin{equation*}&#10;p(\mu | Y) = \frac{p(Y | \mu) p(\mu)}{p(Y)} = k p(Y| \mu) p(\mu)&#10;\end{equation*}&#10;&#10;\end{document}"/>
  <p:tag name="IGUANATEXSIZE" val="20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715.5999"/>
  <p:tag name="LATEXADDIN" val="\documentclass{article}&#10;\usepackage{amsmath,amsfonts}&#10;\pagestyle{empty}&#10;\begin{document}&#10;&#10;&#10;\begin{equation*}&#10;\propto p(Y|\mu)p(\mu)&#10;\end{equation*}&#10;&#10;\end{document}"/>
  <p:tag name="IGUANATEXSIZE" val="20"/>
  <p:tag name="IGUANATEXCURSOR" val="11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.2922"/>
  <p:tag name="ORIGINALWIDTH" val="2682.374"/>
  <p:tag name="LATEXADDIN" val="\documentclass{article}&#10;\usepackage{amsmath,amsfonts}&#10;\pagestyle{empty}&#10;\begin{document}&#10;&#10;&#10;\begin{equation*}&#10;\propto \exp \left\{ -\mu^2 \left( \frac{1}{2\sigma_Y^2} + \frac{1}{2\sigma_0^2} \right) + 2\mu \left( \frac{Y}{2\sigma_Y^2} + \frac{\mu_0}{2\sigma_0^2} \right) \right\}&#10;\end{equation*}&#10;&#10;\end{document}"/>
  <p:tag name="IGUANATEXSIZE" val="20"/>
  <p:tag name="IGUANATEXCURSOR" val="256"/>
  <p:tag name="TRANSPARENCY" val="True"/>
  <p:tag name="FILENAME" val=""/>
  <p:tag name="LATEXENGINEID" val="1"/>
  <p:tag name="TEMPFOLDER" val="c:\temp\"/>
  <p:tag name="LATEXFORMHEIGHT" val="332.25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917"/>
  <p:tag name="ORIGINALWIDTH" val="1231.672"/>
  <p:tag name="LATEXADDIN" val="\documentclass{article}&#10;\usepackage{amsmath,amsfonts}&#10;\pagestyle{empty}&#10;\begin{document}&#10;&#10;&#10;\begin{equation*}&#10;\exp \left\{ - \frac{1}{2\sigma_1^2} \left( \mu - \mu_1\right)^2 \right\}&#10;\end{equation*}&#10;&#10;\end{document}"/>
  <p:tag name="IGUANATEXSIZE" val="20"/>
  <p:tag name="IGUANATEXCURSOR" val="18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1072.366"/>
  <p:tag name="LATEXADDIN" val="\documentclass{article}&#10;\usepackage{amsmath}&#10;\pagestyle{empty}&#10;\begin{document}&#10;&#10;&#10;\begin{equation*}&#10;\sigma_1^2 = \left(\frac{1}{\sigma_x^2} + \frac{1}{\sigma_0^2} \right)^{-1}&#10;\end{equation*}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1856.018"/>
  <p:tag name="LATEXADDIN" val="\documentclass{article}&#10;\usepackage{amsmath}&#10;\pagestyle{empty}&#10;\begin{document}&#10;&#10;&#10;\begin{equation*}&#10;\mu_1 = \frac{1}{2} \left(\frac{1}{\sigma_x^2}+\frac{1}{\sigma_0^2} \right)^{-1} \left( \frac{x}{\sigma_x^2}+\frac{\mu_0}{\sigma_0^2} \right)&#10;\end{equation*}&#10;&#10;\end{document}"/>
  <p:tag name="IGUANATEXSIZE" val="20"/>
  <p:tag name="IGUANATEXCURSOR" val="2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1260.592"/>
  <p:tag name="LATEXADDIN" val="\documentclass{article}&#10;\usepackage{amsmath}&#10;\pagestyle{empty}&#10;\begin{document}&#10;&#10;&#10;\begin{equation*}&#10;-\frac{1}{2\sigma_1^2} \left(\mu^2-2\mu \mu_1 + \mu_1^2 \right)&#10;\end{equation*}&#10;&#10;\end{document}"/>
  <p:tag name="IGUANATEXSIZE" val="20"/>
  <p:tag name="IGUANATEXCURSOR" val="11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.7297"/>
  <p:tag name="ORIGINALWIDTH" val="1560.555"/>
  <p:tag name="LATEXADDIN" val="\documentclass{article}&#10;\usepackage{amsmath}&#10;\pagestyle{empty}&#10;\begin{document}&#10;&#10;&#10;\begin{equation*}&#10;X_1,\ldots, X_N | \theta \overset{iid}{\sim} {\rm Bernoulli}(\theta)&#10;\end{equation*}&#10;&#10;\end{document}"/>
  <p:tag name="IGUANATEXSIZE" val="20"/>
  <p:tag name="IGUANATEXCURSOR" val="16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631.4211"/>
  <p:tag name="LATEXADDIN" val="\documentclass{article}&#10;\usepackage{amsmath}&#10;\pagestyle{empty}&#10;\begin{document}&#10;&#10;&#10;\begin{equation*}&#10;Y = \sum_{n=1}^N{X_n}&#10;\end{equation*}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16.348"/>
  <p:tag name="LATEXADDIN" val="\documentclass{article}&#10;\usepackage{amsmath}&#10;\pagestyle{empty}&#10;\begin{document}&#10;&#10;&#10;\begin{equation*}&#10;\Rightarrow Y \sim {\rm Binomial}(N,\theta)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795.276"/>
  <p:tag name="LATEXADDIN" val="\documentclass{article}&#10;\usepackage{amsmath}&#10;\pagestyle{empty}&#10;\begin{document}&#10;&#10;&#10;\begin{equation*}&#10;P(Y = k| \theta) = \binom{N}{k} \theta^{k} (1-\theta)^{N-k}&#10;\end{equation*}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021.372"/>
  <p:tag name="LATEXADDIN" val="\documentclass{article}&#10;\usepackage{amsmath}&#10;\pagestyle{empty}&#10;\begin{document}&#10;&#10;&#10;\begin{equation*}&#10;\binom{N}{k} = \frac{N!}{k!(N-k)!}&#10;\end{equation*}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1595.051"/>
  <p:tag name="LATEXADDIN" val="\documentclass{article}&#10;\usepackage{amsmath}&#10;\pagestyle{empty}&#10;\begin{document}&#10;&#10;&#10;\begin{equation*}&#10;N! = 1 \times 2 \times \ldots \times N = \prod_{n=1}^N{n}&#10;\end{equation*}&#10;&#10;\end{document}"/>
  <p:tag name="IGUANATEXSIZE" val="20"/>
  <p:tag name="IGUANATEXCURSOR" val="15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.7297"/>
  <p:tag name="ORIGINALWIDTH" val="1560.555"/>
  <p:tag name="LATEXADDIN" val="\documentclass{article}&#10;\usepackage{amsmath}&#10;\pagestyle{empty}&#10;\begin{document}&#10;&#10;&#10;\begin{equation*}&#10;X_1,\ldots, X_N | \theta \overset{iid}{\sim} {\rm Bernoulli}(\theta)&#10;\end{equation*}&#10;&#10;\end{document}"/>
  <p:tag name="IGUANATEXSIZE" val="20"/>
  <p:tag name="IGUANATEXCURSOR" val="16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631.4211"/>
  <p:tag name="LATEXADDIN" val="\documentclass{article}&#10;\usepackage{amsmath}&#10;\pagestyle{empty}&#10;\begin{document}&#10;&#10;&#10;\begin{equation*}&#10;Y = \sum_{n=1}^N{X_n}&#10;\end{equation*}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16.348"/>
  <p:tag name="LATEXADDIN" val="\documentclass{article}&#10;\usepackage{amsmath}&#10;\pagestyle{empty}&#10;\begin{document}&#10;&#10;&#10;\begin{equation*}&#10;\Rightarrow Y \sim {\rm Binomial}(N,\theta)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795.276"/>
  <p:tag name="LATEXADDIN" val="\documentclass{article}&#10;\usepackage{amsmath}&#10;\pagestyle{empty}&#10;\begin{document}&#10;&#10;&#10;\begin{equation*}&#10;P(Y = k| \theta) = \binom{N}{k} \theta^{k} (1-\theta)^{N-k}&#10;\end{equation*}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&#10;\begin{equation*}&#10;\theta&#10;\end{equation*}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33.6333"/>
  <p:tag name="LATEXADDIN" val="\documentclass{article}&#10;\usepackage{amsmath}&#10;\pagestyle{empty}&#10;\begin{document}&#10;&#10;&#10;\begin{equation*}&#10;P(Y=k|\theta=0.9)&#10;\end{equation*}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33.6333"/>
  <p:tag name="LATEXADDIN" val="\documentclass{article}&#10;\usepackage{amsmath}&#10;\pagestyle{empty}&#10;\begin{document}&#10;&#10;&#10;\begin{equation*}&#10;P(Y=k|\theta=0.1)&#10;\end{equation*}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33.6333"/>
  <p:tag name="LATEXADDIN" val="\documentclass{article}&#10;\usepackage{amsmath}&#10;\pagestyle{empty}&#10;\begin{document}&#10;&#10;&#10;\begin{equation*}&#10;P(Y=k| \theta=0.5)&#10;\end{equation*}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36.408"/>
  <p:tag name="LATEXADDIN" val="\documentclass{article}&#10;\usepackage{amsmath}&#10;\pagestyle{empty}&#10;\begin{document}&#10;&#10;&#10;\begin{equation*}&#10;\theta \sim {\rm Beta}(a, b) &#10;\end{equation*}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56.355"/>
  <p:tag name="LATEXADDIN" val="\documentclass{article}&#10;\usepackage{amsmath}&#10;\pagestyle{empty}&#10;\begin{document}&#10;&#10;&#10;\begin{equation*}&#10;Y | \theta \sim {\rm Binomial}(N, \theta)&#10;\end{equation*}&#10;&#10;\end{document}"/>
  <p:tag name="IGUANATEXSIZE" val="20"/>
  <p:tag name="IGUANATEXCURSOR" val="1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55.493"/>
  <p:tag name="LATEXADDIN" val="\documentclass{article}&#10;\usepackage{amsmath}&#10;\pagestyle{empty}&#10;\begin{document}&#10;&#10;&#10;\begin{equation*}&#10;p(\theta | Y = N_H) \propto P(Y=N_H | \theta) p(\theta| a,b)&#10;\end{equation*}&#10;&#10;\end{document}"/>
  <p:tag name="IGUANATEXSIZE" val="20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3952.006"/>
  <p:tag name="LATEXADDIN" val="\documentclass{article}&#10;\usepackage{amsmath}&#10;\pagestyle{empty}&#10;\begin{document}&#10;&#10;&#10;\begin{equation*}&#10;p(\theta|Y=N_H) \propto \frac{N!}{N_H!(N-N_H)!} \theta^{N_H} (1-\theta)^{N-N_H} \frac{\Gamma(a+b)}{\Gamma(a)\Gamma(b)} \theta^{a-1}(1-\theta)^{b-1}&#10;\end{equation*}&#10;&#10;\end{document}"/>
  <p:tag name="IGUANATEXSIZE" val="20"/>
  <p:tag name="IGUANATEXCURSOR" val="2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4205.474"/>
  <p:tag name="LATEXADDIN" val="\documentclass{article}&#10;\usepackage{amsmath}&#10;\pagestyle{empty}&#10;\begin{document}&#10;&#10;&#10;\begin{equation*}&#10;p(\theta|Y=N_H) \propto \theta^{N_H}(1-\theta)^{N-N_H} \theta^{a-1} (1-\theta)^{b-1} = \theta^{N_H+a-1} (1-\theta)^{N-N_H+b-1}&#10;\end{equation*}&#10;&#10;\end{document}"/>
  <p:tag name="IGUANATEXSIZE" val="20"/>
  <p:tag name="IGUANATEXCURSOR" val="2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795.276"/>
  <p:tag name="LATEXADDIN" val="\documentclass{article}&#10;\usepackage{amsmath}&#10;\pagestyle{empty}&#10;\begin{document}&#10;&#10;&#10;\begin{equation*}&#10;P(Y = k| \theta) = \binom{N}{k} \theta^{k} (1-\theta)^{N-k}&#10;\end{equation*}&#10;&#10;\end{document}"/>
  <p:tag name="IGUANATEXSIZE" val="20"/>
  <p:tag name="IGUANATEXCURSOR" val="15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47.207"/>
  <p:tag name="LATEXADDIN" val="\documentclass{article}&#10;\usepackage{amsmath}&#10;\pagestyle{empty}&#10;\begin{document}&#10;&#10;&#10;\begin{equation*}&#10;\Rightarrow \theta | Y = N_H \sim {\rm Beta}( N_H + a, N-N_H+b)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1478.456"/>
  <p:tag name="LATEXADDIN" val="\documentclass{article}&#10;\usepackage{amsmath,amsfonts}&#10;\pagestyle{empty}&#10;\begin{document}&#10;&#10;&#10;\begin{equation*}&#10;{\rm random}(x) = \frac{P({\rm random} |x)}{P({\rm regular} |x)}&#10;\end{equation*}&#10;&#10;\end{document}"/>
  <p:tag name="IGUANATEXSIZE" val="32"/>
  <p:tag name="IGUANATEXCURSOR" val="17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5.558"/>
  <p:tag name="ORIGINALWIDTH" val="3547.995"/>
  <p:tag name="LATEXADDIN" val="\documentclass{article}&#10;\usepackage{amsmath,amsfonts}&#10;\pagestyle{empty}&#10;\begin{document}&#10;&#10;&#10;\begin{equation*}&#10;\frac{P({\rm random} |x)}{P({\rm regular} |x)} = \frac{\frac{P(x|{\rm random})P({\rm random})}{P(x)}}{\frac{P(x | {\rm regular}) P({\rm regular)}}{P(x)}} = \frac{P(x|{\rm random})}{P(x| {\rm regular})} \frac{P({\rm random})}{P({\rm regular})}&#10;\end{equation*}&#10;&#10;\end{document}"/>
  <p:tag name="IGUANATEXSIZE" val="20"/>
  <p:tag name="IGUANATEXCURSOR" val="25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0457"/>
  <p:tag name="ORIGINALWIDTH" val="1636.729"/>
  <p:tag name="LATEXADDIN" val="\documentclass{article}&#10;\usepackage{amsmath,amsfonts}&#10;\pagestyle{empty}&#10;\begin{document}&#10;&#10;&#10;\begin{equation*}&#10;P(x | {\rm random}) = \left(\frac{1}{2}\right)^N = 2^{-N}&#10;\end{equation*}&#10;&#10;\end{document}"/>
  <p:tag name="IGUANATEXSIZE" val="20"/>
  <p:tag name="IGUANATEXCURSOR" val="16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830.521"/>
  <p:tag name="LATEXADDIN" val="\documentclass{article}&#10;\usepackage{amsmath}&#10;\pagestyle{empty}&#10;\begin{document}&#10;&#10;&#10;\begin{equation*}&#10;{\rm random}(x) = \log \left( \frac{P(x|{\rm random})}{P(x|{\rm regular})} \right)&#10;\end{equation*}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5384"/>
  <p:tag name="ORIGINALWIDTH" val="3320.713"/>
  <p:tag name="LATEXADDIN" val="\documentclass{article}&#10;\usepackage{amsmath,amsfonts}&#10;\pagestyle{empty}&#10;\begin{document}&#10;&#10;&#10;\begin{equation*}&#10;P(x| {\rm regular}) = \sum_{h \in \mathcal{H}}{P(x,h | {\rm regular})} = \sum_{h \in \mathcal{H}} P(x|h) P(h|{\rm regular})&#10;\end{equation*}&#10;&#10;\end{document}"/>
  <p:tag name="IGUANATEXSIZE" val="20"/>
  <p:tag name="IGUANATEXCURSOR" val="191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505.5706"/>
  <p:tag name="LATEXADDIN" val="\documentclass{article}&#10;\usepackage{amsmath,amsfonts}&#10;\pagestyle{empty}&#10;\begin{document}&#10;&#10;&#10;\begin{equation*}&#10;\mathcal{H} =  [0,1]&#10;\end{equation*}&#10;&#10;\end{document}"/>
  <p:tag name="IGUANATEXSIZE" val="20"/>
  <p:tag name="IGUANATEXCURSOR" val="129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165.663"/>
  <p:tag name="LATEXADDIN" val="\documentclass{article}&#10;\usepackage{amsmath,amsfonts}&#10;\pagestyle{empty}&#10;\begin{document}&#10;&#10;&#10;\begin{equation*}&#10;h | {\rm regular} \sim {\rm Beta}(1,1)&#10;\end{equation*}&#10;&#10;\end{document}"/>
  <p:tag name="IGUANATEXSIZE" val="20"/>
  <p:tag name="IGUANATEXCURSOR" val="14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935"/>
  <p:tag name="ORIGINALWIDTH" val="2364.33"/>
  <p:tag name="LATEXADDIN" val="\documentclass{article}&#10;\usepackage{amsmath,amsfonts}&#10;\pagestyle{empty}&#10;\begin{document}&#10;&#10;&#10;\begin{equation*}&#10;P(H | {\rm regular}) = \int_0^1 {\theta^H (1-\theta)^{N-H} \times 1 \times d\theta}&#10;\end{equation*}&#10;&#10;\end{document}"/>
  <p:tag name="IGUANATEXSIZE" val="20"/>
  <p:tag name="IGUANATEXCURSOR" val="18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876.8724"/>
  <p:tag name="LATEXADDIN" val="\documentclass{article}&#10;\usepackage{amsmath,amsfonts}&#10;\pagestyle{empty}&#10;\begin{document}&#10;&#10;&#10;\begin{equation*}&#10;{\rm Beta}(H,N-H)&#10;\end{equation*}&#10;&#10;\end{document}"/>
  <p:tag name="IGUANATEXSIZE" val="20"/>
  <p:tag name="IGUANATEXCURSOR" val="12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041"/>
  <p:tag name="ORIGINALWIDTH" val="3184.194"/>
  <p:tag name="LATEXADDIN" val="\documentclass{article}&#10;\usepackage{amsmath,amsfonts}&#10;\pagestyle{empty}&#10;\begin{document}&#10;&#10;&#10;\begin{equation*}&#10;\Rightarrow P(H|{\rm regular}) =  \frac{\Gamma(H+1)\Gamma(N-H+1)}{\Gamma(N+2)} = \frac{H!(N-H)!}{(N+1)!}&#10;\end{equation*}&#10;&#10;\end{document}"/>
  <p:tag name="IGUANATEXSIZE" val="20"/>
  <p:tag name="IGUANATEXCURSOR" val="213"/>
  <p:tag name="TRANSPARENCY" val="True"/>
  <p:tag name="FILENAME" val=""/>
  <p:tag name="LATEXENGINEID" val="1"/>
  <p:tag name="TEMPFOLDER" val="c:\temp\"/>
  <p:tag name="LATEXFORMHEIGHT" val="329.25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4.7953"/>
  <p:tag name="ORIGINALWIDTH" val="4128.576"/>
  <p:tag name="LATEXADDIN" val="\documentclass{article}&#10;\usepackage{amsmath,amsfonts}&#10;\pagestyle{empty}&#10;\begin{document}&#10;&#10;&#10;\begin{equation*}&#10;P(H|{\rm regular}) = \frac{H!(N-H)!}{(N+1)!} = (N+1)^{-1} \frac{H!(N-H)!}{N!} = (N+1)^{-1} \binom{N}{H}^{-1}&#10;\end{equation*}&#10;&#10;\end{document}"/>
  <p:tag name="IGUANATEXSIZE" val="20"/>
  <p:tag name="IGUANATEXCURSOR" val="21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6268"/>
  <p:tag name="ORIGINALWIDTH" val="98.2637"/>
  <p:tag name="LATEXADDIN" val="\documentclass{article}&#10;\usepackage{amsmath,amsfonts}&#10;\pagestyle{empty}&#10;\begin{document}&#10;&#10;&#10;\begin{equation*}&#10;\mathcal{H}&#10;\end{equation*}&#10;&#10;\end{document}"/>
  <p:tag name="IGUANATEXSIZE" val="20"/>
  <p:tag name="IGUANATEXCURSOR" val="12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0457"/>
  <p:tag name="ORIGINALWIDTH" val="1636.729"/>
  <p:tag name="LATEXADDIN" val="\documentclass{article}&#10;\usepackage{amsmath,amsfonts}&#10;\pagestyle{empty}&#10;\begin{document}&#10;&#10;&#10;\begin{equation*}&#10;P(x | {\rm random}) = \left(\frac{1}{2}\right)^N = 2^{-N}&#10;\end{equation*}&#10;&#10;\end{document}"/>
  <p:tag name="IGUANATEXSIZE" val="20"/>
  <p:tag name="IGUANATEXCURSOR" val="16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7.7916"/>
  <p:tag name="ORIGINALWIDTH" val="3151.19"/>
  <p:tag name="LATEXADDIN" val="\documentclass{article}&#10;\usepackage{amsmath,amsfonts}&#10;\pagestyle{empty}&#10;\begin{document}&#10;&#10;&#10;\begin{equation*}&#10;{\rm random}(x) = \log 2^{-N} + \log(N+1) + \log  \binom{N}{H}  \propto \log \binom{N}{H}&#10;\end{equation*}&#10;&#10;\end{document}"/>
  <p:tag name="IGUANATEXSIZE" val="20"/>
  <p:tag name="IGUANATEXCURSOR" val="198"/>
  <p:tag name="TRANSPARENCY" val="True"/>
  <p:tag name="FILENAME" val=""/>
  <p:tag name="LATEXENGINEID" val="1"/>
  <p:tag name="TEMPFOLDER" val="c:\temp\"/>
  <p:tag name="LATEXFORMHEIGHT" val="315.75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2092"/>
  <p:tag name="ORIGINALWIDTH" val="1859.768"/>
  <p:tag name="LATEXADDIN" val="\documentclass{article}&#10;\usepackage{amsmath}&#10;\pagestyle{empty}&#10;\begin{document}&#10;&#10;&#10;&#10;\begin{equation*}&#10;P(H|{\rm regular}) =  (N+1)^{-1} \binom{N}{H}^{-1}&#10;\end{equation*}&#10;&#10;\end{document}"/>
  <p:tag name="IGUANATEXSIZE" val="20"/>
  <p:tag name="IGUANATEXCURSOR" val="16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830.521"/>
  <p:tag name="LATEXADDIN" val="\documentclass{article}&#10;\usepackage{amsmath}&#10;\pagestyle{empty}&#10;\begin{document}&#10;&#10;&#10;\begin{equation*}&#10;{\rm random}(x) = \log \left( \frac{P(x|{\rm random})}{P(x|{\rm regular})} \right)&#10;\end{equation*}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3.8008"/>
  <p:tag name="ORIGINALWIDTH" val="2733.381"/>
  <p:tag name="LATEXADDIN" val="\documentclass{article}&#10;\usepackage{amsmath,amsfonts}&#10;\pagestyle{empty}&#10;\begin{document}&#10;&#10;&#10;\begin{equation*}&#10;L_k= \sum_{i=1}^{k-1}{{\rm random}(H_i +1, T_i) - {\rm random}(H_i, T_i+1) }&#10;\end{equation*}&#10;&#10;\end{document}"/>
  <p:tag name="IGUANATEXSIZE" val="20"/>
  <p:tag name="IGUANATEXCURSOR" val="11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5366"/>
  <p:tag name="ORIGINALWIDTH" val="1344.938"/>
  <p:tag name="LATEXADDIN" val="\documentclass{article}&#10;\usepackage{amsmath,amsfonts}&#10;\pagestyle{empty}&#10;\begin{document}&#10;&#10;&#10;\begin{equation*}&#10;P(R_k = H) = \frac{1}{1+e^{-\lambda L_k}}&#10;\end{equation*}&#10;&#10;\end{document}"/>
  <p:tag name="IGUANATEXSIZE" val="20"/>
  <p:tag name="IGUANATEXCURSOR" val="14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5703</TotalTime>
  <Words>6082</Words>
  <Application>Microsoft Office PowerPoint</Application>
  <PresentationFormat>On-screen Show (4:3)</PresentationFormat>
  <Paragraphs>940</Paragraphs>
  <Slides>103</Slides>
  <Notes>60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4" baseType="lpstr">
      <vt:lpstr>American Typewriter</vt:lpstr>
      <vt:lpstr>Gill Sans</vt:lpstr>
      <vt:lpstr>Arial</vt:lpstr>
      <vt:lpstr>Calibri</vt:lpstr>
      <vt:lpstr>Cambria Math</vt:lpstr>
      <vt:lpstr>Consolas</vt:lpstr>
      <vt:lpstr>Source Sans Pro</vt:lpstr>
      <vt:lpstr>Symbol</vt:lpstr>
      <vt:lpstr>Times New Roman</vt:lpstr>
      <vt:lpstr>Office Theme</vt:lpstr>
      <vt:lpstr>Equation</vt:lpstr>
      <vt:lpstr>Levels of analysis and Bayes 2</vt:lpstr>
      <vt:lpstr>PowerPoint Presentation</vt:lpstr>
      <vt:lpstr>Administrative Matters: Recordings</vt:lpstr>
      <vt:lpstr>Administrative Matters: Discussion? + Quiz</vt:lpstr>
      <vt:lpstr>Administrative Matters: Next Week</vt:lpstr>
      <vt:lpstr>PowerPoint Presentation</vt:lpstr>
      <vt:lpstr>Bayes’ rule</vt:lpstr>
      <vt:lpstr>Thinking generatively…</vt:lpstr>
      <vt:lpstr>Bayes’ rule</vt:lpstr>
      <vt:lpstr>PowerPoint Presentation</vt:lpstr>
      <vt:lpstr>PowerPoint Presentation</vt:lpstr>
      <vt:lpstr>David Marr</vt:lpstr>
      <vt:lpstr>Analyzing functional systems</vt:lpstr>
      <vt:lpstr>Why is it being computed?</vt:lpstr>
      <vt:lpstr>What is being computed?</vt:lpstr>
      <vt:lpstr>Marr (1982)’s three levels of analysis</vt:lpstr>
      <vt:lpstr>What representation?</vt:lpstr>
      <vt:lpstr>Analyzing functional systems</vt:lpstr>
      <vt:lpstr>Computational models can be defined at all three levels</vt:lpstr>
      <vt:lpstr>The levels of a thermostat</vt:lpstr>
      <vt:lpstr>Computational level description</vt:lpstr>
      <vt:lpstr>Algorithmic level description</vt:lpstr>
      <vt:lpstr>Implementational level of thermostat</vt:lpstr>
      <vt:lpstr>Implementational level of thermostat</vt:lpstr>
      <vt:lpstr>Implementational level of thermostat</vt:lpstr>
      <vt:lpstr>An example: Memory</vt:lpstr>
      <vt:lpstr>An example: Memory</vt:lpstr>
      <vt:lpstr>An example: Memory</vt:lpstr>
      <vt:lpstr>An example: Memory</vt:lpstr>
      <vt:lpstr>PowerPoint Presentation</vt:lpstr>
      <vt:lpstr>Which of Marr’s levels is most important?</vt:lpstr>
      <vt:lpstr>Is one level more important?</vt:lpstr>
      <vt:lpstr>Is one level more important?</vt:lpstr>
      <vt:lpstr>Is one level more important?</vt:lpstr>
      <vt:lpstr>Different kinds of explanation</vt:lpstr>
      <vt:lpstr>Bad teleological explanations…</vt:lpstr>
      <vt:lpstr>Some Pros/Cons of Each Level</vt:lpstr>
      <vt:lpstr>Some Pros/Cons of Each Level</vt:lpstr>
      <vt:lpstr>Computational models can be defined at all three levels</vt:lpstr>
      <vt:lpstr>Computational models can be defined at all three levels</vt:lpstr>
      <vt:lpstr>Bayesianism/Rational analysis</vt:lpstr>
      <vt:lpstr>Explanatory virtues  (adapted from Godfrey-Smith, 2001)</vt:lpstr>
      <vt:lpstr>Bayesian Fundamentalism</vt:lpstr>
      <vt:lpstr>Bayesian “Enlightenment”</vt:lpstr>
      <vt:lpstr>Short rest 1</vt:lpstr>
      <vt:lpstr>PowerPoint Presentation</vt:lpstr>
      <vt:lpstr>Expected value</vt:lpstr>
      <vt:lpstr>Expected value</vt:lpstr>
      <vt:lpstr>Expected value</vt:lpstr>
      <vt:lpstr>The Bernoulli Distribution</vt:lpstr>
      <vt:lpstr>The Bernoulli Distribution</vt:lpstr>
      <vt:lpstr>Probability, Bernoulli and the Expectation Indicator Function “Trick”</vt:lpstr>
      <vt:lpstr>PowerPoint Presentation</vt:lpstr>
      <vt:lpstr>Probabilities in Continuous Land</vt:lpstr>
      <vt:lpstr>Probabilities in Continuous Land</vt:lpstr>
      <vt:lpstr>Continuous Uniform Distribution</vt:lpstr>
      <vt:lpstr>PowerPoint Presentation</vt:lpstr>
      <vt:lpstr>Gaussian/Normal Distribution</vt:lpstr>
      <vt:lpstr>PowerPoint Presentation</vt:lpstr>
      <vt:lpstr>Posterior Mean For Normal Prior  Given Known Variances</vt:lpstr>
      <vt:lpstr>Posterior Mean For Normal Prior  Given Known Variances</vt:lpstr>
      <vt:lpstr>Posterior Mean For Normal Prior  Given Known Variances</vt:lpstr>
      <vt:lpstr>Posterior Mean For Normal Prior  Given Known Variances</vt:lpstr>
      <vt:lpstr>Cluster assignment part 1 walkthrough</vt:lpstr>
      <vt:lpstr>PowerPoint Presentation</vt:lpstr>
      <vt:lpstr>Discrete Distribution</vt:lpstr>
      <vt:lpstr>Mixture models</vt:lpstr>
      <vt:lpstr>Plate notation</vt:lpstr>
      <vt:lpstr>Plate notation</vt:lpstr>
      <vt:lpstr>Categorization as Mixture Modeling</vt:lpstr>
      <vt:lpstr>Mixture distributions</vt:lpstr>
      <vt:lpstr>Cluster assignment part 2 walkthrough</vt:lpstr>
      <vt:lpstr>PowerPoint Presentation</vt:lpstr>
      <vt:lpstr>Binomial Distribution</vt:lpstr>
      <vt:lpstr>Binomial Distribution</vt:lpstr>
      <vt:lpstr>The Beta Distribution: A distribution over the probability of a heads</vt:lpstr>
      <vt:lpstr>PowerPoint Presentation</vt:lpstr>
      <vt:lpstr>Gamma function interlude</vt:lpstr>
      <vt:lpstr>Beta-Binomial Posterior Update</vt:lpstr>
      <vt:lpstr>PowerPoint Presentation</vt:lpstr>
      <vt:lpstr>Short rest 2</vt:lpstr>
      <vt:lpstr>PowerPoint Presentation</vt:lpstr>
      <vt:lpstr>PowerPoint Presentation</vt:lpstr>
      <vt:lpstr>PowerPoint Presentation</vt:lpstr>
      <vt:lpstr>PowerPoint Presentation</vt:lpstr>
      <vt:lpstr>Student introductions</vt:lpstr>
      <vt:lpstr>PowerPoint Presentation</vt:lpstr>
      <vt:lpstr>Randomness and Coincidences:  Reconciling Intuition and Probability Theory (2001)   by Griffiths &amp; Tenenbaum</vt:lpstr>
      <vt:lpstr>PowerPoint Presentation</vt:lpstr>
      <vt:lpstr>Background</vt:lpstr>
      <vt:lpstr>Question</vt:lpstr>
      <vt:lpstr>Bayesianism</vt:lpstr>
      <vt:lpstr>Computational formalization</vt:lpstr>
      <vt:lpstr>Computational formalization</vt:lpstr>
      <vt:lpstr>Computational formalization</vt:lpstr>
      <vt:lpstr>Zenith ESP “Experiment”</vt:lpstr>
      <vt:lpstr>Modeling the Zenith ESP “Experiment”</vt:lpstr>
      <vt:lpstr>Modeling the Zenith ESP “Experiment”</vt:lpstr>
      <vt:lpstr>Generate digit 0 to 9</vt:lpstr>
      <vt:lpstr>Coincidences, Randomness,  and the Birthday Paradox</vt:lpstr>
      <vt:lpstr>Coincidences, Randomness,  and the Birthday Paradox</vt:lpstr>
      <vt:lpstr>Conclusions</vt:lpstr>
      <vt:lpstr>Discussion Questions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Joseph Austerweil</dc:creator>
  <cp:lastModifiedBy>Joseph Austerweil</cp:lastModifiedBy>
  <cp:revision>260</cp:revision>
  <cp:lastPrinted>2017-09-13T02:18:10Z</cp:lastPrinted>
  <dcterms:created xsi:type="dcterms:W3CDTF">2015-09-05T16:34:09Z</dcterms:created>
  <dcterms:modified xsi:type="dcterms:W3CDTF">2025-01-30T18:19:39Z</dcterms:modified>
</cp:coreProperties>
</file>